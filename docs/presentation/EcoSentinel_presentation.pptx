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b41fc1b8074e8e" /><Relationship Type="http://schemas.openxmlformats.org/officeDocument/2006/relationships/extended-properties" Target="/docProps/app.xml" Id="Rf077ab4bbcbb4e7a" /><Relationship Type="http://schemas.openxmlformats.org/officeDocument/2006/relationships/officeDocument" Target="/ppt/presentation.xml" Id="Rf093ab9eb05f4fa6" /></Relationships>
</file>

<file path=ppt/presentation.xml><?xml version="1.0" encoding="utf-8"?>
<p:presentation xmlns:p="http://schemas.openxmlformats.org/presentationml/2006/main">
  <p:sldMasterIdLst>
    <p:sldMasterId xmlns:r="http://schemas.openxmlformats.org/officeDocument/2006/relationships" id="2147483648" r:id="R5560d4e3959b4270"/>
  </p:sldMasterIdLst>
  <p:notesMasterIdLst>
    <p:notesMasterId xmlns:r="http://schemas.openxmlformats.org/officeDocument/2006/relationships" r:id="Rbce5d910014d4c60"/>
  </p:notesMasterIdLst>
  <p:sldIdLst>
    <p:sldId xmlns:r="http://schemas.openxmlformats.org/officeDocument/2006/relationships" id="256" r:id="R6d9fc2ef50ef42a1"/>
    <p:sldId xmlns:r="http://schemas.openxmlformats.org/officeDocument/2006/relationships" id="257" r:id="R0d674917358943a3"/>
    <p:sldId xmlns:r="http://schemas.openxmlformats.org/officeDocument/2006/relationships" id="258" r:id="R9d4aef4b4b1a44f7"/>
    <p:sldId xmlns:r="http://schemas.openxmlformats.org/officeDocument/2006/relationships" id="259" r:id="Ra32fb23590ff42e2"/>
    <p:sldId xmlns:r="http://schemas.openxmlformats.org/officeDocument/2006/relationships" id="260" r:id="R411353dd034f4937"/>
    <p:sldId xmlns:r="http://schemas.openxmlformats.org/officeDocument/2006/relationships" id="261" r:id="R5c420300f5144236"/>
    <p:sldId xmlns:r="http://schemas.openxmlformats.org/officeDocument/2006/relationships" id="262" r:id="R321dc86bc2b64b7a"/>
    <p:sldId xmlns:r="http://schemas.openxmlformats.org/officeDocument/2006/relationships" id="263" r:id="Ra64c00fbbb3440da"/>
    <p:sldId xmlns:r="http://schemas.openxmlformats.org/officeDocument/2006/relationships" id="264" r:id="Rb54ca26dac2c4d0b"/>
    <p:sldId xmlns:r="http://schemas.openxmlformats.org/officeDocument/2006/relationships" id="265" r:id="Rfb709bf63a2044a6"/>
    <p:sldId xmlns:r="http://schemas.openxmlformats.org/officeDocument/2006/relationships" id="266" r:id="Rb08c809ee3ad460c"/>
    <p:sldId xmlns:r="http://schemas.openxmlformats.org/officeDocument/2006/relationships" id="267" r:id="R0bb797bbafdc46ff"/>
    <p:sldId xmlns:r="http://schemas.openxmlformats.org/officeDocument/2006/relationships" id="268" r:id="Rbf370f4492114e6e"/>
    <p:sldId xmlns:r="http://schemas.openxmlformats.org/officeDocument/2006/relationships" id="269" r:id="R8943f097154749dd"/>
    <p:sldId xmlns:r="http://schemas.openxmlformats.org/officeDocument/2006/relationships" id="270" r:id="R0cb4f7a5d1ac47a3"/>
    <p:sldId xmlns:r="http://schemas.openxmlformats.org/officeDocument/2006/relationships" id="271" r:id="Rd93708e468bb4cd7"/>
    <p:sldId xmlns:r="http://schemas.openxmlformats.org/officeDocument/2006/relationships" id="272" r:id="R5dd564cebe1d46d3"/>
    <p:sldId xmlns:r="http://schemas.openxmlformats.org/officeDocument/2006/relationships" id="273" r:id="Ra26df55a0b9a4ffb"/>
    <p:sldId xmlns:r="http://schemas.openxmlformats.org/officeDocument/2006/relationships" id="274" r:id="R6400ef74b25c4432"/>
    <p:sldId xmlns:r="http://schemas.openxmlformats.org/officeDocument/2006/relationships" id="275" r:id="Rca3272548c4840b6"/>
    <p:sldId xmlns:r="http://schemas.openxmlformats.org/officeDocument/2006/relationships" id="276" r:id="R0dd5f39d624c4fd1"/>
    <p:sldId xmlns:r="http://schemas.openxmlformats.org/officeDocument/2006/relationships" id="277" r:id="R348f1e2d6ed94d74"/>
    <p:sldId xmlns:r="http://schemas.openxmlformats.org/officeDocument/2006/relationships" id="278" r:id="R744d9e67c7314b7d"/>
    <p:sldId xmlns:r="http://schemas.openxmlformats.org/officeDocument/2006/relationships" id="279" r:id="R5d1131c9736c49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b49c4754d74072" /><Relationship Type="http://schemas.openxmlformats.org/officeDocument/2006/relationships/slideMaster" Target="/ppt/slideMasters/slideMaster1.xml" Id="R5560d4e3959b4270" /><Relationship Type="http://schemas.openxmlformats.org/officeDocument/2006/relationships/notesMaster" Target="/ppt/notesMasters/notesMaster1.xml" Id="Rbce5d910014d4c60" /><Relationship Type="http://schemas.openxmlformats.org/officeDocument/2006/relationships/presProps" Target="/ppt/presProps.xml" Id="Rd14821154b3b4b61" /><Relationship Type="http://schemas.openxmlformats.org/officeDocument/2006/relationships/tableStyles" Target="/ppt/tableStyles.xml" Id="R54e087842fb64ff1" /><Relationship Type="http://schemas.openxmlformats.org/officeDocument/2006/relationships/slide" Target="/ppt/slides/slide1.xml" Id="R6d9fc2ef50ef42a1" /><Relationship Type="http://schemas.openxmlformats.org/officeDocument/2006/relationships/slide" Target="/ppt/slides/slide2.xml" Id="R0d674917358943a3" /><Relationship Type="http://schemas.openxmlformats.org/officeDocument/2006/relationships/slide" Target="/ppt/slides/slide3.xml" Id="R9d4aef4b4b1a44f7" /><Relationship Type="http://schemas.openxmlformats.org/officeDocument/2006/relationships/slide" Target="/ppt/slides/slide4.xml" Id="Ra32fb23590ff42e2" /><Relationship Type="http://schemas.openxmlformats.org/officeDocument/2006/relationships/slide" Target="/ppt/slides/slide5.xml" Id="R411353dd034f4937" /><Relationship Type="http://schemas.openxmlformats.org/officeDocument/2006/relationships/slide" Target="/ppt/slides/slide6.xml" Id="R5c420300f5144236" /><Relationship Type="http://schemas.openxmlformats.org/officeDocument/2006/relationships/slide" Target="/ppt/slides/slide7.xml" Id="R321dc86bc2b64b7a" /><Relationship Type="http://schemas.openxmlformats.org/officeDocument/2006/relationships/slide" Target="/ppt/slides/slide8.xml" Id="Ra64c00fbbb3440da" /><Relationship Type="http://schemas.openxmlformats.org/officeDocument/2006/relationships/slide" Target="/ppt/slides/slide9.xml" Id="Rb54ca26dac2c4d0b" /><Relationship Type="http://schemas.openxmlformats.org/officeDocument/2006/relationships/slide" Target="/ppt/slides/slide10.xml" Id="Rfb709bf63a2044a6" /><Relationship Type="http://schemas.openxmlformats.org/officeDocument/2006/relationships/slide" Target="/ppt/slides/slide11.xml" Id="Rb08c809ee3ad460c" /><Relationship Type="http://schemas.openxmlformats.org/officeDocument/2006/relationships/slide" Target="/ppt/slides/slide12.xml" Id="R0bb797bbafdc46ff" /><Relationship Type="http://schemas.openxmlformats.org/officeDocument/2006/relationships/slide" Target="/ppt/slides/slide13.xml" Id="Rbf370f4492114e6e" /><Relationship Type="http://schemas.openxmlformats.org/officeDocument/2006/relationships/slide" Target="/ppt/slides/slide14.xml" Id="R8943f097154749dd" /><Relationship Type="http://schemas.openxmlformats.org/officeDocument/2006/relationships/slide" Target="/ppt/slides/slide15.xml" Id="R0cb4f7a5d1ac47a3" /><Relationship Type="http://schemas.openxmlformats.org/officeDocument/2006/relationships/slide" Target="/ppt/slides/slide16.xml" Id="Rd93708e468bb4cd7" /><Relationship Type="http://schemas.openxmlformats.org/officeDocument/2006/relationships/slide" Target="/ppt/slides/slide17.xml" Id="R5dd564cebe1d46d3" /><Relationship Type="http://schemas.openxmlformats.org/officeDocument/2006/relationships/slide" Target="/ppt/slides/slide18.xml" Id="Ra26df55a0b9a4ffb" /><Relationship Type="http://schemas.openxmlformats.org/officeDocument/2006/relationships/slide" Target="/ppt/slides/slide19.xml" Id="R6400ef74b25c4432" /><Relationship Type="http://schemas.openxmlformats.org/officeDocument/2006/relationships/slide" Target="/ppt/slides/slide20.xml" Id="Rca3272548c4840b6" /><Relationship Type="http://schemas.openxmlformats.org/officeDocument/2006/relationships/slide" Target="/ppt/slides/slide21.xml" Id="R0dd5f39d624c4fd1" /><Relationship Type="http://schemas.openxmlformats.org/officeDocument/2006/relationships/slide" Target="/ppt/slides/slide22.xml" Id="R348f1e2d6ed94d74" /><Relationship Type="http://schemas.openxmlformats.org/officeDocument/2006/relationships/slide" Target="/ppt/slides/slide23.xml" Id="R744d9e67c7314b7d" /><Relationship Type="http://schemas.openxmlformats.org/officeDocument/2006/relationships/slide" Target="/ppt/slides/slide24.xml" Id="R5d1131c9736c49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836f6cd1b74b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548df2cfff4392" /><Relationship Type="http://schemas.openxmlformats.org/officeDocument/2006/relationships/notesMaster" Target="/ppt/notesMasters/notesMaster1.xml" Id="R0b13372bc70c4e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6f91e19b2b41d5" /><Relationship Type="http://schemas.openxmlformats.org/officeDocument/2006/relationships/notesMaster" Target="/ppt/notesMasters/notesMaster1.xml" Id="R78122ab94aa645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69e1341b7e488e" /><Relationship Type="http://schemas.openxmlformats.org/officeDocument/2006/relationships/notesMaster" Target="/ppt/notesMasters/notesMaster1.xml" Id="R5584861c9cc640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ef44cee5e64acb" /><Relationship Type="http://schemas.openxmlformats.org/officeDocument/2006/relationships/notesMaster" Target="/ppt/notesMasters/notesMaster1.xml" Id="Re6d2b79f33a748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4dcfe358a54add" /><Relationship Type="http://schemas.openxmlformats.org/officeDocument/2006/relationships/notesMaster" Target="/ppt/notesMasters/notesMaster1.xml" Id="R19c76344ed7549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a8c6217292424d" /><Relationship Type="http://schemas.openxmlformats.org/officeDocument/2006/relationships/notesMaster" Target="/ppt/notesMasters/notesMaster1.xml" Id="Rb67a5da5c8ca4d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70ab9b061b4e9f" /><Relationship Type="http://schemas.openxmlformats.org/officeDocument/2006/relationships/notesMaster" Target="/ppt/notesMasters/notesMaster1.xml" Id="Rf15068c1096e45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781dad261745d0" /><Relationship Type="http://schemas.openxmlformats.org/officeDocument/2006/relationships/notesMaster" Target="/ppt/notesMasters/notesMaster1.xml" Id="R32ce583dafbe48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43a35078c64704" /><Relationship Type="http://schemas.openxmlformats.org/officeDocument/2006/relationships/notesMaster" Target="/ppt/notesMasters/notesMaster1.xml" Id="R056a10f9adb747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d39fb68c9b4e40" /><Relationship Type="http://schemas.openxmlformats.org/officeDocument/2006/relationships/notesMaster" Target="/ppt/notesMasters/notesMaster1.xml" Id="R6721f342e98c4d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2782e646974b21" /><Relationship Type="http://schemas.openxmlformats.org/officeDocument/2006/relationships/notesMaster" Target="/ppt/notesMasters/notesMaster1.xml" Id="R9aa99134200740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e8b2c88a914ba4" /><Relationship Type="http://schemas.openxmlformats.org/officeDocument/2006/relationships/notesMaster" Target="/ppt/notesMasters/notesMaster1.xml" Id="R22fc995dfe0643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75ac1ed52941f8" /><Relationship Type="http://schemas.openxmlformats.org/officeDocument/2006/relationships/notesMaster" Target="/ppt/notesMasters/notesMaster1.xml" Id="R9807af2f779d47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518375998744c3" /><Relationship Type="http://schemas.openxmlformats.org/officeDocument/2006/relationships/notesMaster" Target="/ppt/notesMasters/notesMaster1.xml" Id="R3a56303a181c4b7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106c2a99fc42e2" /><Relationship Type="http://schemas.openxmlformats.org/officeDocument/2006/relationships/notesMaster" Target="/ppt/notesMasters/notesMaster1.xml" Id="Rd3dc7c7df93042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f7433f70e34e7a" /><Relationship Type="http://schemas.openxmlformats.org/officeDocument/2006/relationships/notesMaster" Target="/ppt/notesMasters/notesMaster1.xml" Id="R87b560e0f86e43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66b289ea1b4a04" /><Relationship Type="http://schemas.openxmlformats.org/officeDocument/2006/relationships/notesMaster" Target="/ppt/notesMasters/notesMaster1.xml" Id="R5756e1f8365148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4b7e6eaf6447ed" /><Relationship Type="http://schemas.openxmlformats.org/officeDocument/2006/relationships/notesMaster" Target="/ppt/notesMasters/notesMaster1.xml" Id="Rfa51ad59a4a549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dd1f8049d24808" /><Relationship Type="http://schemas.openxmlformats.org/officeDocument/2006/relationships/notesMaster" Target="/ppt/notesMasters/notesMaster1.xml" Id="Rce85ef39e2f54b2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b97434020b4a02" /><Relationship Type="http://schemas.openxmlformats.org/officeDocument/2006/relationships/notesMaster" Target="/ppt/notesMasters/notesMaster1.xml" Id="Rf90be7d11fc1413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7ad8d728a14a1f" /><Relationship Type="http://schemas.openxmlformats.org/officeDocument/2006/relationships/notesMaster" Target="/ppt/notesMasters/notesMaster1.xml" Id="Rd661d74c322246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09b676964e546e2" /><Relationship Type="http://schemas.openxmlformats.org/officeDocument/2006/relationships/notesMaster" Target="/ppt/notesMasters/notesMaster1.xml" Id="Rab0433d1a64641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d95f755c064919" /><Relationship Type="http://schemas.openxmlformats.org/officeDocument/2006/relationships/notesMaster" Target="/ppt/notesMasters/notesMaster1.xml" Id="R26b3967cd7074a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9000dd904b4d2e" /><Relationship Type="http://schemas.openxmlformats.org/officeDocument/2006/relationships/notesMaster" Target="/ppt/notesMasters/notesMaster1.xml" Id="Rad23d90d042a45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25 seconds</a:t>
            </a:r>
          </a:p>
          <a:p xmlns:a="http://schemas.openxmlformats.org/drawingml/2006/main">
            <a:r>
              <a:t/>
            </a:r>
          </a:p>
          <a:p xmlns:a="http://schemas.openxmlformats.org/drawingml/2006/main">
            <a:r>
              <a:t>Suppose we upload this photograph and ask what the animal eats. Where should the answer come from? EcoSentinel connects the image to stored wildlife evidence and lets us inspect the sources behind the response. We will show the engineering that makes this possible.</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Photo: https://commons.wikimedia.org/wiki/File:Iberian_Lynx_front_(cropped).jpg; http://www.lynxexsitu.es; CC BY 3.0 es; https://creativecommons.org/licenses/by/3.0/es/deed.en. Display crop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20 seconds</a:t>
            </a:r>
          </a:p>
          <a:p xmlns:a="http://schemas.openxmlformats.org/drawingml/2006/main">
            <a:r>
              <a:t/>
            </a:r>
          </a:p>
          <a:p xmlns:a="http://schemas.openxmlformats.org/drawingml/2006/main">
            <a:r>
              <a:t>Our use case is a shared wildlife collection for education and biodiversity exploration. Someone can start with a photograph, find related recordings and descriptions, and ask a question grounded in those documents. We chose Iberian fauna to keep that investigation concrete.</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Illustrative corpus photo: https://commons.wikimedia.org/wiki/File:2026-05-17_Iberian_green_frog_on_the_cliffs_of_S%C3%A3o_Pedro_da_Cadeira.jpg; Alexkom000; CC BY 4.0; https://creativecommons.org/licenses/by/4.0. This is not claimed to be the image used in the recorded RAG acceptance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25 seconds</a:t>
            </a:r>
          </a:p>
          <a:p xmlns:a="http://schemas.openxmlformats.org/drawingml/2006/main">
            <a:r>
              <a:t/>
            </a:r>
          </a:p>
          <a:p xmlns:a="http://schemas.openxmlformats.org/drawingml/2006/main">
            <a:r>
              <a:t>Our reference dataset contains one hundred images, thirty-four recordings and sixty-four texts across ten Iberian species. Wikimedia, Xeno-canto, Wikipedia and GBIF provide the source material. Availability is uneven: the lizard has no audio. We retain that gap and preserve attribution rather than inventing missing observations.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35 seconds</a:t>
            </a:r>
          </a:p>
          <a:p xmlns:a="http://schemas.openxmlformats.org/drawingml/2006/main">
            <a:r>
              <a:t/>
            </a:r>
          </a:p>
          <a:p xmlns:a="http://schemas.openxmlformats.org/drawingml/2006/main">
            <a:r>
              <a:t>The orchestrator runs sixteen steps across four zones and finishes with reconciliation. Landing preserves originals. Formatted establishes file representations. Trusted makes quality decisions. Exploitation creates searchable vectors. The first three zones use S3-compatible storage in Docker; Chroma stores the vectors. Queries open a verified copy of that persistent index to protect the audited original from internal database writes. After data updates, we explicitly refresh the copy.</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40 seconds</a:t>
            </a:r>
          </a:p>
          <a:p xmlns:a="http://schemas.openxmlformats.org/drawingml/2006/main">
            <a:r>
              <a:t/>
            </a:r>
          </a:p>
          <a:p xmlns:a="http://schemas.openxmlformats.org/drawingml/2006/main">
            <a:r>
              <a:t>We use two representations for different jobs. SHA-two-fifty-six fingerprints the file bytes. It helps verify integrity and build deterministic identities. An embedding represents features learned by a particular model, so nearby vectors can retrieve related content. Recompressing a photograph changes its bytes and therefore its hash, while its embedding may remain similar. That is a conceptual example, not a new measurement. Landing uses a hash prefix and filename for ingestion identity. Similarity search uses embeddings. A high similarity score does not establish an exact copy or confirm a species.</a:t>
            </a:r>
          </a:p>
          <a:p xmlns:a="http://schemas.openxmlformats.org/drawingml/2006/main">
            <a:r>
              <a:t/>
            </a:r>
          </a:p>
          <a:p xmlns:a="http://schemas.openxmlformats.org/drawingml/2006/main">
            <a:r>
              <a:t>Project evidence: docs/testing_and_validation.md, docs/evidence/final_validation.json and maintained zone guides.</a:t>
            </a:r>
          </a:p>
          <a:p xmlns:a="http://schemas.openxmlformats.org/drawingml/2006/main">
            <a:r>
              <a:t>Sources: landing_zone/temporal_landing/ingest_local_data.py build_object_key/build_control_key; exploitation_zone/encoders.py; contracts and configured dimensions. The recompression example is explanatory, not a new inference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60 seconds</a:t>
            </a:r>
          </a:p>
          <a:p xmlns:a="http://schemas.openxmlformats.org/drawingml/2006/main">
            <a:r>
              <a:t/>
            </a:r>
          </a:p>
          <a:p xmlns:a="http://schemas.openxmlformats.org/drawingml/2006/main">
            <a:r>
              <a:t>Landing gives each ingestion a deterministic key: the first sixteen hexadecimal characters of SHA-two-fifty-six, followed by the original filename. Same bytes and filename produce the same key. Before uploading, we check whether that object already exists in Temporal. If Temporal is absent, a separate completion record points to its Persistent copy. We check that target and the source identity before skipping the upload. Promotion writes completion only after verifying the copied bytes. A missing target or conflicting identity produces an error. A renamed copy gets a different ingestion key, so Trusted handles content duplicates separately. The marker confirms Persistent promotion; later reconciliation checks the downstream state.</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Landing identity is hash prefix + local filename. A different filename is not globally deduplicated here. Rerun evidence: reports/validation/delivery_smoke_repeat.log, Uploaded=0, Already completed=3.</a:t>
            </a:r>
          </a:p>
          <a:p xmlns:a="http://schemas.openxmlformats.org/drawingml/2006/main">
            <a:r>
              <a:t>Exact scope: Temporal key uses SHA-256(raw bytes)[:16] plus filename. Completion key uses full SHA-256(Temporal key). Ingestion validates marker identity fields and target existence; promotion verifies copied bytes. The marker does not attest Trusted acceptance. Sources: ingest_local_data.py and process_to_persistent.py; copy/marker safety regressions.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45 seconds</a:t>
            </a:r>
          </a:p>
          <a:p xmlns:a="http://schemas.openxmlformats.org/drawingml/2006/main">
            <a:r>
              <a:t/>
            </a:r>
          </a:p>
          <a:p xmlns:a="http://schemas.openxmlformats.org/drawingml/2006/main">
            <a:r>
              <a:t>These four cases show what technical deduplication means. Assume the source metadata matches and the first file is already recorded. Same bytes and same filename reuse the existing key, so there is no new upload. Identical bytes under another name create a new key and enter Landing. Different bytes under the same name also enter: their hash changes, so the original is not overwritten. If both change, the file enters too. Landing prevents repeated technical ingestion. Trusted still checks content duplicates and perceptual similarity. A recompressed photograph can pass Landing even when it looks unchanged.</a:t>
            </a:r>
          </a:p>
          <a:p xmlns:a="http://schemas.openxmlformats.org/drawingml/2006/main">
            <a:r>
              <a:t/>
            </a:r>
          </a:p>
          <a:p xmlns:a="http://schemas.openxmlformats.org/drawingml/2006/main">
            <a:r>
              <a:t>Project evidence: docs/testing_and_validation.md, docs/evidence/final_validation.json and maintained zone guides.</a:t>
            </a:r>
          </a:p>
          <a:p xmlns:a="http://schemas.openxmlformats.org/drawingml/2006/main">
            <a:r>
              <a:t>Sources: landing_zone/temporal_landing/ingest_local_data.py build_object_key and ingestion identity checks. Scenarios assume compatible species_id/modality/source_name and a previously recorded key (existing Temporal or valid completion + Persistent target). No record means new ingestion; conflicting metadata or broken targets produce errors. Different bytes here produce different 16-hex prefixes; the 64-bit prefix has no mathematical collision-free guarantee. Photos are existing embedded presentation assets, reused explicitly to show byte/name combinations; filenames are illustrative and displayed hash prefixes refer to those embedded bytes, not original raw-dataset filenames. A: lynxexsitu.es / CC BY 3.0 es, source photo from task_examples.json Task 1 reference. B: Task 1 rank 1 photo; complete provenance retained below.</a:t>
            </a:r>
          </a:p>
          <a:p xmlns:a="http://schemas.openxmlformats.org/drawingml/2006/main">
            <a:r>
              <a:t>{"A":{"path":"photo-A.jpeg","source_part":"ppt/media/image4.jpeg","sha256":"de7879dccfd8e4abfa0236aa0c0c7377a77585387e00dfbb500358e1bdd3a5d9"},"B":{"path":"photo-B.jpeg","source_part":"ppt/media/image5.jpeg","sha256":"3e983a74713d0049c4e04364eafbfe701a5dd326c325ad0e8622a0c7dbb45700"}}</a:t>
            </a:r>
          </a:p>
          <a:p xmlns:a="http://schemas.openxmlformats.org/drawingml/2006/main">
            <a:r>
              <a:t>Sambhav / 60 seconds</a:t>
            </a:r>
          </a:p>
          <a:p xmlns:a="http://schemas.openxmlformats.org/drawingml/2006/main">
            <a:r>
              <a:t/>
            </a:r>
          </a:p>
          <a:p xmlns:a="http://schemas.openxmlformats.org/drawingml/2006/main">
            <a:r>
              <a:t>Here is an actual image-to-image query on our corpus. The photograph on the left is the reference. We show selected matches at ranks one and three with recorded cosine scores. The complete response contains five distinct assets and excludes the reference. Four have lynx catalogue labels; the fifth has a wolf label. These are similarity candidates, not species probabilities. All segments of a stored reference are excluded before grouping by asset. Audio-to-audio and text-to-text use the same workflow. The full response remains available so the selected examples can be checked against the actual ranking.</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Retrieval evidence: docs/presentation/task_examples.json. Queried a disposable snapshot with cached CPU models, without re-indexing. Slide 13 shows ranks 1 and 3 of five, not the full list. Slide 14 shows overall image rank 5 and text rank 4 of eight. The text excerpt is verbatim.</a:t>
            </a:r>
          </a:p>
          <a:p xmlns:a="http://schemas.openxmlformats.org/drawingml/2006/main">
            <a:r>
              <a:t>Photo: https://commons.wikimedia.org/wiki/File:Iberian_Lynx_front_(cropped).jpg; http://www.lynxexsitu.es; CC BY 3.0 es; https://creativecommons.org/licenses/by/3.0/es/deed.en. Display resizing only.</a:t>
            </a:r>
          </a:p>
          <a:p xmlns:a="http://schemas.openxmlformats.org/drawingml/2006/main">
            <a:r>
              <a:t>Photo: https://commons.wikimedia.org/wiki/File:F_18.04.02_Observatorio_Lince_PTA-GC.190-1_(27314142758).jpg; Junta de Andalucía; CC BY-SA 2.0; https://creativecommons.org/licenses/by-sa/2.0. Display resizing only.</a:t>
            </a:r>
          </a:p>
          <a:p xmlns:a="http://schemas.openxmlformats.org/drawingml/2006/main">
            <a:r>
              <a:t>Photo: https://commons.wikimedia.org/wiki/File:Female_Iberian_Lynx_(Lynx_pardinus),_La_Lancha,_Parque_natural_de_la_Sierra_de_And%C3%BAjar,_Espa%C3%B1a_(33022496950).jpg; Frank Vassen from Brussels, Belgium; CC BY 2.0; https://creativecommons.org/licenses/by/2.0. Display resizing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60 seconds</a:t>
            </a:r>
          </a:p>
          <a:p xmlns:a="http://schemas.openxmlformats.org/drawingml/2006/main">
            <a:r>
              <a:t/>
            </a:r>
          </a:p>
          <a:p xmlns:a="http://schemas.openxmlformats.org/drawingml/2006/main">
            <a:r>
              <a:t>For wildlife photographs, RGB JPEG gives us a compact, widely supported representation. Quality ninety-five prioritises visual fidelity. It remains lossy; PNG would preserve pixels and transparency instead. We keep dimensions and leave model cropping to Exploitation. Six real multiframe image sources required an explicit primary-frame policy. Audio becomes FLAC PCM sixteen: compressed PCM avoids another lossy audio encode, while preserving rate, channels and duration when possible. Higher-precision input can lose precision through quantisation. UTF-eight, consistent line endings and Unicode normalisation keep Spanish and English text readable across platforms. Text extraction loses layout. Persistent Landing keeps every complete original. Sambhav will explain the quality decisions.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Sources: formatted_zone/format_images.py canonical_jpeg/to_rgb; format_audio.py canonical FLAC PCM16; format_text.py normalisation; trusted_zone/quality/text_quality.py. JPEG is lossy; PCM16 may quantise; extraction discards layout. Images retain EXIF without materialising rotation. MPO uses frame 0. Trusted does not denoise/trim/normalise audio, and text casefolding is used for similarity features rather than rewriting stored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50 seconds</a:t>
            </a:r>
          </a:p>
          <a:p xmlns:a="http://schemas.openxmlformats.org/drawingml/2006/main">
            <a:r>
              <a:t/>
            </a:r>
          </a:p>
          <a:p xmlns:a="http://schemas.openxmlformats.org/drawingml/2006/main">
            <a:r>
              <a:t>Our Trusted policy separates rejection from warnings. Images must decode and respect a twenty-megabyte, forty-megapixel budget, with at least one hundred and twenty-eight pixels per side. Pixel count matters because compressed size alone does not bound decoding cost. Audio has a two-hundred-megabyte ceiling and text has four. These are operational budgets. Exact hashes detect identical image bytes; perceptual candidates need structural and colour confirmation. Watermark signals and quiet recordings remain visible warnings. Quiet intervals can carry ecological meaning. A later rejection or storage error preserves an earlier accepted object and records the reason for review.</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Image duplicate confirmation uses SHA-256 or pHash candidates plus SSIM and RGB confirmation. Audio and text have modality-specific scope. The policy does not guarantee removal of all near duplicates.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20 seconds</a:t>
            </a:r>
          </a:p>
          <a:p xmlns:a="http://schemas.openxmlformats.org/drawingml/2006/main">
            <a:r>
              <a:t/>
            </a:r>
          </a:p>
          <a:p xmlns:a="http://schemas.openxmlformats.org/drawingml/2006/main">
            <a:r>
              <a:t>Each asset receives a quality manifest. We aggregate those records into HTML, CSV, JSON and plots. This is our recorded image report: all one hundred images remain, including thirty-two possible watermark warnings. Complete provenance fields establish traceability, not biological correctness.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Actual report: reports/trusted_quality/images/20261019T164636Z/quality_report.html and summary.json. HTML captured without regenerating metrics. Provenance 100 percent means metadata completeness; JSD 0 bits means unchanged observed distribution. Neither proves biological correctness. Portable source: docs/evidence/quality_images.json.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20 seconds</a:t>
            </a:r>
          </a:p>
          <a:p xmlns:a="http://schemas.openxmlformats.org/drawingml/2006/main">
            <a:r>
              <a:t/>
            </a:r>
          </a:p>
          <a:p xmlns:a="http://schemas.openxmlformats.org/drawingml/2006/main">
            <a:r>
              <a:t>We compare species distributions before and after Trusted because filtering could alter what users retrieve. Here, both series remain at ten images per species and the measured distribution shift is zero. This describes our small curated sample, not the distribution of wildlife populations.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Editable chart data: docs/presentation/quality_charts.json. Image categories use English common-name labels in the same order as source species identifiers. Audio counts derive from existing report CSV, with fixed 0/20/40/60/80/100 bins for legibility; original report uses six data-dependent bins. Measurements were not recomputed; original media and indexes were not opened by the chart build. All 34 audio records are accepted; 9 warnings use &gt;=80 percent low-energy windows. Observed unchanged distributions do not prove representativeness or biological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20 seconds</a:t>
            </a:r>
          </a:p>
          <a:p xmlns:a="http://schemas.openxmlformats.org/drawingml/2006/main">
            <a:r>
              <a:t/>
            </a:r>
          </a:p>
          <a:p xmlns:a="http://schemas.openxmlformats.org/drawingml/2006/main">
            <a:r>
              <a:t>Nine recordings have a high proportion of low-energy windows. We retain all thirty-four recordings, so the distributions before and after match. Removing quiet sections could erase distant calls or environmental context. The warning tells a reviewer what to inspect without rewriting the recording.</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Editable chart data: docs/presentation/quality_charts.json. Image categories use English common-name labels in the same order as source species identifiers. Audio counts derive from existing report CSV, with fixed 0/20/40/60/80/100 bins for legibility; original report uses six data-dependent bins. Measurements were not recomputed; original media and indexes were not opened by the chart build. All 34 audio records are accepted; 9 warnings use &gt;=80 percent low-energy windows. Observed unchanged distributions do not prove representativeness or biological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35 seconds</a:t>
            </a:r>
          </a:p>
          <a:p xmlns:a="http://schemas.openxmlformats.org/drawingml/2006/main">
            <a:r>
              <a:t/>
            </a:r>
          </a:p>
          <a:p xmlns:a="http://schemas.openxmlformats.org/drawingml/2006/main">
            <a:r>
              <a:t>Long recordings and documents produce several segments, which explains how one hundred and ninety-eight assets generate six thousand and twenty-one vectors. Each vector retains its source, asset identity, segment position and model-policy contract. Compatible reruns check exact segment coverage before reusing results. Counts alone are insufficient: a duplicated segment could hide a missing one. This contract lets us detect and recover incomplete publication without recomputing every embedding.</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50 seconds</a:t>
            </a:r>
          </a:p>
          <a:p xmlns:a="http://schemas.openxmlformats.org/drawingml/2006/main">
            <a:r>
              <a:t/>
            </a:r>
          </a:p>
          <a:p xmlns:a="http://schemas.openxmlformats.org/drawingml/2006/main">
            <a:r>
              <a:t>For an image and a sentence, CLIP uses separate encoders trained to place related content in one shared space. CLAP does the same for sounds and descriptions, without treating animal calls as speech. Multilingual E-five small retrieves passages in Spanish and English. These pretrained models support our CPU deployment. Within each compatible space, we can compare vectors. Across different models, we combine their result positions using reciprocal rank fusion, rather than compare raw scores. Equal vector dimensions do not make spaces interchangeable. English descriptions generally suit CLAP better. We have not established which model is best on a labelled wildlife benchmark.</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45 seconds</a:t>
            </a:r>
          </a:p>
          <a:p xmlns:a="http://schemas.openxmlformats.org/drawingml/2006/main">
            <a:r>
              <a:t/>
            </a:r>
          </a:p>
          <a:p xmlns:a="http://schemas.openxmlformats.org/drawingml/2006/main">
            <a:r>
              <a:t>Cosine similarity measures the angle between two vectors. We divide their dot product by their lengths. Our vectors are normalised, so the calculation becomes a dot product. In this two-dimensional example, the query is one, zero. The first candidate scores zero point nine six, the second zero point six, and the third zero. The first is most aligned; zero means perpendicular. Our actual vectors have hundreds of dimensions. Higher scores mean closer representations within that space. There is no universal cut-off for relevant wildlife, and zero point nine six is not ninety-six percent confidence.</a:t>
            </a:r>
          </a:p>
          <a:p xmlns:a="http://schemas.openxmlformats.org/drawingml/2006/main">
            <a:r>
              <a:t/>
            </a:r>
          </a:p>
          <a:p xmlns:a="http://schemas.openxmlformats.org/drawingml/2006/main">
            <a:r>
              <a:t>Project evidence: docs/testing_and_validation.md, docs/evidence/final_validation.json and maintained zone guides.</a:t>
            </a:r>
          </a:p>
          <a:p xmlns:a="http://schemas.openxmlformats.org/drawingml/2006/main">
            <a:r>
              <a:t>Sources: multimodal_tasks/search.py cosine scoring and fuse_rankings; exploitation_zone/encoders.py normalize_vector. Toy 2D candidates are illustrative unit vectors, not measured wildlife embeddings. No relevance threshold is claimed. Production search uses exact dot products for small candidate sets and cosine HNSW for larger searches. Raw scores across different models are not compared; RRF uses rank constant 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50 seconds</a:t>
            </a:r>
          </a:p>
          <a:p xmlns:a="http://schemas.openxmlformats.org/drawingml/2006/main">
            <a:r>
              <a:t/>
            </a:r>
          </a:p>
          <a:p xmlns:a="http://schemas.openxmlformats.org/drawingml/2006/main">
            <a:r>
              <a:t>The lecture distinguishes a similarity measure from a search algorithm. Cosine scores two vectors. To find neighbours among many vectors, our Chroma collections configure H-N-S-W: Hierarchical Navigable Small World. Its sparse upper layers make longer hops; denser lower layers refine the candidate neighbourhood. This is approximate search, so it can miss a true nearest neighbour. We use the database implementation and have not measured its recall on labelled wildlife queries. Our code also has an exact path for at most sixty-four eligible vectors. It compares all of them directly, avoiding a dependency on a persisted graph for tiny or newly created collections.</a:t>
            </a:r>
          </a:p>
          <a:p xmlns:a="http://schemas.openxmlformats.org/drawingml/2006/main">
            <a:r>
              <a:t/>
            </a:r>
          </a:p>
          <a:p xmlns:a="http://schemas.openxmlformats.org/drawingml/2006/main">
            <a:r>
              <a:t>Project evidence: docs/testing_and_validation.md, docs/evidence/final_validation.json and maintained zone guides.</a:t>
            </a:r>
          </a:p>
          <a:p xmlns:a="http://schemas.openxmlformats.org/drawingml/2006/main">
            <a:r>
              <a:t>Project sources: exploitation_zone/vector_store.py configures {hnsw: {space: cosine}}; multimodal_tasks/search.py uses exact normalised dot products when eligible count &lt;= 64 and delegates larger candidate search to Chroma. Course source: supplied 5 - Vector Databases.pdf, pages 31–34 (exact scan / ANN) and 87–105 (Hierarchical Navigable Small World). Diagram is a conceptual graph, not exported Chroma topology or a measured execution trace. Chroma implements the algorithm; EcoSentinel configures and queries it. ANN has a recall/latency trade-off; no measured recall or speedup claim. SHA-256 identity hashing is not the lecture LSH algorithm.</a:t>
            </a:r>
          </a:p>
          <a:p xmlns:a="http://schemas.openxmlformats.org/drawingml/2006/main">
            <a:r>
              <a:t>Lecture file: C:/Users/Mario/Downloads/5 - Vector Databases.pdf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40 seconds</a:t>
            </a:r>
          </a:p>
          <a:p xmlns:a="http://schemas.openxmlformats.org/drawingml/2006/main">
            <a:r>
              <a:t/>
            </a:r>
          </a:p>
          <a:p xmlns:a="http://schemas.openxmlformats.org/drawingml/2006/main">
            <a:r>
              <a:t>This is a recorded image query using real CLIP embeddings. We exclude the entire reference asset and group segments by file. The slide shows matches at ranks one and three from five returned assets. Four catalogue labels are lynx and one is wolf; a cropped variant also survives. These results demonstrate retrieval and expose the limits of visual similarity. A high score does not verify species identity or prove that every near duplicate has been removed.</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Retrieval evidence: docs/presentation/task_examples.json. Queried a disposable snapshot with cached CPU models, without re-indexing. Slide 17 shows ranks 1 and 3 of five, not the full list. Slide 18 shows overall image rank 5 and text rank 4 of eight. The text excerpt is verbatim.</a:t>
            </a:r>
          </a:p>
          <a:p xmlns:a="http://schemas.openxmlformats.org/drawingml/2006/main">
            <a:r>
              <a:t>Photo: https://commons.wikimedia.org/wiki/File:Iberian_Lynx_front_(cropped).jpg; http://www.lynxexsitu.es; CC BY 3.0 es; https://creativecommons.org/licenses/by/3.0/es/deed.en. Display resizing only.</a:t>
            </a:r>
          </a:p>
          <a:p xmlns:a="http://schemas.openxmlformats.org/drawingml/2006/main">
            <a:r>
              <a:t>Photo: https://commons.wikimedia.org/wiki/File:F_18.04.02_Observatorio_Lince_PTA-GC.190-1_(27314142758).jpg; Junta de Andalucía; CC BY-SA 2.0; https://creativecommons.org/licenses/by-sa/2.0. Display resizing only.</a:t>
            </a:r>
          </a:p>
          <a:p xmlns:a="http://schemas.openxmlformats.org/drawingml/2006/main">
            <a:r>
              <a:t>Photo: https://commons.wikimedia.org/wiki/File:Female_Iberian_Lynx_(Lynx_pardinus),_La_Lancha,_Parque_natural_de_la_Sierra_de_And%C3%BAjar,_Espa%C3%B1a_(33022496950).jpg; Frank Vassen from Brussels, Belgium; CC BY 2.0; https://creativecommons.org/licenses/by/2.0. Display resizing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35 seconds</a:t>
            </a:r>
          </a:p>
          <a:p xmlns:a="http://schemas.openxmlformats.org/drawingml/2006/main">
            <a:r>
              <a:t/>
            </a:r>
          </a:p>
          <a:p xmlns:a="http://schemas.openxmlformats.org/drawingml/2006/main">
            <a:r>
              <a:t>This text query returned four images and four texts. The illustrated image scores zero point three three two. It is a useful candidate despite scoring much lower than our image-to-image example. Query type changes the score distribution; one threshold would mislead. A diversity policy prevents text passages dominating the display. Users choose top-k from one to fifty; eight is the default, counting distinct assets. Wassim will show how retrieved evidence supports generation.</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Retrieval evidence: docs/presentation/task_examples.json. Queried a disposable snapshot with cached CPU models, without re-indexing. Slide 17 shows ranks 1 and 3 of five, not the full list. Slide 18 shows overall image rank 5 and text rank 4 of eight. The text excerpt is verbatim.</a:t>
            </a:r>
          </a:p>
          <a:p xmlns:a="http://schemas.openxmlformats.org/drawingml/2006/main">
            <a:r>
              <a:t>Photo: https://commons.wikimedia.org/wiki/File:Female_Iberian_Lynx_(Lynx_pardinus),_La_Lancha,_Parque_natural_de_la_Sierra_de_And%C3%BAjar,_Andaluc%C3%ADa,_Espa%C3%B1a_-_Flickr_-_Frank.Vassen.jpg; Frank Vassen from Brussels, Belgium; CC BY 2.0; https://creativecommons.org/licenses/by/2.0. Display resizing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50 seconds</a:t>
            </a:r>
          </a:p>
          <a:p xmlns:a="http://schemas.openxmlformats.org/drawingml/2006/main">
            <a:r>
              <a:t/>
            </a:r>
          </a:p>
          <a:p xmlns:a="http://schemas.openxmlformats.org/drawingml/2006/main">
            <a:r>
              <a:t>Task three retrieves evidence before asking Qwen to generate an answer. For image questions, CLIP retrieves visual candidates and BLIP supplies an unverified caption. E-five retrieves relevant text; we pass bounded evidence units with explicit identifiers to Qwen. The three-billion-parameter quantised model runs locally on CPU. It receives text rather than image pixels, which controls memory but loses visual detail. After generation, we validate allowed source identifiers and literal quotations. This does not prove every interpretation is correct. We distinguish supported answers, partial answers and abstention from technical failures such as timeouts.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35 seconds</a:t>
            </a:r>
          </a:p>
          <a:p xmlns:a="http://schemas.openxmlformats.org/drawingml/2006/main">
            <a:r>
              <a:t/>
            </a:r>
          </a:p>
          <a:p xmlns:a="http://schemas.openxmlformats.org/drawingml/2006/main">
            <a:r>
              <a:t>The recorded frog case answered habitat and diet using source excerpts. The interface exposes both the candidate species and the quotations. We keep the photographic identification uncertain. A separate complete-genome request produced an abstention because the required evidence was absent. These examples test the behaviour of the full model pipeline. They are qualitative cases, not a biological accuracy benchmark. We use the recording here because CPU generation can take minutes.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English translations of recorded Spanish extracts: “zonas con escasa corriente”; “Se alimentan tanto de presas terrestres como acuáticas”. Source: reports/validation/ui_frog_rag.png. No new inference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35 seconds</a:t>
            </a:r>
          </a:p>
          <a:p xmlns:a="http://schemas.openxmlformats.org/drawingml/2006/main">
            <a:r>
              <a:t/>
            </a:r>
          </a:p>
          <a:p xmlns:a="http://schemas.openxmlformats.org/drawingml/2006/main">
            <a:r>
              <a:t>We also tested the complete command-line pipeline with isolated storage and real CPU models. Three synthetic assets produced seven vectors on the first run. The second completed all sixteen steps with zero new vectors. Reconciliation checked the resulting state. This demonstrates compatible reuse across the zones. The image is noise and the audio is a tone, so this execution test does not measure wildlife relevance.</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50 seconds</a:t>
            </a:r>
          </a:p>
          <a:p xmlns:a="http://schemas.openxmlformats.org/drawingml/2006/main">
            <a:r>
              <a:t/>
            </a:r>
          </a:p>
          <a:p xmlns:a="http://schemas.openxmlformats.org/drawingml/2006/main">
            <a:r>
              <a:t>Our validation has several layers. Three hundred and sixty-four offline tests use generated inputs to check contracts and failure paths. The isolated integration test runs real zone code with S3 and Chroma twice, using deterministic encoders. Separate native CPU runs check the actual model path. We inject copy mismatches, failed completion records and incomplete vector publication, then verify that retries preserve accepted data and recover missing work. Search tests check grouping, filters and exclusion of the reference. The new browser check follows top-k through real HTTP requests. The tests assert resulting state, not simply that a command returned successfully.</a:t>
            </a:r>
          </a:p>
          <a:p xmlns:a="http://schemas.openxmlformats.org/drawingml/2006/main">
            <a:r>
              <a:t/>
            </a:r>
          </a:p>
          <a:p xmlns:a="http://schemas.openxmlformats.org/drawingml/2006/main">
            <a:r>
              <a:t>Project evidence: docs/testing_and_validation.md, docs/evidence/final_validation.json and maintained zone guides.</a:t>
            </a:r>
          </a:p>
          <a:p xmlns:a="http://schemas.openxmlformats.org/drawingml/2006/main">
            <a:r>
              <a:t>Scope: 364 offline tests and one isolated integration from docs/evidence/final_validation.json. Native CLI has two recorded synthetic runs. Eight Edge-browser checks use synthetic service/RAG doubles with real HTTP handlers; they do not run encoders or production storage. Source: reports/validation/top_k_ui.json. Test modules: test_pipeline_integration.py, test_safety_regressions.py, test_input_boundaries.py, test_search_and_web.py.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35 seconds</a:t>
            </a:r>
          </a:p>
          <a:p xmlns:a="http://schemas.openxmlformats.org/drawingml/2006/main">
            <a:r>
              <a:t/>
            </a:r>
          </a:p>
          <a:p xmlns:a="http://schemas.openxmlformats.org/drawingml/2006/main">
            <a:r>
              <a:t>Here, a file called lynx dot jpg contains a harmless Windows executable header. Our Security Gate blocks it before hashing or upload; we never execute it. Other generated cases cover corrupt files, empty inputs, archive expansion and resource limits. A controlled watermark signal verifies the opposite outcome: retain the image and record a warning. Combined statement coverage is seventy-one point eight two percent. It measures code exercised, not retrieval accuracy. This screening does not replace antivirus.</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a:p xmlns:a="http://schemas.openxmlformats.org/drawingml/2006/main">
            <a:r>
              <a:t>Reproduce with python tests/demo_security_gate.py and python -m pytest tests/test_input_boundaries.py tests/test_trusted_images.py -q. This is bounded screening, not antivirus. Current test results: docs/testing_and_validation.md.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20 seconds</a:t>
            </a:r>
          </a:p>
          <a:p xmlns:a="http://schemas.openxmlformats.org/drawingml/2006/main">
            <a:r>
              <a:t/>
            </a:r>
          </a:p>
          <a:p xmlns:a="http://schemas.openxmlformats.org/drawingml/2006/main">
            <a:r>
              <a:t>We began by asking where an answer should come from. EcoSentinel makes that route inspectable: source material, explicit transformations, quality decisions and retrieved evidence. Our next evaluation needs expert-labelled relevance and answers, including cases where the system abstains unnecessarily.</a:t>
            </a:r>
          </a:p>
          <a:p xmlns:a="http://schemas.openxmlformats.org/drawingml/2006/main">
            <a:r>
              <a:t/>
            </a:r>
          </a:p>
          <a:p xmlns:a="http://schemas.openxmlformats.org/drawingml/2006/main">
            <a:r>
              <a:t>Project evidence: docs/final_report.md, docs/evidence/final_validation.json, docs/evidence/native_models.json; zone and Task guides in docs/. The diagrams describe implemented stages and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37aed7590a43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2fa598c4c347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35d637357e47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f8c189d3bc46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1cf18d9d724f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6bfde84a1d4b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AF2DB4-13FF-4392-AC04-DBA5AA2585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15F670-062F-425F-95EF-8547575FD5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EE5676-D3F9-4506-95CB-AFA4D7C5E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874D9D-63D8-4791-975B-B667C8CAD5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2A876C-3195-42FE-B78B-E618A38ACB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AFD8AF-4C15-4B24-8EB8-A1E30A06E8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43D8B4-5939-4CBF-8115-B0E84C3E212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E803EC-F1FD-4DFF-B6A8-40D84B9653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24D8C6-EEB9-4193-9EF9-19DED4C8BD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97194D-C563-44A2-9BDF-F39C4CF885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bf32f6251e4c3c" /><Relationship Type="http://schemas.openxmlformats.org/officeDocument/2006/relationships/slideLayout" Target="/ppt/slideLayouts/slideLayout1.xml" Id="Rbb7cb1b322ab4c81" /><Relationship Type="http://schemas.openxmlformats.org/officeDocument/2006/relationships/slideLayout" Target="/ppt/slideLayouts/slideLayout2.xml" Id="R5deb20c3a0464d32" /><Relationship Type="http://schemas.openxmlformats.org/officeDocument/2006/relationships/slideLayout" Target="/ppt/slideLayouts/slideLayout3.xml" Id="Rdf1b466afcc4489c" /><Relationship Type="http://schemas.openxmlformats.org/officeDocument/2006/relationships/slideLayout" Target="/ppt/slideLayouts/slideLayout4.xml" Id="R518410a48537498b" /><Relationship Type="http://schemas.openxmlformats.org/officeDocument/2006/relationships/slideLayout" Target="/ppt/slideLayouts/slideLayout5.xml" Id="R1f735ba0988949df" /><Relationship Type="http://schemas.openxmlformats.org/officeDocument/2006/relationships/slideLayout" Target="/ppt/slideLayouts/slideLayout6.xml" Id="R66118987589f4a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7cb1b322ab4c81"/>
    <p:sldLayoutId xmlns:r="http://schemas.openxmlformats.org/officeDocument/2006/relationships" id="2147483650" r:id="R5deb20c3a0464d32"/>
    <p:sldLayoutId xmlns:r="http://schemas.openxmlformats.org/officeDocument/2006/relationships" id="2147483651" r:id="Rdf1b466afcc4489c"/>
    <p:sldLayoutId xmlns:r="http://schemas.openxmlformats.org/officeDocument/2006/relationships" id="2147483652" r:id="R518410a48537498b"/>
    <p:sldLayoutId xmlns:r="http://schemas.openxmlformats.org/officeDocument/2006/relationships" id="2147483653" r:id="R1f735ba0988949df"/>
    <p:sldLayoutId xmlns:r="http://schemas.openxmlformats.org/officeDocument/2006/relationships" id="2147483654" r:id="R66118987589f4a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93c27868de49b8" /><Relationship Type="http://schemas.openxmlformats.org/officeDocument/2006/relationships/image" Target="/ppt/media/image.jpeg" Id="R3787f991dd0d4761" /><Relationship Type="http://schemas.openxmlformats.org/officeDocument/2006/relationships/notesSlide" Target="/ppt/notesSlides/notesSlide1.xml" Id="Rb2fc34cd3d9b4d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06c2ad0f2d4ffa" /><Relationship Type="http://schemas.openxmlformats.org/officeDocument/2006/relationships/image" Target="/ppt/media/image2.jpeg" Id="Re8528fa355aa4d29" /><Relationship Type="http://schemas.openxmlformats.org/officeDocument/2006/relationships/notesSlide" Target="/ppt/notesSlides/notesSlide2.xml" Id="R646dda70e77744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b09c92d9124a84" /><Relationship Type="http://schemas.openxmlformats.org/officeDocument/2006/relationships/notesSlide" Target="/ppt/notesSlides/notesSlide3.xml" Id="Re2f46e3c10bb4f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6682207019477c" /><Relationship Type="http://schemas.openxmlformats.org/officeDocument/2006/relationships/notesSlide" Target="/ppt/notesSlides/notesSlide4.xml" Id="Re0420ef2f7264e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03a3aa8bdd46c3" /><Relationship Type="http://schemas.openxmlformats.org/officeDocument/2006/relationships/notesSlide" Target="/ppt/notesSlides/notesSlide5.xml" Id="R9d89e48e87ed4b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f1ddcc8f374e54" /><Relationship Type="http://schemas.openxmlformats.org/officeDocument/2006/relationships/notesSlide" Target="/ppt/notesSlides/notesSlide6.xml" Id="Reefe1f0e6ae74c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661a4e6b354c19" /><Relationship Type="http://schemas.openxmlformats.org/officeDocument/2006/relationships/image" Target="/ppt/media/image3.jpeg" Id="R1747d70d4d6e4de0" /><Relationship Type="http://schemas.openxmlformats.org/officeDocument/2006/relationships/image" Target="/ppt/media/image4.jpeg" Id="R173948e9d4804ac3" /><Relationship Type="http://schemas.openxmlformats.org/officeDocument/2006/relationships/image" Target="/ppt/media/image5.jpeg" Id="Rcba26c7229d942df" /><Relationship Type="http://schemas.openxmlformats.org/officeDocument/2006/relationships/image" Target="/ppt/media/image6.jpeg" Id="R34553231ee294ff7" /><Relationship Type="http://schemas.openxmlformats.org/officeDocument/2006/relationships/image" Target="/ppt/media/image7.jpeg" Id="Rc616a2ad1b8d4d36" /><Relationship Type="http://schemas.openxmlformats.org/officeDocument/2006/relationships/image" Target="/ppt/media/image8.jpeg" Id="R1e58d2482a094717" /><Relationship Type="http://schemas.openxmlformats.org/officeDocument/2006/relationships/image" Target="/ppt/media/image9.jpeg" Id="R7e75a98d45dc4929" /><Relationship Type="http://schemas.openxmlformats.org/officeDocument/2006/relationships/image" Target="/ppt/media/image10.jpeg" Id="R63c76e6ee7964b9f" /><Relationship Type="http://schemas.openxmlformats.org/officeDocument/2006/relationships/notesSlide" Target="/ppt/notesSlides/notesSlide7.xml" Id="R82dc68b3c1d248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eb6d4dc78e49f3" /><Relationship Type="http://schemas.openxmlformats.org/officeDocument/2006/relationships/notesSlide" Target="/ppt/notesSlides/notesSlide8.xml" Id="Rb64b1d65d99540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692c7db4c094d5b" /><Relationship Type="http://schemas.openxmlformats.org/officeDocument/2006/relationships/notesSlide" Target="/ppt/notesSlides/notesSlide9.xml" Id="R620991181d704a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7d08ae8a5948b0" /><Relationship Type="http://schemas.openxmlformats.org/officeDocument/2006/relationships/image" Target="/ppt/media/image11.jpeg" Id="R62f7f6fe62a14e6c" /><Relationship Type="http://schemas.openxmlformats.org/officeDocument/2006/relationships/notesSlide" Target="/ppt/notesSlides/notesSlide10.xml" Id="Rfa2999d07d3b48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0e1d4018614d5a" /><Relationship Type="http://schemas.openxmlformats.org/officeDocument/2006/relationships/chart" Target="/ppt/slides/charts/chart1.xml" Id="R3369ab7335a34b70" /><Relationship Type="http://schemas.openxmlformats.org/officeDocument/2006/relationships/notesSlide" Target="/ppt/notesSlides/notesSlide11.xml" Id="R87b0e65d92c74b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73d102c25e4435" /><Relationship Type="http://schemas.openxmlformats.org/officeDocument/2006/relationships/chart" Target="/ppt/slides/charts/chart2.xml" Id="Rbc89eea4fe624d49" /><Relationship Type="http://schemas.openxmlformats.org/officeDocument/2006/relationships/notesSlide" Target="/ppt/notesSlides/notesSlide12.xml" Id="R5a1c3cf0b1204c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f60e7175ddc44f1" /><Relationship Type="http://schemas.openxmlformats.org/officeDocument/2006/relationships/notesSlide" Target="/ppt/notesSlides/notesSlide13.xml" Id="R7f71f1b5572f49c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72459d24364f3e" /><Relationship Type="http://schemas.openxmlformats.org/officeDocument/2006/relationships/notesSlide" Target="/ppt/notesSlides/notesSlide14.xml" Id="Rc352f08bfb8d46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26818f782d94e95" /><Relationship Type="http://schemas.openxmlformats.org/officeDocument/2006/relationships/notesSlide" Target="/ppt/notesSlides/notesSlide15.xml" Id="R1d826421ed284f4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151d99f46114043" /><Relationship Type="http://schemas.openxmlformats.org/officeDocument/2006/relationships/notesSlide" Target="/ppt/notesSlides/notesSlide16.xml" Id="R111b12c406e540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8ecc95bbd174bc3" /><Relationship Type="http://schemas.openxmlformats.org/officeDocument/2006/relationships/image" Target="/ppt/media/image12.jpeg" Id="Rd55131bc42484d23" /><Relationship Type="http://schemas.openxmlformats.org/officeDocument/2006/relationships/image" Target="/ppt/media/image13.jpeg" Id="R694b455080ed41ef" /><Relationship Type="http://schemas.openxmlformats.org/officeDocument/2006/relationships/image" Target="/ppt/media/image14.jpeg" Id="Ra8bd0016d7324e31" /><Relationship Type="http://schemas.openxmlformats.org/officeDocument/2006/relationships/notesSlide" Target="/ppt/notesSlides/notesSlide17.xml" Id="Rc87addf9e38c47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aa5f77d76b24cca" /><Relationship Type="http://schemas.openxmlformats.org/officeDocument/2006/relationships/image" Target="/ppt/media/image15.jpeg" Id="Ra1f96e35bad34c09" /><Relationship Type="http://schemas.openxmlformats.org/officeDocument/2006/relationships/notesSlide" Target="/ppt/notesSlides/notesSlide18.xml" Id="R0b5dd30b782242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c04a4cfc0d24ed4" /><Relationship Type="http://schemas.openxmlformats.org/officeDocument/2006/relationships/notesSlide" Target="/ppt/notesSlides/notesSlide19.xml" Id="R58c33b4f670a46b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fe9fbbee91e4da7" /><Relationship Type="http://schemas.openxmlformats.org/officeDocument/2006/relationships/image" Target="/ppt/media/image16.jpeg" Id="Rb16c61ebbfa2459a" /><Relationship Type="http://schemas.openxmlformats.org/officeDocument/2006/relationships/notesSlide" Target="/ppt/notesSlides/notesSlide20.xml" Id="R9ce289d371a24ac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8c3dca805694eba" /><Relationship Type="http://schemas.openxmlformats.org/officeDocument/2006/relationships/notesSlide" Target="/ppt/notesSlides/notesSlide21.xml" Id="Rc971194b5af84c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451656322f4663" /><Relationship Type="http://schemas.openxmlformats.org/officeDocument/2006/relationships/notesSlide" Target="/ppt/notesSlides/notesSlide22.xml" Id="R44d5dd10a6f044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3dcb574fea7445c" /><Relationship Type="http://schemas.openxmlformats.org/officeDocument/2006/relationships/notesSlide" Target="/ppt/notesSlides/notesSlide23.xml" Id="Rd17770975e7e43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3a9ba500a7e4031" /><Relationship Type="http://schemas.openxmlformats.org/officeDocument/2006/relationships/notesSlide" Target="/ppt/notesSlides/notesSlide24.xml" Id="R908f3cf580164f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Formatted</c:v>
          </c:tx>
          <c:spPr>
            <a:solidFill xmlns:a="http://schemas.openxmlformats.org/drawingml/2006/main">
              <a:srgbClr val="123B32"/>
            </a:solidFill>
          </c:spPr>
          <c:invertIfNegative val="0"/>
          <c:cat>
            <c:strRef>
              <c:f>'Chart Data'!$A$2:$A$11</c:f>
              <c:strCache>
                <c:ptCount val="10"/>
                <c:pt idx="0">
                  <c:v>Kingfisher</c:v>
                </c:pt>
                <c:pt idx="1">
                  <c:v>G. eagle</c:v>
                </c:pt>
                <c:pt idx="2">
                  <c:v>Eagle owl</c:v>
                </c:pt>
                <c:pt idx="3">
                  <c:v>Wolf</c:v>
                </c:pt>
                <c:pt idx="4">
                  <c:v>Red deer</c:v>
                </c:pt>
                <c:pt idx="5">
                  <c:v>Robin</c:v>
                </c:pt>
                <c:pt idx="6">
                  <c:v>I. lynx</c:v>
                </c:pt>
                <c:pt idx="7">
                  <c:v>Frog</c:v>
                </c:pt>
                <c:pt idx="8">
                  <c:v>Wild boar</c:v>
                </c:pt>
                <c:pt idx="9">
                  <c:v>O. lizard</c:v>
                </c:pt>
              </c:strCache>
            </c:strRef>
          </c:cat>
          <c:val>
            <c:numRef>
              <c:f>'Chart Data'!$B$2:$B$11</c:f>
              <c:numCache>
                <c:formatCode>0</c:formatCode>
                <c:ptCount val="10"/>
                <c:pt idx="0">
                  <c:v>10</c:v>
                </c:pt>
                <c:pt idx="1">
                  <c:v>10</c:v>
                </c:pt>
                <c:pt idx="2">
                  <c:v>10</c:v>
                </c:pt>
                <c:pt idx="3">
                  <c:v>10</c:v>
                </c:pt>
                <c:pt idx="4">
                  <c:v>10</c:v>
                </c:pt>
                <c:pt idx="5">
                  <c:v>10</c:v>
                </c:pt>
                <c:pt idx="6">
                  <c:v>10</c:v>
                </c:pt>
                <c:pt idx="7">
                  <c:v>10</c:v>
                </c:pt>
                <c:pt idx="8">
                  <c:v>10</c:v>
                </c:pt>
                <c:pt idx="9">
                  <c:v>10</c:v>
                </c:pt>
              </c:numCache>
            </c:numRef>
          </c:val>
        </c:ser>
        <c:ser>
          <c:idx val="1"/>
          <c:order val="1"/>
          <c:tx>
            <c:v>Trusted</c:v>
          </c:tx>
          <c:spPr>
            <a:solidFill xmlns:a="http://schemas.openxmlformats.org/drawingml/2006/main">
              <a:srgbClr val="B85D35"/>
            </a:solidFill>
          </c:spPr>
          <c:invertIfNegative val="0"/>
          <c:cat>
            <c:strRef>
              <c:f>'Chart Data'!$C$2:$C$11</c:f>
              <c:strCache>
                <c:ptCount val="10"/>
                <c:pt idx="0">
                  <c:v>Kingfisher</c:v>
                </c:pt>
                <c:pt idx="1">
                  <c:v>G. eagle</c:v>
                </c:pt>
                <c:pt idx="2">
                  <c:v>Eagle owl</c:v>
                </c:pt>
                <c:pt idx="3">
                  <c:v>Wolf</c:v>
                </c:pt>
                <c:pt idx="4">
                  <c:v>Red deer</c:v>
                </c:pt>
                <c:pt idx="5">
                  <c:v>Robin</c:v>
                </c:pt>
                <c:pt idx="6">
                  <c:v>I. lynx</c:v>
                </c:pt>
                <c:pt idx="7">
                  <c:v>Frog</c:v>
                </c:pt>
                <c:pt idx="8">
                  <c:v>Wild boar</c:v>
                </c:pt>
                <c:pt idx="9">
                  <c:v>O. lizard</c:v>
                </c:pt>
              </c:strCache>
            </c:strRef>
          </c:cat>
          <c:val>
            <c:numRef>
              <c:f>'Chart Data'!$D$2:$D$11</c:f>
              <c:numCache>
                <c:formatCode>0</c:formatCode>
                <c:ptCount val="10"/>
                <c:pt idx="0">
                  <c:v>10</c:v>
                </c:pt>
                <c:pt idx="1">
                  <c:v>10</c:v>
                </c:pt>
                <c:pt idx="2">
                  <c:v>10</c:v>
                </c:pt>
                <c:pt idx="3">
                  <c:v>10</c:v>
                </c:pt>
                <c:pt idx="4">
                  <c:v>10</c:v>
                </c:pt>
                <c:pt idx="5">
                  <c:v>10</c:v>
                </c:pt>
                <c:pt idx="6">
                  <c:v>10</c:v>
                </c:pt>
                <c:pt idx="7">
                  <c:v>10</c:v>
                </c:pt>
                <c:pt idx="8">
                  <c:v>10</c:v>
                </c:pt>
                <c:pt idx="9">
                  <c:v>10</c:v>
                </c:pt>
              </c:numCache>
            </c:numRef>
          </c:val>
        </c:ser>
        <c:dLbls>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2B5A4"/>
            </a:solidFill>
          </a:ln>
        </c:spPr>
        <c:txPr>
          <a:bodyPr xmlns:a="http://schemas.openxmlformats.org/drawingml/2006/main" anchorCtr="1"/>
          <a:lstStyle xmlns:a="http://schemas.openxmlformats.org/drawingml/2006/main"/>
          <a:p xmlns:a="http://schemas.openxmlformats.org/drawingml/2006/main">
            <a:pPr>
              <a:defRPr sz="1800">
                <a:solidFill>
                  <a:srgbClr val="123B32"/>
                </a:solidFill>
              </a:defRPr>
            </a:pPr>
          </a:p>
        </c:txPr>
        <c:crossAx val="48672768"/>
      </c:catAx>
      <c:valAx>
        <c:axId val="48672768"/>
        <c:scaling>
          <c:orientation val="minMax"/>
          <c:max val="12"/>
          <c:min val="0"/>
        </c:scaling>
        <c:delete val="0"/>
        <c:axPos val="l"/>
        <c:majorGridlines>
          <c:spPr>
            <a:ln xmlns:a="http://schemas.openxmlformats.org/drawingml/2006/main" w="5715">
              <a:solidFill>
                <a:srgbClr val="A2B5A4"/>
              </a:solidFill>
            </a:ln>
          </c:spPr>
        </c:majorGridlines>
        <c:title>
          <c:tx>
            <c:rich>
              <a:bodyPr xmlns:a="http://schemas.openxmlformats.org/drawingml/2006/main"/>
              <a:lstStyle xmlns:a="http://schemas.openxmlformats.org/drawingml/2006/main"/>
              <a:p xmlns:a="http://schemas.openxmlformats.org/drawingml/2006/main">
                <a:r>
                  <a:rPr sz="1875">
                    <a:solidFill>
                      <a:srgbClr val="123B32"/>
                    </a:solidFill>
                  </a:rPr>
                  <a:t>Images</a:t>
                </a:r>
              </a:p>
            </c:rich>
          </c:tx>
          <c:overlay val="0"/>
          <c:txPr>
            <a:bodyPr xmlns:a="http://schemas.openxmlformats.org/drawingml/2006/main" anchorCtr="1"/>
            <a:lstStyle xmlns:a="http://schemas.openxmlformats.org/drawingml/2006/main"/>
            <a:p xmlns:a="http://schemas.openxmlformats.org/drawingml/2006/main">
              <a:pPr>
                <a:defRPr sz="1875">
                  <a:solidFill>
                    <a:srgbClr val="123B32"/>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2675C"/>
                </a:solidFill>
              </a:defRPr>
            </a:pPr>
          </a:p>
        </c:txPr>
        <c:crossAx val="48650112"/>
        <c:crossBetween val="between"/>
        <c:majorUnit val="2"/>
      </c:valAx>
      <c:spPr>
        <a:solidFill xmlns:a="http://schemas.openxmlformats.org/drawingml/2006/main">
          <a:srgbClr val="F5F1E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950">
              <a:solidFill>
                <a:srgbClr val="123B32"/>
              </a:solidFill>
            </a:defRPr>
          </a:pPr>
        </a:p>
      </c:txPr>
    </c:legend>
    <c:plotVisOnly val="1"/>
  </c:chart>
  <c:spPr>
    <a:solidFill xmlns:a="http://schemas.openxmlformats.org/drawingml/2006/main">
      <a:srgbClr val="F5F1E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Formatted</c:v>
          </c:tx>
          <c:spPr>
            <a:solidFill xmlns:a="http://schemas.openxmlformats.org/drawingml/2006/main">
              <a:srgbClr val="123B32"/>
            </a:solidFill>
          </c:spPr>
          <c:invertIfNegative val="0"/>
          <c:cat>
            <c:strRef>
              <c:f>'Chart Data'!$A$2:$A$6</c:f>
              <c:strCache>
                <c:ptCount val="5"/>
                <c:pt idx="0">
                  <c:v>0–20</c:v>
                </c:pt>
                <c:pt idx="1">
                  <c:v>20–40</c:v>
                </c:pt>
                <c:pt idx="2">
                  <c:v>40–60</c:v>
                </c:pt>
                <c:pt idx="3">
                  <c:v>60–80</c:v>
                </c:pt>
                <c:pt idx="4">
                  <c:v>80–100</c:v>
                </c:pt>
              </c:strCache>
            </c:strRef>
          </c:cat>
          <c:val>
            <c:numRef>
              <c:f>'Chart Data'!$B$2:$B$6</c:f>
              <c:numCache>
                <c:formatCode>0</c:formatCode>
                <c:ptCount val="5"/>
                <c:pt idx="0">
                  <c:v>12</c:v>
                </c:pt>
                <c:pt idx="1">
                  <c:v>4</c:v>
                </c:pt>
                <c:pt idx="2">
                  <c:v>5</c:v>
                </c:pt>
                <c:pt idx="3">
                  <c:v>4</c:v>
                </c:pt>
                <c:pt idx="4">
                  <c:v>9</c:v>
                </c:pt>
              </c:numCache>
            </c:numRef>
          </c:val>
        </c:ser>
        <c:ser>
          <c:idx val="1"/>
          <c:order val="1"/>
          <c:tx>
            <c:v>Trusted</c:v>
          </c:tx>
          <c:spPr>
            <a:solidFill xmlns:a="http://schemas.openxmlformats.org/drawingml/2006/main">
              <a:srgbClr val="B85D35"/>
            </a:solidFill>
          </c:spPr>
          <c:invertIfNegative val="0"/>
          <c:cat>
            <c:strRef>
              <c:f>'Chart Data'!$C$2:$C$6</c:f>
              <c:strCache>
                <c:ptCount val="5"/>
                <c:pt idx="0">
                  <c:v>0–20</c:v>
                </c:pt>
                <c:pt idx="1">
                  <c:v>20–40</c:v>
                </c:pt>
                <c:pt idx="2">
                  <c:v>40–60</c:v>
                </c:pt>
                <c:pt idx="3">
                  <c:v>60–80</c:v>
                </c:pt>
                <c:pt idx="4">
                  <c:v>80–100</c:v>
                </c:pt>
              </c:strCache>
            </c:strRef>
          </c:cat>
          <c:val>
            <c:numRef>
              <c:f>'Chart Data'!$D$2:$D$6</c:f>
              <c:numCache>
                <c:formatCode>0</c:formatCode>
                <c:ptCount val="5"/>
                <c:pt idx="0">
                  <c:v>12</c:v>
                </c:pt>
                <c:pt idx="1">
                  <c:v>4</c:v>
                </c:pt>
                <c:pt idx="2">
                  <c:v>5</c:v>
                </c:pt>
                <c:pt idx="3">
                  <c:v>4</c:v>
                </c:pt>
                <c:pt idx="4">
                  <c:v>9</c:v>
                </c:pt>
              </c:numCache>
            </c:numRef>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23B32"/>
                    </a:solidFill>
                  </a:rPr>
                  <a:t>Low-energy windows (%)</a:t>
                </a:r>
              </a:p>
            </c:rich>
          </c:tx>
          <c:overlay val="0"/>
          <c:txPr>
            <a:bodyPr xmlns:a="http://schemas.openxmlformats.org/drawingml/2006/main" anchorCtr="1"/>
            <a:lstStyle xmlns:a="http://schemas.openxmlformats.org/drawingml/2006/main"/>
            <a:p xmlns:a="http://schemas.openxmlformats.org/drawingml/2006/main">
              <a:pPr>
                <a:defRPr sz="1800">
                  <a:solidFill>
                    <a:srgbClr val="123B32"/>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23B32"/>
                </a:solidFill>
              </a:defRPr>
            </a:pPr>
          </a:p>
        </c:txPr>
        <c:crossAx val="48672768"/>
      </c:catAx>
      <c:valAx>
        <c:axId val="48672768"/>
        <c:scaling>
          <c:orientation val="minMax"/>
          <c:max val="14"/>
          <c:min val="0"/>
        </c:scaling>
        <c:delete val="0"/>
        <c:axPos val="l"/>
        <c:majorGridlines>
          <c:spPr>
            <a:ln xmlns:a="http://schemas.openxmlformats.org/drawingml/2006/main" w="5715">
              <a:solidFill>
                <a:srgbClr val="A2B5A4"/>
              </a:solidFill>
            </a:ln>
          </c:spPr>
        </c:majorGridlines>
        <c:title>
          <c:tx>
            <c:rich>
              <a:bodyPr xmlns:a="http://schemas.openxmlformats.org/drawingml/2006/main"/>
              <a:lstStyle xmlns:a="http://schemas.openxmlformats.org/drawingml/2006/main"/>
              <a:p xmlns:a="http://schemas.openxmlformats.org/drawingml/2006/main">
                <a:r>
                  <a:rPr sz="1800">
                    <a:solidFill>
                      <a:srgbClr val="123B32"/>
                    </a:solidFill>
                  </a:rPr>
                  <a:t>Recordings</a:t>
                </a:r>
              </a:p>
            </c:rich>
          </c:tx>
          <c:overlay val="0"/>
          <c:txPr>
            <a:bodyPr xmlns:a="http://schemas.openxmlformats.org/drawingml/2006/main" anchorCtr="1"/>
            <a:lstStyle xmlns:a="http://schemas.openxmlformats.org/drawingml/2006/main"/>
            <a:p xmlns:a="http://schemas.openxmlformats.org/drawingml/2006/main">
              <a:pPr>
                <a:defRPr sz="1800">
                  <a:solidFill>
                    <a:srgbClr val="123B32"/>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2675C"/>
                </a:solidFill>
              </a:defRPr>
            </a:pPr>
          </a:p>
        </c:txPr>
        <c:crossAx val="48650112"/>
        <c:crossBetween val="between"/>
        <c:majorUnit val="2"/>
      </c:valAx>
      <c:spPr>
        <a:solidFill xmlns:a="http://schemas.openxmlformats.org/drawingml/2006/main">
          <a:srgbClr val="F5F1E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875">
              <a:solidFill>
                <a:srgbClr val="123B32"/>
              </a:solidFill>
            </a:defRPr>
          </a:pPr>
        </a:p>
      </c:txPr>
    </c:legend>
    <c:plotVisOnly val="1"/>
  </c:chart>
  <c:spPr>
    <a:solidFill xmlns:a="http://schemas.openxmlformats.org/drawingml/2006/main">
      <a:srgbClr val="F5F1E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B3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05AC79-4D09-4962-8B68-6D72E8D608F1}"/>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5D2"/>
                </a:solidFill>
              </a:defRPr>
            </a:defPPr>
            <a:lvl1pPr>
              <a:buNone/>
              <a:defRPr sz="1425" b="0">
                <a:solidFill>
                  <a:srgbClr val="DCE5D2"/>
                </a:solidFill>
              </a:defRPr>
            </a:lvl1pPr>
            <a:lvl2pPr>
              <a:buNone/>
              <a:defRPr sz="1425" b="0">
                <a:solidFill>
                  <a:srgbClr val="DCE5D2"/>
                </a:solidFill>
              </a:defRPr>
            </a:lvl2pPr>
            <a:lvl3pPr>
              <a:buNone/>
              <a:defRPr sz="1425" b="0">
                <a:solidFill>
                  <a:srgbClr val="DCE5D2"/>
                </a:solidFill>
              </a:defRPr>
            </a:lvl3pPr>
            <a:lvl4pPr>
              <a:buNone/>
              <a:defRPr sz="1425" b="0">
                <a:solidFill>
                  <a:srgbClr val="DCE5D2"/>
                </a:solidFill>
              </a:defRPr>
            </a:lvl4pPr>
            <a:lvl5pPr>
              <a:buNone/>
              <a:defRPr sz="1425" b="0">
                <a:solidFill>
                  <a:srgbClr val="DCE5D2"/>
                </a:solidFill>
              </a:defRPr>
            </a:lvl5pPr>
            <a:lvl6pPr>
              <a:buNone/>
              <a:defRPr sz="1425" b="0">
                <a:solidFill>
                  <a:srgbClr val="DCE5D2"/>
                </a:solidFill>
              </a:defRPr>
            </a:lvl6pPr>
            <a:lvl7pPr>
              <a:buNone/>
              <a:defRPr sz="1425" b="0">
                <a:solidFill>
                  <a:srgbClr val="DCE5D2"/>
                </a:solidFill>
              </a:defRPr>
            </a:lvl7pPr>
            <a:lvl8pPr>
              <a:buNone/>
              <a:defRPr sz="1425" b="0">
                <a:solidFill>
                  <a:srgbClr val="DCE5D2"/>
                </a:solidFill>
              </a:defRPr>
            </a:lvl8pPr>
            <a:lvl9pPr>
              <a:buNone/>
              <a:defRPr sz="1425" b="0">
                <a:solidFill>
                  <a:srgbClr val="DCE5D2"/>
                </a:solidFill>
              </a:defRPr>
            </a:lvl9pPr>
          </a:lstStyle>
          <a:p xmlns:a="http://schemas.openxmlformats.org/drawingml/2006/main">
            <a:pPr>
              <a:buNone/>
              <a:defRPr sz="1425" b="0">
                <a:solidFill>
                  <a:srgbClr val="DCE5D2"/>
                </a:solidFill>
              </a:defRPr>
            </a:pPr>
            <a:r>
              <a:rPr sz="1425" b="0">
                <a:solidFill>
                  <a:srgbClr val="DCE5D2"/>
                </a:solidFill>
              </a:rPr>
              <a:t>01</a:t>
            </a:r>
          </a:p>
        </p:txBody>
      </p:sp>
      <p:pic>
        <p:nvPicPr>
          <p:cNvPr id="2" name="">
            <a:extLst xmlns:a="http://schemas.openxmlformats.org/drawingml/2006/main">
              <a:ext uri="{FF2B5EF4-FFF2-40B4-BE49-F238E27FC236}">
                <a16:creationId xmlns:a16="http://schemas.microsoft.com/office/drawing/2014/main" id="{50EE8B64-C09A-4E6B-BBC6-3A60E7C0C063}"/>
              </a:ext>
            </a:extLst>
          </p:cNvPr>
          <p:cNvPicPr>
            <a:picLocks xmlns:a="http://schemas.openxmlformats.org/drawingml/2006/main" noChangeAspect="1"/>
          </p:cNvPicPr>
          <p:nvPr/>
        </p:nvPicPr>
        <p:blipFill>
          <a:blip xmlns:r="http://schemas.openxmlformats.org/officeDocument/2006/relationships" xmlns:a="http://schemas.openxmlformats.org/drawingml/2006/main" r:embed="R3787f991dd0d4761"/>
          <a:srcRect xmlns:a="http://schemas.openxmlformats.org/drawingml/2006/main" l="1194" t="0" r="1194" b="0"/>
          <a:stretch xmlns:a="http://schemas.openxmlformats.org/drawingml/2006/main">
            <a:fillRect l="0" t="0" r="0" b="0"/>
          </a:stretch>
        </p:blipFill>
        <p:spPr>
          <a:xfrm xmlns:a="http://schemas.openxmlformats.org/drawingml/2006/main">
            <a:off x="7677150" y="0"/>
            <a:ext cx="45148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FF1ACC-50A2-4348-9F39-F3473387486F}"/>
              </a:ext>
            </a:extLst>
          </p:cNvPr>
          <p:cNvSpPr>
            <a:spLocks xmlns:a="http://schemas.openxmlformats.org/drawingml/2006/main" noGrp="1"/>
          </p:cNvSpPr>
          <p:nvPr/>
        </p:nvSpPr>
        <p:spPr>
          <a:xfrm xmlns:a="http://schemas.openxmlformats.org/drawingml/2006/main">
            <a:off x="571500" y="1219200"/>
            <a:ext cx="700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900" b="1">
                <a:solidFill>
                  <a:srgbClr val="F5F1E7"/>
                </a:solidFill>
              </a:defRPr>
            </a:defPPr>
            <a:lvl1pPr>
              <a:buNone/>
              <a:defRPr sz="6900" b="1">
                <a:solidFill>
                  <a:srgbClr val="F5F1E7"/>
                </a:solidFill>
              </a:defRPr>
            </a:lvl1pPr>
            <a:lvl2pPr>
              <a:buNone/>
              <a:defRPr sz="6900" b="1">
                <a:solidFill>
                  <a:srgbClr val="F5F1E7"/>
                </a:solidFill>
              </a:defRPr>
            </a:lvl2pPr>
            <a:lvl3pPr>
              <a:buNone/>
              <a:defRPr sz="6900" b="1">
                <a:solidFill>
                  <a:srgbClr val="F5F1E7"/>
                </a:solidFill>
              </a:defRPr>
            </a:lvl3pPr>
            <a:lvl4pPr>
              <a:buNone/>
              <a:defRPr sz="6900" b="1">
                <a:solidFill>
                  <a:srgbClr val="F5F1E7"/>
                </a:solidFill>
              </a:defRPr>
            </a:lvl4pPr>
            <a:lvl5pPr>
              <a:buNone/>
              <a:defRPr sz="6900" b="1">
                <a:solidFill>
                  <a:srgbClr val="F5F1E7"/>
                </a:solidFill>
              </a:defRPr>
            </a:lvl5pPr>
            <a:lvl6pPr>
              <a:buNone/>
              <a:defRPr sz="6900" b="1">
                <a:solidFill>
                  <a:srgbClr val="F5F1E7"/>
                </a:solidFill>
              </a:defRPr>
            </a:lvl6pPr>
            <a:lvl7pPr>
              <a:buNone/>
              <a:defRPr sz="6900" b="1">
                <a:solidFill>
                  <a:srgbClr val="F5F1E7"/>
                </a:solidFill>
              </a:defRPr>
            </a:lvl7pPr>
            <a:lvl8pPr>
              <a:buNone/>
              <a:defRPr sz="6900" b="1">
                <a:solidFill>
                  <a:srgbClr val="F5F1E7"/>
                </a:solidFill>
              </a:defRPr>
            </a:lvl8pPr>
            <a:lvl9pPr>
              <a:buNone/>
              <a:defRPr sz="6900" b="1">
                <a:solidFill>
                  <a:srgbClr val="F5F1E7"/>
                </a:solidFill>
              </a:defRPr>
            </a:lvl9pPr>
          </a:lstStyle>
          <a:p xmlns:a="http://schemas.openxmlformats.org/drawingml/2006/main">
            <a:pPr>
              <a:buNone/>
              <a:defRPr sz="6900" b="1">
                <a:solidFill>
                  <a:srgbClr val="F5F1E7"/>
                </a:solidFill>
              </a:defRPr>
            </a:pPr>
            <a:r>
              <a:rPr sz="6900" b="1">
                <a:solidFill>
                  <a:srgbClr val="F5F1E7"/>
                </a:solidFill>
              </a:rPr>
              <a:t>EcoSentinel</a:t>
            </a:r>
          </a:p>
        </p:txBody>
      </p:sp>
      <p:sp>
        <p:nvSpPr>
          <p:cNvPr id="4" name="">
            <a:extLst xmlns:a="http://schemas.openxmlformats.org/drawingml/2006/main">
              <a:ext uri="{FF2B5EF4-FFF2-40B4-BE49-F238E27FC236}">
                <a16:creationId xmlns:a16="http://schemas.microsoft.com/office/drawing/2014/main" id="{F884DDEB-97F8-46C4-B242-558606F0EF97}"/>
              </a:ext>
            </a:extLst>
          </p:cNvPr>
          <p:cNvSpPr>
            <a:spLocks xmlns:a="http://schemas.openxmlformats.org/drawingml/2006/main" noGrp="1"/>
          </p:cNvSpPr>
          <p:nvPr/>
        </p:nvSpPr>
        <p:spPr>
          <a:xfrm xmlns:a="http://schemas.openxmlformats.org/drawingml/2006/main">
            <a:off x="619125" y="2876550"/>
            <a:ext cx="666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F5F1E7"/>
                </a:solidFill>
              </a:defRPr>
            </a:defPPr>
            <a:lvl1pPr>
              <a:buNone/>
              <a:defRPr sz="3975" b="0">
                <a:solidFill>
                  <a:srgbClr val="F5F1E7"/>
                </a:solidFill>
              </a:defRPr>
            </a:lvl1pPr>
            <a:lvl2pPr>
              <a:buNone/>
              <a:defRPr sz="3975" b="0">
                <a:solidFill>
                  <a:srgbClr val="F5F1E7"/>
                </a:solidFill>
              </a:defRPr>
            </a:lvl2pPr>
            <a:lvl3pPr>
              <a:buNone/>
              <a:defRPr sz="3975" b="0">
                <a:solidFill>
                  <a:srgbClr val="F5F1E7"/>
                </a:solidFill>
              </a:defRPr>
            </a:lvl3pPr>
            <a:lvl4pPr>
              <a:buNone/>
              <a:defRPr sz="3975" b="0">
                <a:solidFill>
                  <a:srgbClr val="F5F1E7"/>
                </a:solidFill>
              </a:defRPr>
            </a:lvl4pPr>
            <a:lvl5pPr>
              <a:buNone/>
              <a:defRPr sz="3975" b="0">
                <a:solidFill>
                  <a:srgbClr val="F5F1E7"/>
                </a:solidFill>
              </a:defRPr>
            </a:lvl5pPr>
            <a:lvl6pPr>
              <a:buNone/>
              <a:defRPr sz="3975" b="0">
                <a:solidFill>
                  <a:srgbClr val="F5F1E7"/>
                </a:solidFill>
              </a:defRPr>
            </a:lvl6pPr>
            <a:lvl7pPr>
              <a:buNone/>
              <a:defRPr sz="3975" b="0">
                <a:solidFill>
                  <a:srgbClr val="F5F1E7"/>
                </a:solidFill>
              </a:defRPr>
            </a:lvl7pPr>
            <a:lvl8pPr>
              <a:buNone/>
              <a:defRPr sz="3975" b="0">
                <a:solidFill>
                  <a:srgbClr val="F5F1E7"/>
                </a:solidFill>
              </a:defRPr>
            </a:lvl8pPr>
            <a:lvl9pPr>
              <a:buNone/>
              <a:defRPr sz="3975" b="0">
                <a:solidFill>
                  <a:srgbClr val="F5F1E7"/>
                </a:solidFill>
              </a:defRPr>
            </a:lvl9pPr>
          </a:lstStyle>
          <a:p xmlns:a="http://schemas.openxmlformats.org/drawingml/2006/main">
            <a:pPr>
              <a:buNone/>
              <a:defRPr sz="3675" b="0">
                <a:solidFill>
                  <a:srgbClr val="F5F1E7"/>
                </a:solidFill>
              </a:defRPr>
            </a:pPr>
            <a:r>
              <a:rPr sz="3675" b="0">
                <a:solidFill>
                  <a:srgbClr val="F5F1E7"/>
                </a:solidFill>
              </a:rPr>
              <a:t>Where does the</a:t>
            </a:r>
          </a:p>
          <a:p xmlns:a="http://schemas.openxmlformats.org/drawingml/2006/main">
            <a:pPr>
              <a:buNone/>
              <a:defRPr sz="3675" b="0">
                <a:solidFill>
                  <a:srgbClr val="F5F1E7"/>
                </a:solidFill>
              </a:defRPr>
            </a:pPr>
            <a:r>
              <a:rPr sz="3675" b="0">
                <a:solidFill>
                  <a:srgbClr val="F5F1E7"/>
                </a:solidFill>
              </a:rPr>
              <a:t>answer come from?</a:t>
            </a:r>
          </a:p>
        </p:txBody>
      </p:sp>
      <p:sp>
        <p:nvSpPr>
          <p:cNvPr id="5" name="">
            <a:extLst xmlns:a="http://schemas.openxmlformats.org/drawingml/2006/main">
              <a:ext uri="{FF2B5EF4-FFF2-40B4-BE49-F238E27FC236}">
                <a16:creationId xmlns:a16="http://schemas.microsoft.com/office/drawing/2014/main" id="{CA31A42C-3697-4F36-9E01-A5BB7B49E3B7}"/>
              </a:ext>
            </a:extLst>
          </p:cNvPr>
          <p:cNvSpPr>
            <a:spLocks xmlns:a="http://schemas.openxmlformats.org/drawingml/2006/main" noGrp="1"/>
          </p:cNvSpPr>
          <p:nvPr/>
        </p:nvSpPr>
        <p:spPr>
          <a:xfrm xmlns:a="http://schemas.openxmlformats.org/drawingml/2006/main">
            <a:off x="619125" y="5314950"/>
            <a:ext cx="681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5F1E7"/>
                </a:solidFill>
              </a:defRPr>
            </a:defPPr>
            <a:lvl1pPr>
              <a:buNone/>
              <a:defRPr sz="2100" b="0">
                <a:solidFill>
                  <a:srgbClr val="F5F1E7"/>
                </a:solidFill>
              </a:defRPr>
            </a:lvl1pPr>
            <a:lvl2pPr>
              <a:buNone/>
              <a:defRPr sz="2100" b="0">
                <a:solidFill>
                  <a:srgbClr val="F5F1E7"/>
                </a:solidFill>
              </a:defRPr>
            </a:lvl2pPr>
            <a:lvl3pPr>
              <a:buNone/>
              <a:defRPr sz="2100" b="0">
                <a:solidFill>
                  <a:srgbClr val="F5F1E7"/>
                </a:solidFill>
              </a:defRPr>
            </a:lvl3pPr>
            <a:lvl4pPr>
              <a:buNone/>
              <a:defRPr sz="2100" b="0">
                <a:solidFill>
                  <a:srgbClr val="F5F1E7"/>
                </a:solidFill>
              </a:defRPr>
            </a:lvl4pPr>
            <a:lvl5pPr>
              <a:buNone/>
              <a:defRPr sz="2100" b="0">
                <a:solidFill>
                  <a:srgbClr val="F5F1E7"/>
                </a:solidFill>
              </a:defRPr>
            </a:lvl5pPr>
            <a:lvl6pPr>
              <a:buNone/>
              <a:defRPr sz="2100" b="0">
                <a:solidFill>
                  <a:srgbClr val="F5F1E7"/>
                </a:solidFill>
              </a:defRPr>
            </a:lvl6pPr>
            <a:lvl7pPr>
              <a:buNone/>
              <a:defRPr sz="2100" b="0">
                <a:solidFill>
                  <a:srgbClr val="F5F1E7"/>
                </a:solidFill>
              </a:defRPr>
            </a:lvl7pPr>
            <a:lvl8pPr>
              <a:buNone/>
              <a:defRPr sz="2100" b="0">
                <a:solidFill>
                  <a:srgbClr val="F5F1E7"/>
                </a:solidFill>
              </a:defRPr>
            </a:lvl8pPr>
            <a:lvl9pPr>
              <a:buNone/>
              <a:defRPr sz="2100" b="0">
                <a:solidFill>
                  <a:srgbClr val="F5F1E7"/>
                </a:solidFill>
              </a:defRPr>
            </a:lvl9pPr>
          </a:lstStyle>
          <a:p xmlns:a="http://schemas.openxmlformats.org/drawingml/2006/main">
            <a:pPr>
              <a:buNone/>
              <a:defRPr sz="2100" b="0">
                <a:solidFill>
                  <a:srgbClr val="F5F1E7"/>
                </a:solidFill>
              </a:defRPr>
            </a:pPr>
            <a:r>
              <a:rPr sz="2100" b="0">
                <a:solidFill>
                  <a:srgbClr val="F5F1E7"/>
                </a:solidFill>
              </a:rPr>
              <a:t>Mario Rodrigo · Sambhav · Wassim</a:t>
            </a:r>
          </a:p>
        </p:txBody>
      </p:sp>
      <p:sp>
        <p:nvSpPr>
          <p:cNvPr id="6" name="">
            <a:extLst xmlns:a="http://schemas.openxmlformats.org/drawingml/2006/main">
              <a:ext uri="{FF2B5EF4-FFF2-40B4-BE49-F238E27FC236}">
                <a16:creationId xmlns:a16="http://schemas.microsoft.com/office/drawing/2014/main" id="{2414A76A-A067-44BA-B590-C2D40038BDE1}"/>
              </a:ext>
            </a:extLst>
          </p:cNvPr>
          <p:cNvSpPr>
            <a:spLocks xmlns:a="http://schemas.openxmlformats.org/drawingml/2006/main" noGrp="1"/>
          </p:cNvSpPr>
          <p:nvPr/>
        </p:nvSpPr>
        <p:spPr>
          <a:xfrm xmlns:a="http://schemas.openxmlformats.org/drawingml/2006/main">
            <a:off x="619125" y="5905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5D2"/>
                </a:solidFill>
              </a:defRPr>
            </a:defPPr>
            <a:lvl1pPr>
              <a:buNone/>
              <a:defRPr sz="1800" b="0">
                <a:solidFill>
                  <a:srgbClr val="DCE5D2"/>
                </a:solidFill>
              </a:defRPr>
            </a:lvl1pPr>
            <a:lvl2pPr>
              <a:buNone/>
              <a:defRPr sz="1800" b="0">
                <a:solidFill>
                  <a:srgbClr val="DCE5D2"/>
                </a:solidFill>
              </a:defRPr>
            </a:lvl2pPr>
            <a:lvl3pPr>
              <a:buNone/>
              <a:defRPr sz="1800" b="0">
                <a:solidFill>
                  <a:srgbClr val="DCE5D2"/>
                </a:solidFill>
              </a:defRPr>
            </a:lvl3pPr>
            <a:lvl4pPr>
              <a:buNone/>
              <a:defRPr sz="1800" b="0">
                <a:solidFill>
                  <a:srgbClr val="DCE5D2"/>
                </a:solidFill>
              </a:defRPr>
            </a:lvl4pPr>
            <a:lvl5pPr>
              <a:buNone/>
              <a:defRPr sz="1800" b="0">
                <a:solidFill>
                  <a:srgbClr val="DCE5D2"/>
                </a:solidFill>
              </a:defRPr>
            </a:lvl5pPr>
            <a:lvl6pPr>
              <a:buNone/>
              <a:defRPr sz="1800" b="0">
                <a:solidFill>
                  <a:srgbClr val="DCE5D2"/>
                </a:solidFill>
              </a:defRPr>
            </a:lvl6pPr>
            <a:lvl7pPr>
              <a:buNone/>
              <a:defRPr sz="1800" b="0">
                <a:solidFill>
                  <a:srgbClr val="DCE5D2"/>
                </a:solidFill>
              </a:defRPr>
            </a:lvl7pPr>
            <a:lvl8pPr>
              <a:buNone/>
              <a:defRPr sz="1800" b="0">
                <a:solidFill>
                  <a:srgbClr val="DCE5D2"/>
                </a:solidFill>
              </a:defRPr>
            </a:lvl8pPr>
            <a:lvl9pPr>
              <a:buNone/>
              <a:defRPr sz="1800" b="0">
                <a:solidFill>
                  <a:srgbClr val="DCE5D2"/>
                </a:solidFill>
              </a:defRPr>
            </a:lvl9pPr>
          </a:lstStyle>
          <a:p xmlns:a="http://schemas.openxmlformats.org/drawingml/2006/main">
            <a:pPr>
              <a:buNone/>
              <a:defRPr sz="1800" b="0">
                <a:solidFill>
                  <a:srgbClr val="DCE5D2"/>
                </a:solidFill>
              </a:defRPr>
            </a:pPr>
            <a:r>
              <a:rPr sz="1800" b="0">
                <a:solidFill>
                  <a:srgbClr val="DCE5D2"/>
                </a:solidFill>
              </a:rPr>
              <a:t>ADSDB P1 / UPC</a:t>
            </a:r>
          </a:p>
        </p:txBody>
      </p:sp>
      <p:sp>
        <p:nvSpPr>
          <p:cNvPr id="7" name="">
            <a:extLst xmlns:a="http://schemas.openxmlformats.org/drawingml/2006/main">
              <a:ext uri="{FF2B5EF4-FFF2-40B4-BE49-F238E27FC236}">
                <a16:creationId xmlns:a16="http://schemas.microsoft.com/office/drawing/2014/main" id="{ABBC7CE2-289E-4BB4-AC5B-1FA798A3EC62}"/>
              </a:ext>
            </a:extLst>
          </p:cNvPr>
          <p:cNvSpPr>
            <a:spLocks xmlns:a="http://schemas.openxmlformats.org/drawingml/2006/main" noGrp="1"/>
          </p:cNvSpPr>
          <p:nvPr/>
        </p:nvSpPr>
        <p:spPr>
          <a:xfrm xmlns:a="http://schemas.openxmlformats.org/drawingml/2006/main">
            <a:off x="619125" y="6334125"/>
            <a:ext cx="690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5D2"/>
                </a:solidFill>
              </a:defRPr>
            </a:defPPr>
            <a:lvl1pPr>
              <a:buNone/>
              <a:defRPr sz="1425" b="0">
                <a:solidFill>
                  <a:srgbClr val="DCE5D2"/>
                </a:solidFill>
              </a:defRPr>
            </a:lvl1pPr>
            <a:lvl2pPr>
              <a:buNone/>
              <a:defRPr sz="1425" b="0">
                <a:solidFill>
                  <a:srgbClr val="DCE5D2"/>
                </a:solidFill>
              </a:defRPr>
            </a:lvl2pPr>
            <a:lvl3pPr>
              <a:buNone/>
              <a:defRPr sz="1425" b="0">
                <a:solidFill>
                  <a:srgbClr val="DCE5D2"/>
                </a:solidFill>
              </a:defRPr>
            </a:lvl3pPr>
            <a:lvl4pPr>
              <a:buNone/>
              <a:defRPr sz="1425" b="0">
                <a:solidFill>
                  <a:srgbClr val="DCE5D2"/>
                </a:solidFill>
              </a:defRPr>
            </a:lvl4pPr>
            <a:lvl5pPr>
              <a:buNone/>
              <a:defRPr sz="1425" b="0">
                <a:solidFill>
                  <a:srgbClr val="DCE5D2"/>
                </a:solidFill>
              </a:defRPr>
            </a:lvl5pPr>
            <a:lvl6pPr>
              <a:buNone/>
              <a:defRPr sz="1425" b="0">
                <a:solidFill>
                  <a:srgbClr val="DCE5D2"/>
                </a:solidFill>
              </a:defRPr>
            </a:lvl6pPr>
            <a:lvl7pPr>
              <a:buNone/>
              <a:defRPr sz="1425" b="0">
                <a:solidFill>
                  <a:srgbClr val="DCE5D2"/>
                </a:solidFill>
              </a:defRPr>
            </a:lvl7pPr>
            <a:lvl8pPr>
              <a:buNone/>
              <a:defRPr sz="1425" b="0">
                <a:solidFill>
                  <a:srgbClr val="DCE5D2"/>
                </a:solidFill>
              </a:defRPr>
            </a:lvl8pPr>
            <a:lvl9pPr>
              <a:buNone/>
              <a:defRPr sz="1425" b="0">
                <a:solidFill>
                  <a:srgbClr val="DCE5D2"/>
                </a:solidFill>
              </a:defRPr>
            </a:lvl9pPr>
          </a:lstStyle>
          <a:p xmlns:a="http://schemas.openxmlformats.org/drawingml/2006/main">
            <a:pPr>
              <a:buNone/>
              <a:defRPr sz="1425" b="0">
                <a:solidFill>
                  <a:srgbClr val="DCE5D2"/>
                </a:solidFill>
              </a:defRPr>
            </a:pPr>
            <a:r>
              <a:rPr sz="1425" b="0">
                <a:solidFill>
                  <a:srgbClr val="DCE5D2"/>
                </a:solidFill>
              </a:rPr>
              <a:t>Photo: lynxexsitu.es / CC BY 3.0 es</a:t>
            </a:r>
          </a:p>
        </p:txBody>
      </p:sp>
    </p:spTree>
    <p:extLst>
      <p:ext uri="{BB962C8B-B14F-4D97-AF65-F5344CB8AC3E}">
        <p14:creationId xmlns:p14="http://schemas.microsoft.com/office/powerpoint/2010/main" val="699180881"/>
      </p:ext>
    </p:extLst>
  </p:cSld>
</p:sld>
</file>

<file path=ppt/slides/slide2.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E60DD2-83A9-4F56-A2A4-D401553A2C4F}"/>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A photograph starts the investigation</a:t>
            </a:r>
          </a:p>
        </p:txBody>
      </p:sp>
      <p:sp>
        <p:nvSpPr>
          <p:cNvPr id="2" name="">
            <a:extLst xmlns:a="http://schemas.openxmlformats.org/drawingml/2006/main">
              <a:ext uri="{FF2B5EF4-FFF2-40B4-BE49-F238E27FC236}">
                <a16:creationId xmlns:a16="http://schemas.microsoft.com/office/drawing/2014/main" id="{9F3722B3-B971-4491-9490-6636DE240B5F}"/>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02</a:t>
            </a:r>
          </a:p>
        </p:txBody>
      </p:sp>
      <p:pic>
        <p:nvPicPr>
          <p:cNvPr id="3" name="">
            <a:extLst xmlns:a="http://schemas.openxmlformats.org/drawingml/2006/main">
              <a:ext uri="{FF2B5EF4-FFF2-40B4-BE49-F238E27FC236}">
                <a16:creationId xmlns:a16="http://schemas.microsoft.com/office/drawing/2014/main" id="{81956549-1CE5-4D4B-B302-3E76A6C64E45}"/>
              </a:ext>
            </a:extLst>
          </p:cNvPr>
          <p:cNvPicPr>
            <a:picLocks xmlns:a="http://schemas.openxmlformats.org/drawingml/2006/main" noChangeAspect="1"/>
          </p:cNvPicPr>
          <p:nvPr/>
        </p:nvPicPr>
        <p:blipFill>
          <a:blip xmlns:r="http://schemas.openxmlformats.org/officeDocument/2006/relationships" xmlns:a="http://schemas.openxmlformats.org/drawingml/2006/main" r:embed="Re8528fa355aa4d29"/>
          <a:stretch xmlns:a="http://schemas.openxmlformats.org/drawingml/2006/main"/>
        </p:blipFill>
        <p:spPr>
          <a:xfrm xmlns:a="http://schemas.openxmlformats.org/drawingml/2006/main">
            <a:off x="6148388" y="1762125"/>
            <a:ext cx="5514975" cy="3676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C3AA5B-54F0-4E77-989E-4B3299F90996}"/>
              </a:ext>
            </a:extLst>
          </p:cNvPr>
          <p:cNvSpPr>
            <a:spLocks xmlns:a="http://schemas.openxmlformats.org/drawingml/2006/main" noGrp="1"/>
          </p:cNvSpPr>
          <p:nvPr/>
        </p:nvSpPr>
        <p:spPr>
          <a:xfrm xmlns:a="http://schemas.openxmlformats.org/drawingml/2006/main">
            <a:off x="609600" y="2085975"/>
            <a:ext cx="5524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23B32"/>
                </a:solidFill>
              </a:defRPr>
            </a:defPPr>
            <a:lvl1pPr>
              <a:buNone/>
              <a:defRPr sz="3600" b="1">
                <a:solidFill>
                  <a:srgbClr val="123B32"/>
                </a:solidFill>
              </a:defRPr>
            </a:lvl1pPr>
            <a:lvl2pPr>
              <a:buNone/>
              <a:defRPr sz="3600" b="1">
                <a:solidFill>
                  <a:srgbClr val="123B32"/>
                </a:solidFill>
              </a:defRPr>
            </a:lvl2pPr>
            <a:lvl3pPr>
              <a:buNone/>
              <a:defRPr sz="3600" b="1">
                <a:solidFill>
                  <a:srgbClr val="123B32"/>
                </a:solidFill>
              </a:defRPr>
            </a:lvl3pPr>
            <a:lvl4pPr>
              <a:buNone/>
              <a:defRPr sz="3600" b="1">
                <a:solidFill>
                  <a:srgbClr val="123B32"/>
                </a:solidFill>
              </a:defRPr>
            </a:lvl4pPr>
            <a:lvl5pPr>
              <a:buNone/>
              <a:defRPr sz="3600" b="1">
                <a:solidFill>
                  <a:srgbClr val="123B32"/>
                </a:solidFill>
              </a:defRPr>
            </a:lvl5pPr>
            <a:lvl6pPr>
              <a:buNone/>
              <a:defRPr sz="3600" b="1">
                <a:solidFill>
                  <a:srgbClr val="123B32"/>
                </a:solidFill>
              </a:defRPr>
            </a:lvl6pPr>
            <a:lvl7pPr>
              <a:buNone/>
              <a:defRPr sz="3600" b="1">
                <a:solidFill>
                  <a:srgbClr val="123B32"/>
                </a:solidFill>
              </a:defRPr>
            </a:lvl7pPr>
            <a:lvl8pPr>
              <a:buNone/>
              <a:defRPr sz="3600" b="1">
                <a:solidFill>
                  <a:srgbClr val="123B32"/>
                </a:solidFill>
              </a:defRPr>
            </a:lvl8pPr>
            <a:lvl9pPr>
              <a:buNone/>
              <a:defRPr sz="3600" b="1">
                <a:solidFill>
                  <a:srgbClr val="123B32"/>
                </a:solidFill>
              </a:defRPr>
            </a:lvl9pPr>
          </a:lstStyle>
          <a:p xmlns:a="http://schemas.openxmlformats.org/drawingml/2006/main">
            <a:pPr>
              <a:buNone/>
              <a:defRPr sz="3600" b="1">
                <a:solidFill>
                  <a:srgbClr val="123B32"/>
                </a:solidFill>
              </a:defRPr>
            </a:pPr>
            <a:r>
              <a:rPr sz="3600" b="1">
                <a:solidFill>
                  <a:srgbClr val="123B32"/>
                </a:solidFill>
              </a:rPr>
              <a:t>“What can help me</a:t>
            </a:r>
          </a:p>
          <a:p xmlns:a="http://schemas.openxmlformats.org/drawingml/2006/main">
            <a:pPr>
              <a:buNone/>
              <a:defRPr sz="3600" b="1">
                <a:solidFill>
                  <a:srgbClr val="123B32"/>
                </a:solidFill>
              </a:defRPr>
            </a:pPr>
            <a:r>
              <a:rPr sz="3600" b="1">
                <a:solidFill>
                  <a:srgbClr val="123B32"/>
                </a:solidFill>
              </a:rPr>
              <a:t>understand this</a:t>
            </a:r>
          </a:p>
          <a:p xmlns:a="http://schemas.openxmlformats.org/drawingml/2006/main">
            <a:pPr>
              <a:buNone/>
              <a:defRPr sz="3600" b="1">
                <a:solidFill>
                  <a:srgbClr val="123B32"/>
                </a:solidFill>
              </a:defRPr>
            </a:pPr>
            <a:r>
              <a:rPr sz="3600" b="1">
                <a:solidFill>
                  <a:srgbClr val="123B32"/>
                </a:solidFill>
              </a:rPr>
              <a:t>photograph?”</a:t>
            </a:r>
          </a:p>
        </p:txBody>
      </p:sp>
      <p:sp>
        <p:nvSpPr>
          <p:cNvPr id="5" name="">
            <a:extLst xmlns:a="http://schemas.openxmlformats.org/drawingml/2006/main">
              <a:ext uri="{FF2B5EF4-FFF2-40B4-BE49-F238E27FC236}">
                <a16:creationId xmlns:a16="http://schemas.microsoft.com/office/drawing/2014/main" id="{CADC3025-FADC-40E9-A597-140A976857F6}"/>
              </a:ext>
            </a:extLst>
          </p:cNvPr>
          <p:cNvSpPr>
            <a:spLocks xmlns:a="http://schemas.openxmlformats.org/drawingml/2006/main" noGrp="1"/>
          </p:cNvSpPr>
          <p:nvPr/>
        </p:nvSpPr>
        <p:spPr>
          <a:xfrm xmlns:a="http://schemas.openxmlformats.org/drawingml/2006/main">
            <a:off x="619125" y="47053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85D35"/>
                </a:solidFill>
              </a:defRPr>
            </a:defPPr>
            <a:lvl1pPr>
              <a:buNone/>
              <a:defRPr sz="2250" b="0">
                <a:solidFill>
                  <a:srgbClr val="B85D35"/>
                </a:solidFill>
              </a:defRPr>
            </a:lvl1pPr>
            <a:lvl2pPr>
              <a:buNone/>
              <a:defRPr sz="2250" b="0">
                <a:solidFill>
                  <a:srgbClr val="B85D35"/>
                </a:solidFill>
              </a:defRPr>
            </a:lvl2pPr>
            <a:lvl3pPr>
              <a:buNone/>
              <a:defRPr sz="2250" b="0">
                <a:solidFill>
                  <a:srgbClr val="B85D35"/>
                </a:solidFill>
              </a:defRPr>
            </a:lvl3pPr>
            <a:lvl4pPr>
              <a:buNone/>
              <a:defRPr sz="2250" b="0">
                <a:solidFill>
                  <a:srgbClr val="B85D35"/>
                </a:solidFill>
              </a:defRPr>
            </a:lvl4pPr>
            <a:lvl5pPr>
              <a:buNone/>
              <a:defRPr sz="2250" b="0">
                <a:solidFill>
                  <a:srgbClr val="B85D35"/>
                </a:solidFill>
              </a:defRPr>
            </a:lvl5pPr>
            <a:lvl6pPr>
              <a:buNone/>
              <a:defRPr sz="2250" b="0">
                <a:solidFill>
                  <a:srgbClr val="B85D35"/>
                </a:solidFill>
              </a:defRPr>
            </a:lvl6pPr>
            <a:lvl7pPr>
              <a:buNone/>
              <a:defRPr sz="2250" b="0">
                <a:solidFill>
                  <a:srgbClr val="B85D35"/>
                </a:solidFill>
              </a:defRPr>
            </a:lvl7pPr>
            <a:lvl8pPr>
              <a:buNone/>
              <a:defRPr sz="2250" b="0">
                <a:solidFill>
                  <a:srgbClr val="B85D35"/>
                </a:solidFill>
              </a:defRPr>
            </a:lvl8pPr>
            <a:lvl9pPr>
              <a:buNone/>
              <a:defRPr sz="2250" b="0">
                <a:solidFill>
                  <a:srgbClr val="B85D35"/>
                </a:solidFill>
              </a:defRPr>
            </a:lvl9pPr>
          </a:lstStyle>
          <a:p xmlns:a="http://schemas.openxmlformats.org/drawingml/2006/main">
            <a:pPr>
              <a:buNone/>
              <a:defRPr sz="2250" b="0">
                <a:solidFill>
                  <a:srgbClr val="B85D35"/>
                </a:solidFill>
              </a:defRPr>
            </a:pPr>
            <a:r>
              <a:rPr sz="2250" b="0">
                <a:solidFill>
                  <a:srgbClr val="B85D35"/>
                </a:solidFill>
              </a:rPr>
              <a:t>Related images</a:t>
            </a:r>
          </a:p>
          <a:p xmlns:a="http://schemas.openxmlformats.org/drawingml/2006/main">
            <a:pPr>
              <a:buNone/>
              <a:defRPr sz="2250" b="0">
                <a:solidFill>
                  <a:srgbClr val="B85D35"/>
                </a:solidFill>
              </a:defRPr>
            </a:pPr>
            <a:r>
              <a:rPr sz="2250" b="0">
                <a:solidFill>
                  <a:srgbClr val="B85D35"/>
                </a:solidFill>
              </a:rPr>
              <a:t>Recordings</a:t>
            </a:r>
          </a:p>
          <a:p xmlns:a="http://schemas.openxmlformats.org/drawingml/2006/main">
            <a:pPr>
              <a:buNone/>
              <a:defRPr sz="2250" b="0">
                <a:solidFill>
                  <a:srgbClr val="B85D35"/>
                </a:solidFill>
              </a:defRPr>
            </a:pPr>
            <a:r>
              <a:rPr sz="2250" b="0">
                <a:solidFill>
                  <a:srgbClr val="B85D35"/>
                </a:solidFill>
              </a:rPr>
              <a:t>Source descriptions</a:t>
            </a:r>
          </a:p>
        </p:txBody>
      </p:sp>
      <p:sp>
        <p:nvSpPr>
          <p:cNvPr id="6" name="">
            <a:extLst xmlns:a="http://schemas.openxmlformats.org/drawingml/2006/main">
              <a:ext uri="{FF2B5EF4-FFF2-40B4-BE49-F238E27FC236}">
                <a16:creationId xmlns:a16="http://schemas.microsoft.com/office/drawing/2014/main" id="{36819390-550D-4A5C-8F61-91336C87304E}"/>
              </a:ext>
            </a:extLst>
          </p:cNvPr>
          <p:cNvSpPr>
            <a:spLocks xmlns:a="http://schemas.openxmlformats.org/drawingml/2006/main" noGrp="1"/>
          </p:cNvSpPr>
          <p:nvPr/>
        </p:nvSpPr>
        <p:spPr>
          <a:xfrm xmlns:a="http://schemas.openxmlformats.org/drawingml/2006/main">
            <a:off x="6200775" y="562927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75C"/>
                </a:solidFill>
              </a:defRPr>
            </a:defPPr>
            <a:lvl1pPr>
              <a:buNone/>
              <a:defRPr sz="1950" b="0">
                <a:solidFill>
                  <a:srgbClr val="52675C"/>
                </a:solidFill>
              </a:defRPr>
            </a:lvl1pPr>
            <a:lvl2pPr>
              <a:buNone/>
              <a:defRPr sz="1950" b="0">
                <a:solidFill>
                  <a:srgbClr val="52675C"/>
                </a:solidFill>
              </a:defRPr>
            </a:lvl2pPr>
            <a:lvl3pPr>
              <a:buNone/>
              <a:defRPr sz="1950" b="0">
                <a:solidFill>
                  <a:srgbClr val="52675C"/>
                </a:solidFill>
              </a:defRPr>
            </a:lvl3pPr>
            <a:lvl4pPr>
              <a:buNone/>
              <a:defRPr sz="1950" b="0">
                <a:solidFill>
                  <a:srgbClr val="52675C"/>
                </a:solidFill>
              </a:defRPr>
            </a:lvl4pPr>
            <a:lvl5pPr>
              <a:buNone/>
              <a:defRPr sz="1950" b="0">
                <a:solidFill>
                  <a:srgbClr val="52675C"/>
                </a:solidFill>
              </a:defRPr>
            </a:lvl5pPr>
            <a:lvl6pPr>
              <a:buNone/>
              <a:defRPr sz="1950" b="0">
                <a:solidFill>
                  <a:srgbClr val="52675C"/>
                </a:solidFill>
              </a:defRPr>
            </a:lvl6pPr>
            <a:lvl7pPr>
              <a:buNone/>
              <a:defRPr sz="1950" b="0">
                <a:solidFill>
                  <a:srgbClr val="52675C"/>
                </a:solidFill>
              </a:defRPr>
            </a:lvl7pPr>
            <a:lvl8pPr>
              <a:buNone/>
              <a:defRPr sz="1950" b="0">
                <a:solidFill>
                  <a:srgbClr val="52675C"/>
                </a:solidFill>
              </a:defRPr>
            </a:lvl8pPr>
            <a:lvl9pPr>
              <a:buNone/>
              <a:defRPr sz="1950" b="0">
                <a:solidFill>
                  <a:srgbClr val="52675C"/>
                </a:solidFill>
              </a:defRPr>
            </a:lvl9pPr>
          </a:lstStyle>
          <a:p xmlns:a="http://schemas.openxmlformats.org/drawingml/2006/main">
            <a:pPr>
              <a:buNone/>
              <a:defRPr sz="1950" b="0">
                <a:solidFill>
                  <a:srgbClr val="52675C"/>
                </a:solidFill>
              </a:defRPr>
            </a:pPr>
            <a:r>
              <a:rPr sz="1950" b="0">
                <a:solidFill>
                  <a:srgbClr val="52675C"/>
                </a:solidFill>
              </a:rPr>
              <a:t>Education and biodiversity exploration</a:t>
            </a:r>
          </a:p>
        </p:txBody>
      </p:sp>
      <p:sp>
        <p:nvSpPr>
          <p:cNvPr id="7" name="">
            <a:extLst xmlns:a="http://schemas.openxmlformats.org/drawingml/2006/main">
              <a:ext uri="{FF2B5EF4-FFF2-40B4-BE49-F238E27FC236}">
                <a16:creationId xmlns:a16="http://schemas.microsoft.com/office/drawing/2014/main" id="{AE5119B0-8368-4A19-B56C-6A00739E096B}"/>
              </a:ext>
            </a:extLst>
          </p:cNvPr>
          <p:cNvSpPr>
            <a:spLocks xmlns:a="http://schemas.openxmlformats.org/drawingml/2006/main" noGrp="1"/>
          </p:cNvSpPr>
          <p:nvPr/>
        </p:nvSpPr>
        <p:spPr>
          <a:xfrm xmlns:a="http://schemas.openxmlformats.org/drawingml/2006/main">
            <a:off x="6200775" y="61341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Photo: Alexkom000 / CC BY 4.0</a:t>
            </a:r>
          </a:p>
        </p:txBody>
      </p:sp>
    </p:spTree>
    <p:extLst>
      <p:ext uri="{BB962C8B-B14F-4D97-AF65-F5344CB8AC3E}">
        <p14:creationId xmlns:p14="http://schemas.microsoft.com/office/powerpoint/2010/main" val="1971151551"/>
      </p:ext>
    </p:extLst>
  </p:cSld>
</p:sld>
</file>

<file path=ppt/slides/slide3.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370E3C-10A2-418B-84DF-328141E59EE2}"/>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Three modalities, one reference dataset</a:t>
            </a:r>
          </a:p>
        </p:txBody>
      </p:sp>
      <p:sp>
        <p:nvSpPr>
          <p:cNvPr id="2" name="">
            <a:extLst xmlns:a="http://schemas.openxmlformats.org/drawingml/2006/main">
              <a:ext uri="{FF2B5EF4-FFF2-40B4-BE49-F238E27FC236}">
                <a16:creationId xmlns:a16="http://schemas.microsoft.com/office/drawing/2014/main" id="{529991F8-4030-4EF4-9CDD-B81934EF11EE}"/>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03</a:t>
            </a:r>
          </a:p>
        </p:txBody>
      </p:sp>
      <p:sp>
        <p:nvSpPr>
          <p:cNvPr id="3" name="">
            <a:extLst xmlns:a="http://schemas.openxmlformats.org/drawingml/2006/main">
              <a:ext uri="{FF2B5EF4-FFF2-40B4-BE49-F238E27FC236}">
                <a16:creationId xmlns:a16="http://schemas.microsoft.com/office/drawing/2014/main" id="{3E40EF34-7C3D-4ABC-9124-3D3EBE6BD1AE}"/>
              </a:ext>
            </a:extLst>
          </p:cNvPr>
          <p:cNvSpPr>
            <a:spLocks xmlns:a="http://schemas.openxmlformats.org/drawingml/2006/main" noGrp="1"/>
          </p:cNvSpPr>
          <p:nvPr/>
        </p:nvSpPr>
        <p:spPr>
          <a:xfrm xmlns:a="http://schemas.openxmlformats.org/drawingml/2006/main">
            <a:off x="552450" y="1685925"/>
            <a:ext cx="466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950" b="1">
                <a:solidFill>
                  <a:srgbClr val="123B32"/>
                </a:solidFill>
              </a:defRPr>
            </a:defPPr>
            <a:lvl1pPr>
              <a:buNone/>
              <a:defRPr sz="10950" b="1">
                <a:solidFill>
                  <a:srgbClr val="123B32"/>
                </a:solidFill>
              </a:defRPr>
            </a:lvl1pPr>
            <a:lvl2pPr>
              <a:buNone/>
              <a:defRPr sz="10950" b="1">
                <a:solidFill>
                  <a:srgbClr val="123B32"/>
                </a:solidFill>
              </a:defRPr>
            </a:lvl2pPr>
            <a:lvl3pPr>
              <a:buNone/>
              <a:defRPr sz="10950" b="1">
                <a:solidFill>
                  <a:srgbClr val="123B32"/>
                </a:solidFill>
              </a:defRPr>
            </a:lvl3pPr>
            <a:lvl4pPr>
              <a:buNone/>
              <a:defRPr sz="10950" b="1">
                <a:solidFill>
                  <a:srgbClr val="123B32"/>
                </a:solidFill>
              </a:defRPr>
            </a:lvl4pPr>
            <a:lvl5pPr>
              <a:buNone/>
              <a:defRPr sz="10950" b="1">
                <a:solidFill>
                  <a:srgbClr val="123B32"/>
                </a:solidFill>
              </a:defRPr>
            </a:lvl5pPr>
            <a:lvl6pPr>
              <a:buNone/>
              <a:defRPr sz="10950" b="1">
                <a:solidFill>
                  <a:srgbClr val="123B32"/>
                </a:solidFill>
              </a:defRPr>
            </a:lvl6pPr>
            <a:lvl7pPr>
              <a:buNone/>
              <a:defRPr sz="10950" b="1">
                <a:solidFill>
                  <a:srgbClr val="123B32"/>
                </a:solidFill>
              </a:defRPr>
            </a:lvl7pPr>
            <a:lvl8pPr>
              <a:buNone/>
              <a:defRPr sz="10950" b="1">
                <a:solidFill>
                  <a:srgbClr val="123B32"/>
                </a:solidFill>
              </a:defRPr>
            </a:lvl8pPr>
            <a:lvl9pPr>
              <a:buNone/>
              <a:defRPr sz="10950" b="1">
                <a:solidFill>
                  <a:srgbClr val="123B32"/>
                </a:solidFill>
              </a:defRPr>
            </a:lvl9pPr>
          </a:lstStyle>
          <a:p xmlns:a="http://schemas.openxmlformats.org/drawingml/2006/main">
            <a:pPr>
              <a:buNone/>
              <a:defRPr sz="10950" b="1">
                <a:solidFill>
                  <a:srgbClr val="123B32"/>
                </a:solidFill>
              </a:defRPr>
            </a:pPr>
            <a:r>
              <a:rPr sz="10950" b="1">
                <a:solidFill>
                  <a:srgbClr val="123B32"/>
                </a:solidFill>
              </a:rPr>
              <a:t>198</a:t>
            </a:r>
          </a:p>
        </p:txBody>
      </p:sp>
      <p:sp>
        <p:nvSpPr>
          <p:cNvPr id="4" name="">
            <a:extLst xmlns:a="http://schemas.openxmlformats.org/drawingml/2006/main">
              <a:ext uri="{FF2B5EF4-FFF2-40B4-BE49-F238E27FC236}">
                <a16:creationId xmlns:a16="http://schemas.microsoft.com/office/drawing/2014/main" id="{C9891EE8-2163-493C-A9A6-200487B33EF9}"/>
              </a:ext>
            </a:extLst>
          </p:cNvPr>
          <p:cNvSpPr>
            <a:spLocks xmlns:a="http://schemas.openxmlformats.org/drawingml/2006/main" noGrp="1"/>
          </p:cNvSpPr>
          <p:nvPr/>
        </p:nvSpPr>
        <p:spPr>
          <a:xfrm xmlns:a="http://schemas.openxmlformats.org/drawingml/2006/main">
            <a:off x="647700" y="342900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23B32"/>
                </a:solidFill>
              </a:defRPr>
            </a:defPPr>
            <a:lvl1pPr>
              <a:buNone/>
              <a:defRPr sz="2550" b="0">
                <a:solidFill>
                  <a:srgbClr val="123B32"/>
                </a:solidFill>
              </a:defRPr>
            </a:lvl1pPr>
            <a:lvl2pPr>
              <a:buNone/>
              <a:defRPr sz="2550" b="0">
                <a:solidFill>
                  <a:srgbClr val="123B32"/>
                </a:solidFill>
              </a:defRPr>
            </a:lvl2pPr>
            <a:lvl3pPr>
              <a:buNone/>
              <a:defRPr sz="2550" b="0">
                <a:solidFill>
                  <a:srgbClr val="123B32"/>
                </a:solidFill>
              </a:defRPr>
            </a:lvl3pPr>
            <a:lvl4pPr>
              <a:buNone/>
              <a:defRPr sz="2550" b="0">
                <a:solidFill>
                  <a:srgbClr val="123B32"/>
                </a:solidFill>
              </a:defRPr>
            </a:lvl4pPr>
            <a:lvl5pPr>
              <a:buNone/>
              <a:defRPr sz="2550" b="0">
                <a:solidFill>
                  <a:srgbClr val="123B32"/>
                </a:solidFill>
              </a:defRPr>
            </a:lvl5pPr>
            <a:lvl6pPr>
              <a:buNone/>
              <a:defRPr sz="2550" b="0">
                <a:solidFill>
                  <a:srgbClr val="123B32"/>
                </a:solidFill>
              </a:defRPr>
            </a:lvl6pPr>
            <a:lvl7pPr>
              <a:buNone/>
              <a:defRPr sz="2550" b="0">
                <a:solidFill>
                  <a:srgbClr val="123B32"/>
                </a:solidFill>
              </a:defRPr>
            </a:lvl7pPr>
            <a:lvl8pPr>
              <a:buNone/>
              <a:defRPr sz="2550" b="0">
                <a:solidFill>
                  <a:srgbClr val="123B32"/>
                </a:solidFill>
              </a:defRPr>
            </a:lvl8pPr>
            <a:lvl9pPr>
              <a:buNone/>
              <a:defRPr sz="2550" b="0">
                <a:solidFill>
                  <a:srgbClr val="123B32"/>
                </a:solidFill>
              </a:defRPr>
            </a:lvl9pPr>
          </a:lstStyle>
          <a:p xmlns:a="http://schemas.openxmlformats.org/drawingml/2006/main">
            <a:pPr>
              <a:buNone/>
              <a:defRPr sz="2550" b="0">
                <a:solidFill>
                  <a:srgbClr val="123B32"/>
                </a:solidFill>
              </a:defRPr>
            </a:pPr>
            <a:r>
              <a:rPr sz="2550" b="0">
                <a:solidFill>
                  <a:srgbClr val="123B32"/>
                </a:solidFill>
              </a:rPr>
              <a:t>accepted assets</a:t>
            </a:r>
          </a:p>
          <a:p xmlns:a="http://schemas.openxmlformats.org/drawingml/2006/main">
            <a:pPr>
              <a:buNone/>
              <a:defRPr sz="2550" b="0">
                <a:solidFill>
                  <a:srgbClr val="123B32"/>
                </a:solidFill>
              </a:defRPr>
            </a:pPr>
            <a:r>
              <a:rPr sz="2550" b="0">
                <a:solidFill>
                  <a:srgbClr val="123B32"/>
                </a:solidFill>
              </a:rPr>
              <a:t>10 Iberian wildlife species</a:t>
            </a:r>
          </a:p>
        </p:txBody>
      </p:sp>
      <p:sp>
        <p:nvSpPr>
          <p:cNvPr id="5" name="">
            <a:extLst xmlns:a="http://schemas.openxmlformats.org/drawingml/2006/main">
              <a:ext uri="{FF2B5EF4-FFF2-40B4-BE49-F238E27FC236}">
                <a16:creationId xmlns:a16="http://schemas.microsoft.com/office/drawing/2014/main" id="{0F5F87DB-E766-4855-8EF7-39F5CE327422}"/>
              </a:ext>
            </a:extLst>
          </p:cNvPr>
          <p:cNvSpPr>
            <a:spLocks xmlns:a="http://schemas.openxmlformats.org/drawingml/2006/main" noGrp="1"/>
          </p:cNvSpPr>
          <p:nvPr/>
        </p:nvSpPr>
        <p:spPr>
          <a:xfrm xmlns:a="http://schemas.openxmlformats.org/drawingml/2006/main">
            <a:off x="6334125" y="179070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123B32"/>
                </a:solidFill>
              </a:defRPr>
            </a:defPPr>
            <a:lvl1pPr>
              <a:buNone/>
              <a:defRPr sz="4725" b="1">
                <a:solidFill>
                  <a:srgbClr val="123B32"/>
                </a:solidFill>
              </a:defRPr>
            </a:lvl1pPr>
            <a:lvl2pPr>
              <a:buNone/>
              <a:defRPr sz="4725" b="1">
                <a:solidFill>
                  <a:srgbClr val="123B32"/>
                </a:solidFill>
              </a:defRPr>
            </a:lvl2pPr>
            <a:lvl3pPr>
              <a:buNone/>
              <a:defRPr sz="4725" b="1">
                <a:solidFill>
                  <a:srgbClr val="123B32"/>
                </a:solidFill>
              </a:defRPr>
            </a:lvl3pPr>
            <a:lvl4pPr>
              <a:buNone/>
              <a:defRPr sz="4725" b="1">
                <a:solidFill>
                  <a:srgbClr val="123B32"/>
                </a:solidFill>
              </a:defRPr>
            </a:lvl4pPr>
            <a:lvl5pPr>
              <a:buNone/>
              <a:defRPr sz="4725" b="1">
                <a:solidFill>
                  <a:srgbClr val="123B32"/>
                </a:solidFill>
              </a:defRPr>
            </a:lvl5pPr>
            <a:lvl6pPr>
              <a:buNone/>
              <a:defRPr sz="4725" b="1">
                <a:solidFill>
                  <a:srgbClr val="123B32"/>
                </a:solidFill>
              </a:defRPr>
            </a:lvl6pPr>
            <a:lvl7pPr>
              <a:buNone/>
              <a:defRPr sz="4725" b="1">
                <a:solidFill>
                  <a:srgbClr val="123B32"/>
                </a:solidFill>
              </a:defRPr>
            </a:lvl7pPr>
            <a:lvl8pPr>
              <a:buNone/>
              <a:defRPr sz="4725" b="1">
                <a:solidFill>
                  <a:srgbClr val="123B32"/>
                </a:solidFill>
              </a:defRPr>
            </a:lvl8pPr>
            <a:lvl9pPr>
              <a:buNone/>
              <a:defRPr sz="4725" b="1">
                <a:solidFill>
                  <a:srgbClr val="123B32"/>
                </a:solidFill>
              </a:defRPr>
            </a:lvl9pPr>
          </a:lstStyle>
          <a:p xmlns:a="http://schemas.openxmlformats.org/drawingml/2006/main">
            <a:pPr>
              <a:buNone/>
              <a:defRPr sz="4725" b="1">
                <a:solidFill>
                  <a:srgbClr val="123B32"/>
                </a:solidFill>
              </a:defRPr>
            </a:pPr>
            <a:r>
              <a:rPr sz="4725" b="1">
                <a:solidFill>
                  <a:srgbClr val="123B32"/>
                </a:solidFill>
              </a:rPr>
              <a:t>100</a:t>
            </a:r>
          </a:p>
        </p:txBody>
      </p:sp>
      <p:sp>
        <p:nvSpPr>
          <p:cNvPr id="6" name="">
            <a:extLst xmlns:a="http://schemas.openxmlformats.org/drawingml/2006/main">
              <a:ext uri="{FF2B5EF4-FFF2-40B4-BE49-F238E27FC236}">
                <a16:creationId xmlns:a16="http://schemas.microsoft.com/office/drawing/2014/main" id="{CA6492F4-279B-4F03-B96A-18F2D584795A}"/>
              </a:ext>
            </a:extLst>
          </p:cNvPr>
          <p:cNvSpPr>
            <a:spLocks xmlns:a="http://schemas.openxmlformats.org/drawingml/2006/main" noGrp="1"/>
          </p:cNvSpPr>
          <p:nvPr/>
        </p:nvSpPr>
        <p:spPr>
          <a:xfrm xmlns:a="http://schemas.openxmlformats.org/drawingml/2006/main">
            <a:off x="8239125" y="200977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B32"/>
                </a:solidFill>
              </a:defRPr>
            </a:defPPr>
            <a:lvl1pPr>
              <a:buNone/>
              <a:defRPr sz="2175" b="0">
                <a:solidFill>
                  <a:srgbClr val="123B32"/>
                </a:solidFill>
              </a:defRPr>
            </a:lvl1pPr>
            <a:lvl2pPr>
              <a:buNone/>
              <a:defRPr sz="2175" b="0">
                <a:solidFill>
                  <a:srgbClr val="123B32"/>
                </a:solidFill>
              </a:defRPr>
            </a:lvl2pPr>
            <a:lvl3pPr>
              <a:buNone/>
              <a:defRPr sz="2175" b="0">
                <a:solidFill>
                  <a:srgbClr val="123B32"/>
                </a:solidFill>
              </a:defRPr>
            </a:lvl3pPr>
            <a:lvl4pPr>
              <a:buNone/>
              <a:defRPr sz="2175" b="0">
                <a:solidFill>
                  <a:srgbClr val="123B32"/>
                </a:solidFill>
              </a:defRPr>
            </a:lvl4pPr>
            <a:lvl5pPr>
              <a:buNone/>
              <a:defRPr sz="2175" b="0">
                <a:solidFill>
                  <a:srgbClr val="123B32"/>
                </a:solidFill>
              </a:defRPr>
            </a:lvl5pPr>
            <a:lvl6pPr>
              <a:buNone/>
              <a:defRPr sz="2175" b="0">
                <a:solidFill>
                  <a:srgbClr val="123B32"/>
                </a:solidFill>
              </a:defRPr>
            </a:lvl6pPr>
            <a:lvl7pPr>
              <a:buNone/>
              <a:defRPr sz="2175" b="0">
                <a:solidFill>
                  <a:srgbClr val="123B32"/>
                </a:solidFill>
              </a:defRPr>
            </a:lvl7pPr>
            <a:lvl8pPr>
              <a:buNone/>
              <a:defRPr sz="2175" b="0">
                <a:solidFill>
                  <a:srgbClr val="123B32"/>
                </a:solidFill>
              </a:defRPr>
            </a:lvl8pPr>
            <a:lvl9pPr>
              <a:buNone/>
              <a:defRPr sz="2175" b="0">
                <a:solidFill>
                  <a:srgbClr val="123B32"/>
                </a:solidFill>
              </a:defRPr>
            </a:lvl9pPr>
          </a:lstStyle>
          <a:p xmlns:a="http://schemas.openxmlformats.org/drawingml/2006/main">
            <a:pPr>
              <a:buNone/>
              <a:defRPr sz="2175" b="0">
                <a:solidFill>
                  <a:srgbClr val="123B32"/>
                </a:solidFill>
              </a:defRPr>
            </a:pPr>
            <a:r>
              <a:rPr sz="2175" b="0">
                <a:solidFill>
                  <a:srgbClr val="123B32"/>
                </a:solidFill>
              </a:rPr>
              <a:t>Images / Wikimedia</a:t>
            </a:r>
          </a:p>
        </p:txBody>
      </p:sp>
      <p:sp>
        <p:nvSpPr>
          <p:cNvPr id="7" name="">
            <a:extLst xmlns:a="http://schemas.openxmlformats.org/drawingml/2006/main">
              <a:ext uri="{FF2B5EF4-FFF2-40B4-BE49-F238E27FC236}">
                <a16:creationId xmlns:a16="http://schemas.microsoft.com/office/drawing/2014/main" id="{1231CBC0-8881-42FE-92B2-8BD286C388D4}"/>
              </a:ext>
            </a:extLst>
          </p:cNvPr>
          <p:cNvSpPr>
            <a:spLocks xmlns:a="http://schemas.openxmlformats.org/drawingml/2006/main" noGrp="1"/>
          </p:cNvSpPr>
          <p:nvPr/>
        </p:nvSpPr>
        <p:spPr>
          <a:xfrm xmlns:a="http://schemas.openxmlformats.org/drawingml/2006/main">
            <a:off x="6334125" y="30670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B85D35"/>
                </a:solidFill>
              </a:defRPr>
            </a:defPPr>
            <a:lvl1pPr>
              <a:buNone/>
              <a:defRPr sz="4725" b="1">
                <a:solidFill>
                  <a:srgbClr val="B85D35"/>
                </a:solidFill>
              </a:defRPr>
            </a:lvl1pPr>
            <a:lvl2pPr>
              <a:buNone/>
              <a:defRPr sz="4725" b="1">
                <a:solidFill>
                  <a:srgbClr val="B85D35"/>
                </a:solidFill>
              </a:defRPr>
            </a:lvl2pPr>
            <a:lvl3pPr>
              <a:buNone/>
              <a:defRPr sz="4725" b="1">
                <a:solidFill>
                  <a:srgbClr val="B85D35"/>
                </a:solidFill>
              </a:defRPr>
            </a:lvl3pPr>
            <a:lvl4pPr>
              <a:buNone/>
              <a:defRPr sz="4725" b="1">
                <a:solidFill>
                  <a:srgbClr val="B85D35"/>
                </a:solidFill>
              </a:defRPr>
            </a:lvl4pPr>
            <a:lvl5pPr>
              <a:buNone/>
              <a:defRPr sz="4725" b="1">
                <a:solidFill>
                  <a:srgbClr val="B85D35"/>
                </a:solidFill>
              </a:defRPr>
            </a:lvl5pPr>
            <a:lvl6pPr>
              <a:buNone/>
              <a:defRPr sz="4725" b="1">
                <a:solidFill>
                  <a:srgbClr val="B85D35"/>
                </a:solidFill>
              </a:defRPr>
            </a:lvl6pPr>
            <a:lvl7pPr>
              <a:buNone/>
              <a:defRPr sz="4725" b="1">
                <a:solidFill>
                  <a:srgbClr val="B85D35"/>
                </a:solidFill>
              </a:defRPr>
            </a:lvl7pPr>
            <a:lvl8pPr>
              <a:buNone/>
              <a:defRPr sz="4725" b="1">
                <a:solidFill>
                  <a:srgbClr val="B85D35"/>
                </a:solidFill>
              </a:defRPr>
            </a:lvl8pPr>
            <a:lvl9pPr>
              <a:buNone/>
              <a:defRPr sz="4725" b="1">
                <a:solidFill>
                  <a:srgbClr val="B85D35"/>
                </a:solidFill>
              </a:defRPr>
            </a:lvl9pPr>
          </a:lstStyle>
          <a:p xmlns:a="http://schemas.openxmlformats.org/drawingml/2006/main">
            <a:pPr>
              <a:buNone/>
              <a:defRPr sz="4725" b="1">
                <a:solidFill>
                  <a:srgbClr val="B85D35"/>
                </a:solidFill>
              </a:defRPr>
            </a:pPr>
            <a:r>
              <a:rPr sz="4725" b="1">
                <a:solidFill>
                  <a:srgbClr val="B85D35"/>
                </a:solidFill>
              </a:rPr>
              <a:t>34</a:t>
            </a:r>
          </a:p>
        </p:txBody>
      </p:sp>
      <p:sp>
        <p:nvSpPr>
          <p:cNvPr id="8" name="">
            <a:extLst xmlns:a="http://schemas.openxmlformats.org/drawingml/2006/main">
              <a:ext uri="{FF2B5EF4-FFF2-40B4-BE49-F238E27FC236}">
                <a16:creationId xmlns:a16="http://schemas.microsoft.com/office/drawing/2014/main" id="{AAF1D1D1-2511-4814-AE3E-4CFDF1AA9BB6}"/>
              </a:ext>
            </a:extLst>
          </p:cNvPr>
          <p:cNvSpPr>
            <a:spLocks xmlns:a="http://schemas.openxmlformats.org/drawingml/2006/main" noGrp="1"/>
          </p:cNvSpPr>
          <p:nvPr/>
        </p:nvSpPr>
        <p:spPr>
          <a:xfrm xmlns:a="http://schemas.openxmlformats.org/drawingml/2006/main">
            <a:off x="8239125" y="32861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B32"/>
                </a:solidFill>
              </a:defRPr>
            </a:defPPr>
            <a:lvl1pPr>
              <a:buNone/>
              <a:defRPr sz="2175" b="0">
                <a:solidFill>
                  <a:srgbClr val="123B32"/>
                </a:solidFill>
              </a:defRPr>
            </a:lvl1pPr>
            <a:lvl2pPr>
              <a:buNone/>
              <a:defRPr sz="2175" b="0">
                <a:solidFill>
                  <a:srgbClr val="123B32"/>
                </a:solidFill>
              </a:defRPr>
            </a:lvl2pPr>
            <a:lvl3pPr>
              <a:buNone/>
              <a:defRPr sz="2175" b="0">
                <a:solidFill>
                  <a:srgbClr val="123B32"/>
                </a:solidFill>
              </a:defRPr>
            </a:lvl3pPr>
            <a:lvl4pPr>
              <a:buNone/>
              <a:defRPr sz="2175" b="0">
                <a:solidFill>
                  <a:srgbClr val="123B32"/>
                </a:solidFill>
              </a:defRPr>
            </a:lvl4pPr>
            <a:lvl5pPr>
              <a:buNone/>
              <a:defRPr sz="2175" b="0">
                <a:solidFill>
                  <a:srgbClr val="123B32"/>
                </a:solidFill>
              </a:defRPr>
            </a:lvl5pPr>
            <a:lvl6pPr>
              <a:buNone/>
              <a:defRPr sz="2175" b="0">
                <a:solidFill>
                  <a:srgbClr val="123B32"/>
                </a:solidFill>
              </a:defRPr>
            </a:lvl6pPr>
            <a:lvl7pPr>
              <a:buNone/>
              <a:defRPr sz="2175" b="0">
                <a:solidFill>
                  <a:srgbClr val="123B32"/>
                </a:solidFill>
              </a:defRPr>
            </a:lvl7pPr>
            <a:lvl8pPr>
              <a:buNone/>
              <a:defRPr sz="2175" b="0">
                <a:solidFill>
                  <a:srgbClr val="123B32"/>
                </a:solidFill>
              </a:defRPr>
            </a:lvl8pPr>
            <a:lvl9pPr>
              <a:buNone/>
              <a:defRPr sz="2175" b="0">
                <a:solidFill>
                  <a:srgbClr val="123B32"/>
                </a:solidFill>
              </a:defRPr>
            </a:lvl9pPr>
          </a:lstStyle>
          <a:p xmlns:a="http://schemas.openxmlformats.org/drawingml/2006/main">
            <a:pPr>
              <a:buNone/>
              <a:defRPr sz="2175" b="0">
                <a:solidFill>
                  <a:srgbClr val="123B32"/>
                </a:solidFill>
              </a:defRPr>
            </a:pPr>
            <a:r>
              <a:rPr sz="2175" b="0">
                <a:solidFill>
                  <a:srgbClr val="123B32"/>
                </a:solidFill>
              </a:rPr>
              <a:t>Audio / Xeno-canto</a:t>
            </a:r>
          </a:p>
        </p:txBody>
      </p:sp>
      <p:sp>
        <p:nvSpPr>
          <p:cNvPr id="9" name="">
            <a:extLst xmlns:a="http://schemas.openxmlformats.org/drawingml/2006/main">
              <a:ext uri="{FF2B5EF4-FFF2-40B4-BE49-F238E27FC236}">
                <a16:creationId xmlns:a16="http://schemas.microsoft.com/office/drawing/2014/main" id="{8CF6F05C-303F-4961-B1EB-608CACED1F77}"/>
              </a:ext>
            </a:extLst>
          </p:cNvPr>
          <p:cNvSpPr>
            <a:spLocks xmlns:a="http://schemas.openxmlformats.org/drawingml/2006/main" noGrp="1"/>
          </p:cNvSpPr>
          <p:nvPr/>
        </p:nvSpPr>
        <p:spPr>
          <a:xfrm xmlns:a="http://schemas.openxmlformats.org/drawingml/2006/main">
            <a:off x="6334125" y="434340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725" b="1">
                <a:solidFill>
                  <a:srgbClr val="123B32"/>
                </a:solidFill>
              </a:defRPr>
            </a:defPPr>
            <a:lvl1pPr>
              <a:buNone/>
              <a:defRPr sz="4725" b="1">
                <a:solidFill>
                  <a:srgbClr val="123B32"/>
                </a:solidFill>
              </a:defRPr>
            </a:lvl1pPr>
            <a:lvl2pPr>
              <a:buNone/>
              <a:defRPr sz="4725" b="1">
                <a:solidFill>
                  <a:srgbClr val="123B32"/>
                </a:solidFill>
              </a:defRPr>
            </a:lvl2pPr>
            <a:lvl3pPr>
              <a:buNone/>
              <a:defRPr sz="4725" b="1">
                <a:solidFill>
                  <a:srgbClr val="123B32"/>
                </a:solidFill>
              </a:defRPr>
            </a:lvl3pPr>
            <a:lvl4pPr>
              <a:buNone/>
              <a:defRPr sz="4725" b="1">
                <a:solidFill>
                  <a:srgbClr val="123B32"/>
                </a:solidFill>
              </a:defRPr>
            </a:lvl4pPr>
            <a:lvl5pPr>
              <a:buNone/>
              <a:defRPr sz="4725" b="1">
                <a:solidFill>
                  <a:srgbClr val="123B32"/>
                </a:solidFill>
              </a:defRPr>
            </a:lvl5pPr>
            <a:lvl6pPr>
              <a:buNone/>
              <a:defRPr sz="4725" b="1">
                <a:solidFill>
                  <a:srgbClr val="123B32"/>
                </a:solidFill>
              </a:defRPr>
            </a:lvl6pPr>
            <a:lvl7pPr>
              <a:buNone/>
              <a:defRPr sz="4725" b="1">
                <a:solidFill>
                  <a:srgbClr val="123B32"/>
                </a:solidFill>
              </a:defRPr>
            </a:lvl7pPr>
            <a:lvl8pPr>
              <a:buNone/>
              <a:defRPr sz="4725" b="1">
                <a:solidFill>
                  <a:srgbClr val="123B32"/>
                </a:solidFill>
              </a:defRPr>
            </a:lvl8pPr>
            <a:lvl9pPr>
              <a:buNone/>
              <a:defRPr sz="4725" b="1">
                <a:solidFill>
                  <a:srgbClr val="123B32"/>
                </a:solidFill>
              </a:defRPr>
            </a:lvl9pPr>
          </a:lstStyle>
          <a:p xmlns:a="http://schemas.openxmlformats.org/drawingml/2006/main">
            <a:pPr>
              <a:buNone/>
              <a:defRPr sz="4725" b="1">
                <a:solidFill>
                  <a:srgbClr val="123B32"/>
                </a:solidFill>
              </a:defRPr>
            </a:pPr>
            <a:r>
              <a:rPr sz="4725" b="1">
                <a:solidFill>
                  <a:srgbClr val="123B32"/>
                </a:solidFill>
              </a:rPr>
              <a:t>64</a:t>
            </a:r>
          </a:p>
        </p:txBody>
      </p:sp>
      <p:sp>
        <p:nvSpPr>
          <p:cNvPr id="10" name="">
            <a:extLst xmlns:a="http://schemas.openxmlformats.org/drawingml/2006/main">
              <a:ext uri="{FF2B5EF4-FFF2-40B4-BE49-F238E27FC236}">
                <a16:creationId xmlns:a16="http://schemas.microsoft.com/office/drawing/2014/main" id="{E603588E-ABDF-40FE-BADE-579EF05578D4}"/>
              </a:ext>
            </a:extLst>
          </p:cNvPr>
          <p:cNvSpPr>
            <a:spLocks xmlns:a="http://schemas.openxmlformats.org/drawingml/2006/main" noGrp="1"/>
          </p:cNvSpPr>
          <p:nvPr/>
        </p:nvSpPr>
        <p:spPr>
          <a:xfrm xmlns:a="http://schemas.openxmlformats.org/drawingml/2006/main">
            <a:off x="8239125" y="4562475"/>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B32"/>
                </a:solidFill>
              </a:defRPr>
            </a:defPPr>
            <a:lvl1pPr>
              <a:buNone/>
              <a:defRPr sz="2025" b="0">
                <a:solidFill>
                  <a:srgbClr val="123B32"/>
                </a:solidFill>
              </a:defRPr>
            </a:lvl1pPr>
            <a:lvl2pPr>
              <a:buNone/>
              <a:defRPr sz="2025" b="0">
                <a:solidFill>
                  <a:srgbClr val="123B32"/>
                </a:solidFill>
              </a:defRPr>
            </a:lvl2pPr>
            <a:lvl3pPr>
              <a:buNone/>
              <a:defRPr sz="2025" b="0">
                <a:solidFill>
                  <a:srgbClr val="123B32"/>
                </a:solidFill>
              </a:defRPr>
            </a:lvl3pPr>
            <a:lvl4pPr>
              <a:buNone/>
              <a:defRPr sz="2025" b="0">
                <a:solidFill>
                  <a:srgbClr val="123B32"/>
                </a:solidFill>
              </a:defRPr>
            </a:lvl4pPr>
            <a:lvl5pPr>
              <a:buNone/>
              <a:defRPr sz="2025" b="0">
                <a:solidFill>
                  <a:srgbClr val="123B32"/>
                </a:solidFill>
              </a:defRPr>
            </a:lvl5pPr>
            <a:lvl6pPr>
              <a:buNone/>
              <a:defRPr sz="2025" b="0">
                <a:solidFill>
                  <a:srgbClr val="123B32"/>
                </a:solidFill>
              </a:defRPr>
            </a:lvl6pPr>
            <a:lvl7pPr>
              <a:buNone/>
              <a:defRPr sz="2025" b="0">
                <a:solidFill>
                  <a:srgbClr val="123B32"/>
                </a:solidFill>
              </a:defRPr>
            </a:lvl7pPr>
            <a:lvl8pPr>
              <a:buNone/>
              <a:defRPr sz="2025" b="0">
                <a:solidFill>
                  <a:srgbClr val="123B32"/>
                </a:solidFill>
              </a:defRPr>
            </a:lvl8pPr>
            <a:lvl9pPr>
              <a:buNone/>
              <a:defRPr sz="2025" b="0">
                <a:solidFill>
                  <a:srgbClr val="123B32"/>
                </a:solidFill>
              </a:defRPr>
            </a:lvl9pPr>
          </a:lstStyle>
          <a:p xmlns:a="http://schemas.openxmlformats.org/drawingml/2006/main">
            <a:pPr>
              <a:buNone/>
              <a:defRPr sz="2025" b="0">
                <a:solidFill>
                  <a:srgbClr val="123B32"/>
                </a:solidFill>
              </a:defRPr>
            </a:pPr>
            <a:r>
              <a:rPr sz="2025" b="0">
                <a:solidFill>
                  <a:srgbClr val="123B32"/>
                </a:solidFill>
              </a:rPr>
              <a:t>Text / Wikipedia + GBIF</a:t>
            </a:r>
          </a:p>
        </p:txBody>
      </p:sp>
      <p:sp>
        <p:nvSpPr>
          <p:cNvPr id="11" name="">
            <a:extLst xmlns:a="http://schemas.openxmlformats.org/drawingml/2006/main">
              <a:ext uri="{FF2B5EF4-FFF2-40B4-BE49-F238E27FC236}">
                <a16:creationId xmlns:a16="http://schemas.microsoft.com/office/drawing/2014/main" id="{42CC9F30-8CDA-4BD1-B75D-E84DD0BD279A}"/>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Uneven availability remains visible: no audio for the ocellated lizard</a:t>
            </a:r>
          </a:p>
        </p:txBody>
      </p:sp>
    </p:spTree>
    <p:extLst>
      <p:ext uri="{BB962C8B-B14F-4D97-AF65-F5344CB8AC3E}">
        <p14:creationId xmlns:p14="http://schemas.microsoft.com/office/powerpoint/2010/main" val="1045417924"/>
      </p:ext>
    </p:extLst>
  </p:cSld>
</p:sld>
</file>

<file path=ppt/slides/slide4.xml><?xml version="1.0" encoding="utf-8"?>
<p:sld xmlns:p="http://schemas.openxmlformats.org/presentationml/2006/main">
  <p:cSld>
    <p:bg>
      <p:bgPr>
        <a:solidFill xmlns:a="http://schemas.openxmlformats.org/drawingml/2006/main">
          <a:srgbClr val="123B32"/>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75BD25A1-EA46-4841-A93C-1183BFA0C119}"/>
              </a:ext>
            </a:extLst>
          </p:cNvPr>
          <p:cNvCxnSpPr>
            <a:stCxn xmlns:a="http://schemas.openxmlformats.org/drawingml/2006/main" id="22" idx="1"/>
            <a:endCxn xmlns:a="http://schemas.openxmlformats.org/drawingml/2006/main" id="25" idx="3"/>
          </p:cNvCxnSpPr>
          <p:nvPr/>
        </p:nvCxnSpPr>
        <p:spPr>
          <a:xfrm xmlns:a="http://schemas.openxmlformats.org/drawingml/2006/main" flipH="1">
            <a:off x="8458200" y="5595938"/>
            <a:ext cx="46672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24" name="">
            <a:extLst xmlns:a="http://schemas.openxmlformats.org/drawingml/2006/main">
              <a:ext uri="{FF2B5EF4-FFF2-40B4-BE49-F238E27FC236}">
                <a16:creationId xmlns:a16="http://schemas.microsoft.com/office/drawing/2014/main" id="{DFFE33A1-59A0-4E56-BF81-46E535F2EA96}"/>
              </a:ext>
            </a:extLst>
          </p:cNvPr>
          <p:cNvCxnSpPr>
            <a:stCxn xmlns:a="http://schemas.openxmlformats.org/drawingml/2006/main" id="17" idx="2"/>
            <a:endCxn xmlns:a="http://schemas.openxmlformats.org/drawingml/2006/main" id="22" idx="0"/>
          </p:cNvCxnSpPr>
          <p:nvPr/>
        </p:nvCxnSpPr>
        <p:spPr>
          <a:xfrm xmlns:a="http://schemas.openxmlformats.org/drawingml/2006/main">
            <a:off x="10182225" y="4638675"/>
            <a:ext cx="0" cy="64770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20" name="">
            <a:extLst xmlns:a="http://schemas.openxmlformats.org/drawingml/2006/main">
              <a:ext uri="{FF2B5EF4-FFF2-40B4-BE49-F238E27FC236}">
                <a16:creationId xmlns:a16="http://schemas.microsoft.com/office/drawing/2014/main" id="{F45ED3F4-F77B-475D-81AA-C930DAF15936}"/>
              </a:ext>
            </a:extLst>
          </p:cNvPr>
          <p:cNvCxnSpPr>
            <a:stCxn xmlns:a="http://schemas.openxmlformats.org/drawingml/2006/main" id="13" idx="3"/>
            <a:endCxn xmlns:a="http://schemas.openxmlformats.org/drawingml/2006/main" id="17" idx="1"/>
          </p:cNvCxnSpPr>
          <p:nvPr/>
        </p:nvCxnSpPr>
        <p:spPr>
          <a:xfrm xmlns:a="http://schemas.openxmlformats.org/drawingml/2006/main">
            <a:off x="8667750" y="379571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BC8EABA9-6911-47D7-A6EB-98D6A9EE88A5}"/>
              </a:ext>
            </a:extLst>
          </p:cNvPr>
          <p:cNvCxnSpPr>
            <a:stCxn xmlns:a="http://schemas.openxmlformats.org/drawingml/2006/main" id="9" idx="3"/>
            <a:endCxn xmlns:a="http://schemas.openxmlformats.org/drawingml/2006/main" id="13" idx="1"/>
          </p:cNvCxnSpPr>
          <p:nvPr/>
        </p:nvCxnSpPr>
        <p:spPr>
          <a:xfrm xmlns:a="http://schemas.openxmlformats.org/drawingml/2006/main">
            <a:off x="5895975" y="379571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2688FA23-2F91-4FC9-937F-B4C30E1454FE}"/>
              </a:ext>
            </a:extLst>
          </p:cNvPr>
          <p:cNvCxnSpPr>
            <a:stCxn xmlns:a="http://schemas.openxmlformats.org/drawingml/2006/main" id="6" idx="3"/>
            <a:endCxn xmlns:a="http://schemas.openxmlformats.org/drawingml/2006/main" id="9" idx="1"/>
          </p:cNvCxnSpPr>
          <p:nvPr/>
        </p:nvCxnSpPr>
        <p:spPr>
          <a:xfrm xmlns:a="http://schemas.openxmlformats.org/drawingml/2006/main">
            <a:off x="3124200" y="379571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sp>
        <p:nvSpPr>
          <p:cNvPr id="30" name="">
            <a:extLst xmlns:a="http://schemas.openxmlformats.org/drawingml/2006/main">
              <a:ext uri="{FF2B5EF4-FFF2-40B4-BE49-F238E27FC236}">
                <a16:creationId xmlns:a16="http://schemas.microsoft.com/office/drawing/2014/main" id="{2EA264F3-787A-4EE0-8065-AC383387F66A}"/>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5F1E7"/>
                </a:solidFill>
              </a:defRPr>
            </a:defPPr>
            <a:lvl1pPr>
              <a:buNone/>
              <a:defRPr sz="3375" b="1">
                <a:solidFill>
                  <a:srgbClr val="F5F1E7"/>
                </a:solidFill>
              </a:defRPr>
            </a:lvl1pPr>
            <a:lvl2pPr>
              <a:buNone/>
              <a:defRPr sz="3375" b="1">
                <a:solidFill>
                  <a:srgbClr val="F5F1E7"/>
                </a:solidFill>
              </a:defRPr>
            </a:lvl2pPr>
            <a:lvl3pPr>
              <a:buNone/>
              <a:defRPr sz="3375" b="1">
                <a:solidFill>
                  <a:srgbClr val="F5F1E7"/>
                </a:solidFill>
              </a:defRPr>
            </a:lvl3pPr>
            <a:lvl4pPr>
              <a:buNone/>
              <a:defRPr sz="3375" b="1">
                <a:solidFill>
                  <a:srgbClr val="F5F1E7"/>
                </a:solidFill>
              </a:defRPr>
            </a:lvl4pPr>
            <a:lvl5pPr>
              <a:buNone/>
              <a:defRPr sz="3375" b="1">
                <a:solidFill>
                  <a:srgbClr val="F5F1E7"/>
                </a:solidFill>
              </a:defRPr>
            </a:lvl5pPr>
            <a:lvl6pPr>
              <a:buNone/>
              <a:defRPr sz="3375" b="1">
                <a:solidFill>
                  <a:srgbClr val="F5F1E7"/>
                </a:solidFill>
              </a:defRPr>
            </a:lvl6pPr>
            <a:lvl7pPr>
              <a:buNone/>
              <a:defRPr sz="3375" b="1">
                <a:solidFill>
                  <a:srgbClr val="F5F1E7"/>
                </a:solidFill>
              </a:defRPr>
            </a:lvl7pPr>
            <a:lvl8pPr>
              <a:buNone/>
              <a:defRPr sz="3375" b="1">
                <a:solidFill>
                  <a:srgbClr val="F5F1E7"/>
                </a:solidFill>
              </a:defRPr>
            </a:lvl8pPr>
            <a:lvl9pPr>
              <a:buNone/>
              <a:defRPr sz="3375" b="1">
                <a:solidFill>
                  <a:srgbClr val="F5F1E7"/>
                </a:solidFill>
              </a:defRPr>
            </a:lvl9pPr>
          </a:lstStyle>
          <a:p xmlns:a="http://schemas.openxmlformats.org/drawingml/2006/main">
            <a:pPr>
              <a:buNone/>
              <a:defRPr sz="3375" b="1">
                <a:solidFill>
                  <a:srgbClr val="F5F1E7"/>
                </a:solidFill>
              </a:defRPr>
            </a:pPr>
            <a:r>
              <a:rPr sz="3375" b="1">
                <a:solidFill>
                  <a:srgbClr val="F5F1E7"/>
                </a:solidFill>
              </a:rPr>
              <a:t>The EcoSentinel pipeline</a:t>
            </a:r>
          </a:p>
        </p:txBody>
      </p:sp>
      <p:sp>
        <p:nvSpPr>
          <p:cNvPr id="2" name="">
            <a:extLst xmlns:a="http://schemas.openxmlformats.org/drawingml/2006/main">
              <a:ext uri="{FF2B5EF4-FFF2-40B4-BE49-F238E27FC236}">
                <a16:creationId xmlns:a16="http://schemas.microsoft.com/office/drawing/2014/main" id="{5072EF75-85B9-4026-BCA3-5087FB709C73}"/>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5D2"/>
                </a:solidFill>
              </a:defRPr>
            </a:defPPr>
            <a:lvl1pPr>
              <a:buNone/>
              <a:defRPr sz="1425" b="0">
                <a:solidFill>
                  <a:srgbClr val="DCE5D2"/>
                </a:solidFill>
              </a:defRPr>
            </a:lvl1pPr>
            <a:lvl2pPr>
              <a:buNone/>
              <a:defRPr sz="1425" b="0">
                <a:solidFill>
                  <a:srgbClr val="DCE5D2"/>
                </a:solidFill>
              </a:defRPr>
            </a:lvl2pPr>
            <a:lvl3pPr>
              <a:buNone/>
              <a:defRPr sz="1425" b="0">
                <a:solidFill>
                  <a:srgbClr val="DCE5D2"/>
                </a:solidFill>
              </a:defRPr>
            </a:lvl3pPr>
            <a:lvl4pPr>
              <a:buNone/>
              <a:defRPr sz="1425" b="0">
                <a:solidFill>
                  <a:srgbClr val="DCE5D2"/>
                </a:solidFill>
              </a:defRPr>
            </a:lvl4pPr>
            <a:lvl5pPr>
              <a:buNone/>
              <a:defRPr sz="1425" b="0">
                <a:solidFill>
                  <a:srgbClr val="DCE5D2"/>
                </a:solidFill>
              </a:defRPr>
            </a:lvl5pPr>
            <a:lvl6pPr>
              <a:buNone/>
              <a:defRPr sz="1425" b="0">
                <a:solidFill>
                  <a:srgbClr val="DCE5D2"/>
                </a:solidFill>
              </a:defRPr>
            </a:lvl6pPr>
            <a:lvl7pPr>
              <a:buNone/>
              <a:defRPr sz="1425" b="0">
                <a:solidFill>
                  <a:srgbClr val="DCE5D2"/>
                </a:solidFill>
              </a:defRPr>
            </a:lvl7pPr>
            <a:lvl8pPr>
              <a:buNone/>
              <a:defRPr sz="1425" b="0">
                <a:solidFill>
                  <a:srgbClr val="DCE5D2"/>
                </a:solidFill>
              </a:defRPr>
            </a:lvl8pPr>
            <a:lvl9pPr>
              <a:buNone/>
              <a:defRPr sz="1425" b="0">
                <a:solidFill>
                  <a:srgbClr val="DCE5D2"/>
                </a:solidFill>
              </a:defRPr>
            </a:lvl9pPr>
          </a:lstStyle>
          <a:p xmlns:a="http://schemas.openxmlformats.org/drawingml/2006/main">
            <a:pPr>
              <a:buNone/>
              <a:defRPr sz="1425" b="0">
                <a:solidFill>
                  <a:srgbClr val="DCE5D2"/>
                </a:solidFill>
              </a:defRPr>
            </a:pPr>
            <a:r>
              <a:rPr sz="1425" b="0">
                <a:solidFill>
                  <a:srgbClr val="DCE5D2"/>
                </a:solidFill>
              </a:rPr>
              <a:t>04</a:t>
            </a:r>
          </a:p>
        </p:txBody>
      </p:sp>
      <p:sp>
        <p:nvSpPr>
          <p:cNvPr id="3" name="">
            <a:extLst xmlns:a="http://schemas.openxmlformats.org/drawingml/2006/main">
              <a:ext uri="{FF2B5EF4-FFF2-40B4-BE49-F238E27FC236}">
                <a16:creationId xmlns:a16="http://schemas.microsoft.com/office/drawing/2014/main" id="{47BAEAE4-0535-40CF-A7DB-20BABE0747B7}"/>
              </a:ext>
            </a:extLst>
          </p:cNvPr>
          <p:cNvSpPr>
            <a:spLocks xmlns:a="http://schemas.openxmlformats.org/drawingml/2006/main" noGrp="1"/>
          </p:cNvSpPr>
          <p:nvPr/>
        </p:nvSpPr>
        <p:spPr>
          <a:xfrm xmlns:a="http://schemas.openxmlformats.org/drawingml/2006/main">
            <a:off x="609600" y="1438275"/>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CE5D2"/>
                </a:solidFill>
              </a:defRPr>
            </a:defPPr>
            <a:lvl1pPr>
              <a:buNone/>
              <a:defRPr sz="2100" b="0">
                <a:solidFill>
                  <a:srgbClr val="DCE5D2"/>
                </a:solidFill>
              </a:defRPr>
            </a:lvl1pPr>
            <a:lvl2pPr>
              <a:buNone/>
              <a:defRPr sz="2100" b="0">
                <a:solidFill>
                  <a:srgbClr val="DCE5D2"/>
                </a:solidFill>
              </a:defRPr>
            </a:lvl2pPr>
            <a:lvl3pPr>
              <a:buNone/>
              <a:defRPr sz="2100" b="0">
                <a:solidFill>
                  <a:srgbClr val="DCE5D2"/>
                </a:solidFill>
              </a:defRPr>
            </a:lvl3pPr>
            <a:lvl4pPr>
              <a:buNone/>
              <a:defRPr sz="2100" b="0">
                <a:solidFill>
                  <a:srgbClr val="DCE5D2"/>
                </a:solidFill>
              </a:defRPr>
            </a:lvl4pPr>
            <a:lvl5pPr>
              <a:buNone/>
              <a:defRPr sz="2100" b="0">
                <a:solidFill>
                  <a:srgbClr val="DCE5D2"/>
                </a:solidFill>
              </a:defRPr>
            </a:lvl5pPr>
            <a:lvl6pPr>
              <a:buNone/>
              <a:defRPr sz="2100" b="0">
                <a:solidFill>
                  <a:srgbClr val="DCE5D2"/>
                </a:solidFill>
              </a:defRPr>
            </a:lvl6pPr>
            <a:lvl7pPr>
              <a:buNone/>
              <a:defRPr sz="2100" b="0">
                <a:solidFill>
                  <a:srgbClr val="DCE5D2"/>
                </a:solidFill>
              </a:defRPr>
            </a:lvl7pPr>
            <a:lvl8pPr>
              <a:buNone/>
              <a:defRPr sz="2100" b="0">
                <a:solidFill>
                  <a:srgbClr val="DCE5D2"/>
                </a:solidFill>
              </a:defRPr>
            </a:lvl8pPr>
            <a:lvl9pPr>
              <a:buNone/>
              <a:defRPr sz="2100" b="0">
                <a:solidFill>
                  <a:srgbClr val="DCE5D2"/>
                </a:solidFill>
              </a:defRPr>
            </a:lvl9pPr>
          </a:lstStyle>
          <a:p xmlns:a="http://schemas.openxmlformats.org/drawingml/2006/main">
            <a:pPr>
              <a:buNone/>
              <a:defRPr sz="2100" b="0">
                <a:solidFill>
                  <a:srgbClr val="DCE5D2"/>
                </a:solidFill>
              </a:defRPr>
            </a:pPr>
            <a:r>
              <a:rPr sz="2100" b="0">
                <a:solidFill>
                  <a:srgbClr val="DCE5D2"/>
                </a:solidFill>
              </a:rPr>
              <a:t>Optional acquisition or local files / Security Gate</a:t>
            </a:r>
          </a:p>
        </p:txBody>
      </p:sp>
      <p:sp>
        <p:nvSpPr>
          <p:cNvPr id="4" name="">
            <a:extLst xmlns:a="http://schemas.openxmlformats.org/drawingml/2006/main">
              <a:ext uri="{FF2B5EF4-FFF2-40B4-BE49-F238E27FC236}">
                <a16:creationId xmlns:a16="http://schemas.microsoft.com/office/drawing/2014/main" id="{5D17F672-B817-4816-9F9F-33C323357B3B}"/>
              </a:ext>
            </a:extLst>
          </p:cNvPr>
          <p:cNvSpPr>
            <a:spLocks xmlns:a="http://schemas.openxmlformats.org/drawingml/2006/main" noGrp="1"/>
          </p:cNvSpPr>
          <p:nvPr/>
        </p:nvSpPr>
        <p:spPr>
          <a:xfrm xmlns:a="http://schemas.openxmlformats.org/drawingml/2006/main">
            <a:off x="609600" y="20478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5F1E7"/>
                </a:solidFill>
              </a:defRPr>
            </a:defPPr>
            <a:lvl1pPr>
              <a:buNone/>
              <a:defRPr sz="2475" b="1">
                <a:solidFill>
                  <a:srgbClr val="F5F1E7"/>
                </a:solidFill>
              </a:defRPr>
            </a:lvl1pPr>
            <a:lvl2pPr>
              <a:buNone/>
              <a:defRPr sz="2475" b="1">
                <a:solidFill>
                  <a:srgbClr val="F5F1E7"/>
                </a:solidFill>
              </a:defRPr>
            </a:lvl2pPr>
            <a:lvl3pPr>
              <a:buNone/>
              <a:defRPr sz="2475" b="1">
                <a:solidFill>
                  <a:srgbClr val="F5F1E7"/>
                </a:solidFill>
              </a:defRPr>
            </a:lvl3pPr>
            <a:lvl4pPr>
              <a:buNone/>
              <a:defRPr sz="2475" b="1">
                <a:solidFill>
                  <a:srgbClr val="F5F1E7"/>
                </a:solidFill>
              </a:defRPr>
            </a:lvl4pPr>
            <a:lvl5pPr>
              <a:buNone/>
              <a:defRPr sz="2475" b="1">
                <a:solidFill>
                  <a:srgbClr val="F5F1E7"/>
                </a:solidFill>
              </a:defRPr>
            </a:lvl5pPr>
            <a:lvl6pPr>
              <a:buNone/>
              <a:defRPr sz="2475" b="1">
                <a:solidFill>
                  <a:srgbClr val="F5F1E7"/>
                </a:solidFill>
              </a:defRPr>
            </a:lvl6pPr>
            <a:lvl7pPr>
              <a:buNone/>
              <a:defRPr sz="2475" b="1">
                <a:solidFill>
                  <a:srgbClr val="F5F1E7"/>
                </a:solidFill>
              </a:defRPr>
            </a:lvl7pPr>
            <a:lvl8pPr>
              <a:buNone/>
              <a:defRPr sz="2475" b="1">
                <a:solidFill>
                  <a:srgbClr val="F5F1E7"/>
                </a:solidFill>
              </a:defRPr>
            </a:lvl8pPr>
            <a:lvl9pPr>
              <a:buNone/>
              <a:defRPr sz="2475" b="1">
                <a:solidFill>
                  <a:srgbClr val="F5F1E7"/>
                </a:solidFill>
              </a:defRPr>
            </a:lvl9pPr>
          </a:lstStyle>
          <a:p xmlns:a="http://schemas.openxmlformats.org/drawingml/2006/main">
            <a:pPr>
              <a:buNone/>
              <a:defRPr sz="2475" b="1">
                <a:solidFill>
                  <a:srgbClr val="F5F1E7"/>
                </a:solidFill>
              </a:defRPr>
            </a:pPr>
            <a:r>
              <a:rPr sz="2475" b="1">
                <a:solidFill>
                  <a:srgbClr val="F5F1E7"/>
                </a:solidFill>
              </a:rPr>
              <a:t>16-step orchestrator</a:t>
            </a:r>
          </a:p>
        </p:txBody>
      </p:sp>
      <p:sp>
        <p:nvSpPr>
          <p:cNvPr id="5" name="">
            <a:extLst xmlns:a="http://schemas.openxmlformats.org/drawingml/2006/main">
              <a:ext uri="{FF2B5EF4-FFF2-40B4-BE49-F238E27FC236}">
                <a16:creationId xmlns:a16="http://schemas.microsoft.com/office/drawing/2014/main" id="{448EABF0-E104-4D0E-8B68-14AE20D5BF83}"/>
              </a:ext>
            </a:extLst>
          </p:cNvPr>
          <p:cNvSpPr>
            <a:spLocks xmlns:a="http://schemas.openxmlformats.org/drawingml/2006/main" noGrp="1"/>
          </p:cNvSpPr>
          <p:nvPr/>
        </p:nvSpPr>
        <p:spPr>
          <a:xfrm xmlns:a="http://schemas.openxmlformats.org/drawingml/2006/main">
            <a:off x="5238750" y="209550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CE5D2"/>
                </a:solidFill>
              </a:defRPr>
            </a:defPPr>
            <a:lvl1pPr>
              <a:buNone/>
              <a:defRPr sz="2100" b="0">
                <a:solidFill>
                  <a:srgbClr val="DCE5D2"/>
                </a:solidFill>
              </a:defRPr>
            </a:lvl1pPr>
            <a:lvl2pPr>
              <a:buNone/>
              <a:defRPr sz="2100" b="0">
                <a:solidFill>
                  <a:srgbClr val="DCE5D2"/>
                </a:solidFill>
              </a:defRPr>
            </a:lvl2pPr>
            <a:lvl3pPr>
              <a:buNone/>
              <a:defRPr sz="2100" b="0">
                <a:solidFill>
                  <a:srgbClr val="DCE5D2"/>
                </a:solidFill>
              </a:defRPr>
            </a:lvl3pPr>
            <a:lvl4pPr>
              <a:buNone/>
              <a:defRPr sz="2100" b="0">
                <a:solidFill>
                  <a:srgbClr val="DCE5D2"/>
                </a:solidFill>
              </a:defRPr>
            </a:lvl4pPr>
            <a:lvl5pPr>
              <a:buNone/>
              <a:defRPr sz="2100" b="0">
                <a:solidFill>
                  <a:srgbClr val="DCE5D2"/>
                </a:solidFill>
              </a:defRPr>
            </a:lvl5pPr>
            <a:lvl6pPr>
              <a:buNone/>
              <a:defRPr sz="2100" b="0">
                <a:solidFill>
                  <a:srgbClr val="DCE5D2"/>
                </a:solidFill>
              </a:defRPr>
            </a:lvl6pPr>
            <a:lvl7pPr>
              <a:buNone/>
              <a:defRPr sz="2100" b="0">
                <a:solidFill>
                  <a:srgbClr val="DCE5D2"/>
                </a:solidFill>
              </a:defRPr>
            </a:lvl7pPr>
            <a:lvl8pPr>
              <a:buNone/>
              <a:defRPr sz="2100" b="0">
                <a:solidFill>
                  <a:srgbClr val="DCE5D2"/>
                </a:solidFill>
              </a:defRPr>
            </a:lvl8pPr>
            <a:lvl9pPr>
              <a:buNone/>
              <a:defRPr sz="2100" b="0">
                <a:solidFill>
                  <a:srgbClr val="DCE5D2"/>
                </a:solidFill>
              </a:defRPr>
            </a:lvl9pPr>
          </a:lstStyle>
          <a:p xmlns:a="http://schemas.openxmlformats.org/drawingml/2006/main">
            <a:pPr>
              <a:buNone/>
              <a:defRPr sz="2100" b="0">
                <a:solidFill>
                  <a:srgbClr val="DCE5D2"/>
                </a:solidFill>
              </a:defRPr>
            </a:pPr>
            <a:r>
              <a:rPr sz="2100" b="0">
                <a:solidFill>
                  <a:srgbClr val="DCE5D2"/>
                </a:solidFill>
              </a:rPr>
              <a:t>Lock, timeouts and step reports</a:t>
            </a:r>
          </a:p>
        </p:txBody>
      </p:sp>
      <p:sp>
        <p:nvSpPr>
          <p:cNvPr id="6" name="">
            <a:extLst xmlns:a="http://schemas.openxmlformats.org/drawingml/2006/main">
              <a:ext uri="{FF2B5EF4-FFF2-40B4-BE49-F238E27FC236}">
                <a16:creationId xmlns:a16="http://schemas.microsoft.com/office/drawing/2014/main" id="{E478F227-A004-4137-82F1-C7ACD8E93C09}"/>
              </a:ext>
            </a:extLst>
          </p:cNvPr>
          <p:cNvSpPr>
            <a:spLocks xmlns:a="http://schemas.openxmlformats.org/drawingml/2006/main" noGrp="1"/>
          </p:cNvSpPr>
          <p:nvPr/>
        </p:nvSpPr>
        <p:spPr>
          <a:xfrm xmlns:a="http://schemas.openxmlformats.org/drawingml/2006/main">
            <a:off x="609600" y="2952750"/>
            <a:ext cx="2514600" cy="16859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7" name="">
            <a:extLst xmlns:a="http://schemas.openxmlformats.org/drawingml/2006/main">
              <a:ext uri="{FF2B5EF4-FFF2-40B4-BE49-F238E27FC236}">
                <a16:creationId xmlns:a16="http://schemas.microsoft.com/office/drawing/2014/main" id="{00BC8C4D-2C81-4BC9-BC5D-9E665545E6A2}"/>
              </a:ext>
            </a:extLst>
          </p:cNvPr>
          <p:cNvSpPr>
            <a:spLocks xmlns:a="http://schemas.openxmlformats.org/drawingml/2006/main" noGrp="1"/>
          </p:cNvSpPr>
          <p:nvPr/>
        </p:nvSpPr>
        <p:spPr>
          <a:xfrm xmlns:a="http://schemas.openxmlformats.org/drawingml/2006/main">
            <a:off x="771525" y="3105150"/>
            <a:ext cx="219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B32"/>
                </a:solidFill>
              </a:defRPr>
            </a:defPPr>
            <a:lvl1pPr>
              <a:buNone/>
              <a:defRPr sz="2250" b="1">
                <a:solidFill>
                  <a:srgbClr val="123B32"/>
                </a:solidFill>
              </a:defRPr>
            </a:lvl1pPr>
            <a:lvl2pPr>
              <a:buNone/>
              <a:defRPr sz="2250" b="1">
                <a:solidFill>
                  <a:srgbClr val="123B32"/>
                </a:solidFill>
              </a:defRPr>
            </a:lvl2pPr>
            <a:lvl3pPr>
              <a:buNone/>
              <a:defRPr sz="2250" b="1">
                <a:solidFill>
                  <a:srgbClr val="123B32"/>
                </a:solidFill>
              </a:defRPr>
            </a:lvl3pPr>
            <a:lvl4pPr>
              <a:buNone/>
              <a:defRPr sz="2250" b="1">
                <a:solidFill>
                  <a:srgbClr val="123B32"/>
                </a:solidFill>
              </a:defRPr>
            </a:lvl4pPr>
            <a:lvl5pPr>
              <a:buNone/>
              <a:defRPr sz="2250" b="1">
                <a:solidFill>
                  <a:srgbClr val="123B32"/>
                </a:solidFill>
              </a:defRPr>
            </a:lvl5pPr>
            <a:lvl6pPr>
              <a:buNone/>
              <a:defRPr sz="2250" b="1">
                <a:solidFill>
                  <a:srgbClr val="123B32"/>
                </a:solidFill>
              </a:defRPr>
            </a:lvl6pPr>
            <a:lvl7pPr>
              <a:buNone/>
              <a:defRPr sz="2250" b="1">
                <a:solidFill>
                  <a:srgbClr val="123B32"/>
                </a:solidFill>
              </a:defRPr>
            </a:lvl7pPr>
            <a:lvl8pPr>
              <a:buNone/>
              <a:defRPr sz="2250" b="1">
                <a:solidFill>
                  <a:srgbClr val="123B32"/>
                </a:solidFill>
              </a:defRPr>
            </a:lvl8pPr>
            <a:lvl9pPr>
              <a:buNone/>
              <a:defRPr sz="2250" b="1">
                <a:solidFill>
                  <a:srgbClr val="123B32"/>
                </a:solidFill>
              </a:defRPr>
            </a:lvl9pPr>
          </a:lstStyle>
          <a:p xmlns:a="http://schemas.openxmlformats.org/drawingml/2006/main">
            <a:pPr>
              <a:buNone/>
              <a:defRPr sz="2250" b="1">
                <a:solidFill>
                  <a:srgbClr val="123B32"/>
                </a:solidFill>
              </a:defRPr>
            </a:pPr>
            <a:r>
              <a:rPr sz="2250" b="1">
                <a:solidFill>
                  <a:srgbClr val="123B32"/>
                </a:solidFill>
              </a:rPr>
              <a:t>Landing</a:t>
            </a:r>
          </a:p>
        </p:txBody>
      </p:sp>
      <p:sp>
        <p:nvSpPr>
          <p:cNvPr id="8" name="">
            <a:extLst xmlns:a="http://schemas.openxmlformats.org/drawingml/2006/main">
              <a:ext uri="{FF2B5EF4-FFF2-40B4-BE49-F238E27FC236}">
                <a16:creationId xmlns:a16="http://schemas.microsoft.com/office/drawing/2014/main" id="{6DFAA6DD-0E68-426F-9326-03DE4CEC8B9D}"/>
              </a:ext>
            </a:extLst>
          </p:cNvPr>
          <p:cNvSpPr>
            <a:spLocks xmlns:a="http://schemas.openxmlformats.org/drawingml/2006/main" noGrp="1"/>
          </p:cNvSpPr>
          <p:nvPr/>
        </p:nvSpPr>
        <p:spPr>
          <a:xfrm xmlns:a="http://schemas.openxmlformats.org/drawingml/2006/main">
            <a:off x="771525" y="3543300"/>
            <a:ext cx="2238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B32"/>
                </a:solidFill>
              </a:defRPr>
            </a:defPPr>
            <a:lvl1pPr>
              <a:buNone/>
              <a:defRPr sz="1950" b="0">
                <a:solidFill>
                  <a:srgbClr val="123B32"/>
                </a:solidFill>
              </a:defRPr>
            </a:lvl1pPr>
            <a:lvl2pPr>
              <a:buNone/>
              <a:defRPr sz="1950" b="0">
                <a:solidFill>
                  <a:srgbClr val="123B32"/>
                </a:solidFill>
              </a:defRPr>
            </a:lvl2pPr>
            <a:lvl3pPr>
              <a:buNone/>
              <a:defRPr sz="1950" b="0">
                <a:solidFill>
                  <a:srgbClr val="123B32"/>
                </a:solidFill>
              </a:defRPr>
            </a:lvl3pPr>
            <a:lvl4pPr>
              <a:buNone/>
              <a:defRPr sz="1950" b="0">
                <a:solidFill>
                  <a:srgbClr val="123B32"/>
                </a:solidFill>
              </a:defRPr>
            </a:lvl4pPr>
            <a:lvl5pPr>
              <a:buNone/>
              <a:defRPr sz="1950" b="0">
                <a:solidFill>
                  <a:srgbClr val="123B32"/>
                </a:solidFill>
              </a:defRPr>
            </a:lvl5pPr>
            <a:lvl6pPr>
              <a:buNone/>
              <a:defRPr sz="1950" b="0">
                <a:solidFill>
                  <a:srgbClr val="123B32"/>
                </a:solidFill>
              </a:defRPr>
            </a:lvl6pPr>
            <a:lvl7pPr>
              <a:buNone/>
              <a:defRPr sz="1950" b="0">
                <a:solidFill>
                  <a:srgbClr val="123B32"/>
                </a:solidFill>
              </a:defRPr>
            </a:lvl7pPr>
            <a:lvl8pPr>
              <a:buNone/>
              <a:defRPr sz="1950" b="0">
                <a:solidFill>
                  <a:srgbClr val="123B32"/>
                </a:solidFill>
              </a:defRPr>
            </a:lvl8pPr>
            <a:lvl9pPr>
              <a:buNone/>
              <a:defRPr sz="1950" b="0">
                <a:solidFill>
                  <a:srgbClr val="123B32"/>
                </a:solidFill>
              </a:defRPr>
            </a:lvl9pPr>
          </a:lstStyle>
          <a:p xmlns:a="http://schemas.openxmlformats.org/drawingml/2006/main">
            <a:pPr>
              <a:buNone/>
              <a:defRPr sz="1950" b="0">
                <a:solidFill>
                  <a:srgbClr val="123B32"/>
                </a:solidFill>
              </a:defRPr>
            </a:pPr>
            <a:r>
              <a:rPr sz="1950" b="0">
                <a:solidFill>
                  <a:srgbClr val="123B32"/>
                </a:solidFill>
              </a:rPr>
              <a:t>Preserve</a:t>
            </a:r>
          </a:p>
          <a:p xmlns:a="http://schemas.openxmlformats.org/drawingml/2006/main">
            <a:pPr>
              <a:buNone/>
              <a:defRPr sz="1950" b="0">
                <a:solidFill>
                  <a:srgbClr val="123B32"/>
                </a:solidFill>
              </a:defRPr>
            </a:pPr>
            <a:r>
              <a:rPr sz="1950" b="0">
                <a:solidFill>
                  <a:srgbClr val="123B32"/>
                </a:solidFill>
              </a:rPr>
              <a:t>originals</a:t>
            </a:r>
          </a:p>
        </p:txBody>
      </p:sp>
      <p:sp>
        <p:nvSpPr>
          <p:cNvPr id="9" name="">
            <a:extLst xmlns:a="http://schemas.openxmlformats.org/drawingml/2006/main">
              <a:ext uri="{FF2B5EF4-FFF2-40B4-BE49-F238E27FC236}">
                <a16:creationId xmlns:a16="http://schemas.microsoft.com/office/drawing/2014/main" id="{204FA7C2-B786-4588-817D-FB0680FD7F6D}"/>
              </a:ext>
            </a:extLst>
          </p:cNvPr>
          <p:cNvSpPr>
            <a:spLocks xmlns:a="http://schemas.openxmlformats.org/drawingml/2006/main" noGrp="1"/>
          </p:cNvSpPr>
          <p:nvPr/>
        </p:nvSpPr>
        <p:spPr>
          <a:xfrm xmlns:a="http://schemas.openxmlformats.org/drawingml/2006/main">
            <a:off x="3381375" y="2952750"/>
            <a:ext cx="2514600" cy="16859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0" name="">
            <a:extLst xmlns:a="http://schemas.openxmlformats.org/drawingml/2006/main">
              <a:ext uri="{FF2B5EF4-FFF2-40B4-BE49-F238E27FC236}">
                <a16:creationId xmlns:a16="http://schemas.microsoft.com/office/drawing/2014/main" id="{DE5D1E6E-2CBB-45F1-954B-F2AF68BEC044}"/>
              </a:ext>
            </a:extLst>
          </p:cNvPr>
          <p:cNvSpPr>
            <a:spLocks xmlns:a="http://schemas.openxmlformats.org/drawingml/2006/main" noGrp="1"/>
          </p:cNvSpPr>
          <p:nvPr/>
        </p:nvSpPr>
        <p:spPr>
          <a:xfrm xmlns:a="http://schemas.openxmlformats.org/drawingml/2006/main">
            <a:off x="3543300" y="3105150"/>
            <a:ext cx="219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B32"/>
                </a:solidFill>
              </a:defRPr>
            </a:defPPr>
            <a:lvl1pPr>
              <a:buNone/>
              <a:defRPr sz="2250" b="1">
                <a:solidFill>
                  <a:srgbClr val="123B32"/>
                </a:solidFill>
              </a:defRPr>
            </a:lvl1pPr>
            <a:lvl2pPr>
              <a:buNone/>
              <a:defRPr sz="2250" b="1">
                <a:solidFill>
                  <a:srgbClr val="123B32"/>
                </a:solidFill>
              </a:defRPr>
            </a:lvl2pPr>
            <a:lvl3pPr>
              <a:buNone/>
              <a:defRPr sz="2250" b="1">
                <a:solidFill>
                  <a:srgbClr val="123B32"/>
                </a:solidFill>
              </a:defRPr>
            </a:lvl3pPr>
            <a:lvl4pPr>
              <a:buNone/>
              <a:defRPr sz="2250" b="1">
                <a:solidFill>
                  <a:srgbClr val="123B32"/>
                </a:solidFill>
              </a:defRPr>
            </a:lvl4pPr>
            <a:lvl5pPr>
              <a:buNone/>
              <a:defRPr sz="2250" b="1">
                <a:solidFill>
                  <a:srgbClr val="123B32"/>
                </a:solidFill>
              </a:defRPr>
            </a:lvl5pPr>
            <a:lvl6pPr>
              <a:buNone/>
              <a:defRPr sz="2250" b="1">
                <a:solidFill>
                  <a:srgbClr val="123B32"/>
                </a:solidFill>
              </a:defRPr>
            </a:lvl6pPr>
            <a:lvl7pPr>
              <a:buNone/>
              <a:defRPr sz="2250" b="1">
                <a:solidFill>
                  <a:srgbClr val="123B32"/>
                </a:solidFill>
              </a:defRPr>
            </a:lvl7pPr>
            <a:lvl8pPr>
              <a:buNone/>
              <a:defRPr sz="2250" b="1">
                <a:solidFill>
                  <a:srgbClr val="123B32"/>
                </a:solidFill>
              </a:defRPr>
            </a:lvl8pPr>
            <a:lvl9pPr>
              <a:buNone/>
              <a:defRPr sz="2250" b="1">
                <a:solidFill>
                  <a:srgbClr val="123B32"/>
                </a:solidFill>
              </a:defRPr>
            </a:lvl9pPr>
          </a:lstStyle>
          <a:p xmlns:a="http://schemas.openxmlformats.org/drawingml/2006/main">
            <a:pPr>
              <a:buNone/>
              <a:defRPr sz="2250" b="1">
                <a:solidFill>
                  <a:srgbClr val="123B32"/>
                </a:solidFill>
              </a:defRPr>
            </a:pPr>
            <a:r>
              <a:rPr sz="2250" b="1">
                <a:solidFill>
                  <a:srgbClr val="123B32"/>
                </a:solidFill>
              </a:rPr>
              <a:t>Formatted</a:t>
            </a:r>
          </a:p>
        </p:txBody>
      </p:sp>
      <p:sp>
        <p:nvSpPr>
          <p:cNvPr id="11" name="">
            <a:extLst xmlns:a="http://schemas.openxmlformats.org/drawingml/2006/main">
              <a:ext uri="{FF2B5EF4-FFF2-40B4-BE49-F238E27FC236}">
                <a16:creationId xmlns:a16="http://schemas.microsoft.com/office/drawing/2014/main" id="{7BE5EFC0-D541-45F5-872E-9DD0457D9DAC}"/>
              </a:ext>
            </a:extLst>
          </p:cNvPr>
          <p:cNvSpPr>
            <a:spLocks xmlns:a="http://schemas.openxmlformats.org/drawingml/2006/main" noGrp="1"/>
          </p:cNvSpPr>
          <p:nvPr/>
        </p:nvSpPr>
        <p:spPr>
          <a:xfrm xmlns:a="http://schemas.openxmlformats.org/drawingml/2006/main">
            <a:off x="3543300" y="3543300"/>
            <a:ext cx="2238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B32"/>
                </a:solidFill>
              </a:defRPr>
            </a:defPPr>
            <a:lvl1pPr>
              <a:buNone/>
              <a:defRPr sz="1950" b="0">
                <a:solidFill>
                  <a:srgbClr val="123B32"/>
                </a:solidFill>
              </a:defRPr>
            </a:lvl1pPr>
            <a:lvl2pPr>
              <a:buNone/>
              <a:defRPr sz="1950" b="0">
                <a:solidFill>
                  <a:srgbClr val="123B32"/>
                </a:solidFill>
              </a:defRPr>
            </a:lvl2pPr>
            <a:lvl3pPr>
              <a:buNone/>
              <a:defRPr sz="1950" b="0">
                <a:solidFill>
                  <a:srgbClr val="123B32"/>
                </a:solidFill>
              </a:defRPr>
            </a:lvl3pPr>
            <a:lvl4pPr>
              <a:buNone/>
              <a:defRPr sz="1950" b="0">
                <a:solidFill>
                  <a:srgbClr val="123B32"/>
                </a:solidFill>
              </a:defRPr>
            </a:lvl4pPr>
            <a:lvl5pPr>
              <a:buNone/>
              <a:defRPr sz="1950" b="0">
                <a:solidFill>
                  <a:srgbClr val="123B32"/>
                </a:solidFill>
              </a:defRPr>
            </a:lvl5pPr>
            <a:lvl6pPr>
              <a:buNone/>
              <a:defRPr sz="1950" b="0">
                <a:solidFill>
                  <a:srgbClr val="123B32"/>
                </a:solidFill>
              </a:defRPr>
            </a:lvl6pPr>
            <a:lvl7pPr>
              <a:buNone/>
              <a:defRPr sz="1950" b="0">
                <a:solidFill>
                  <a:srgbClr val="123B32"/>
                </a:solidFill>
              </a:defRPr>
            </a:lvl7pPr>
            <a:lvl8pPr>
              <a:buNone/>
              <a:defRPr sz="1950" b="0">
                <a:solidFill>
                  <a:srgbClr val="123B32"/>
                </a:solidFill>
              </a:defRPr>
            </a:lvl8pPr>
            <a:lvl9pPr>
              <a:buNone/>
              <a:defRPr sz="1950" b="0">
                <a:solidFill>
                  <a:srgbClr val="123B32"/>
                </a:solidFill>
              </a:defRPr>
            </a:lvl9pPr>
          </a:lstStyle>
          <a:p xmlns:a="http://schemas.openxmlformats.org/drawingml/2006/main">
            <a:pPr>
              <a:buNone/>
              <a:defRPr sz="1950" b="0">
                <a:solidFill>
                  <a:srgbClr val="123B32"/>
                </a:solidFill>
              </a:defRPr>
            </a:pPr>
            <a:r>
              <a:rPr sz="1950" b="0">
                <a:solidFill>
                  <a:srgbClr val="123B32"/>
                </a:solidFill>
              </a:rPr>
              <a:t>Standardise</a:t>
            </a:r>
          </a:p>
          <a:p xmlns:a="http://schemas.openxmlformats.org/drawingml/2006/main">
            <a:pPr>
              <a:buNone/>
              <a:defRPr sz="1950" b="0">
                <a:solidFill>
                  <a:srgbClr val="123B32"/>
                </a:solidFill>
              </a:defRPr>
            </a:pPr>
            <a:r>
              <a:rPr sz="1950" b="0">
                <a:solidFill>
                  <a:srgbClr val="123B32"/>
                </a:solidFill>
              </a:rPr>
              <a:t>representation</a:t>
            </a:r>
          </a:p>
        </p:txBody>
      </p:sp>
      <p:sp>
        <p:nvSpPr>
          <p:cNvPr id="13" name="">
            <a:extLst xmlns:a="http://schemas.openxmlformats.org/drawingml/2006/main">
              <a:ext uri="{FF2B5EF4-FFF2-40B4-BE49-F238E27FC236}">
                <a16:creationId xmlns:a16="http://schemas.microsoft.com/office/drawing/2014/main" id="{5E9CB112-452C-4313-A2FA-2B7294DA88F9}"/>
              </a:ext>
            </a:extLst>
          </p:cNvPr>
          <p:cNvSpPr>
            <a:spLocks xmlns:a="http://schemas.openxmlformats.org/drawingml/2006/main" noGrp="1"/>
          </p:cNvSpPr>
          <p:nvPr/>
        </p:nvSpPr>
        <p:spPr>
          <a:xfrm xmlns:a="http://schemas.openxmlformats.org/drawingml/2006/main">
            <a:off x="6153150" y="2952750"/>
            <a:ext cx="2514600" cy="16859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4" name="">
            <a:extLst xmlns:a="http://schemas.openxmlformats.org/drawingml/2006/main">
              <a:ext uri="{FF2B5EF4-FFF2-40B4-BE49-F238E27FC236}">
                <a16:creationId xmlns:a16="http://schemas.microsoft.com/office/drawing/2014/main" id="{EB342218-33F7-48FE-BEC4-BCA10BB162AD}"/>
              </a:ext>
            </a:extLst>
          </p:cNvPr>
          <p:cNvSpPr>
            <a:spLocks xmlns:a="http://schemas.openxmlformats.org/drawingml/2006/main" noGrp="1"/>
          </p:cNvSpPr>
          <p:nvPr/>
        </p:nvSpPr>
        <p:spPr>
          <a:xfrm xmlns:a="http://schemas.openxmlformats.org/drawingml/2006/main">
            <a:off x="6315075" y="3105150"/>
            <a:ext cx="219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B32"/>
                </a:solidFill>
              </a:defRPr>
            </a:defPPr>
            <a:lvl1pPr>
              <a:buNone/>
              <a:defRPr sz="2250" b="1">
                <a:solidFill>
                  <a:srgbClr val="123B32"/>
                </a:solidFill>
              </a:defRPr>
            </a:lvl1pPr>
            <a:lvl2pPr>
              <a:buNone/>
              <a:defRPr sz="2250" b="1">
                <a:solidFill>
                  <a:srgbClr val="123B32"/>
                </a:solidFill>
              </a:defRPr>
            </a:lvl2pPr>
            <a:lvl3pPr>
              <a:buNone/>
              <a:defRPr sz="2250" b="1">
                <a:solidFill>
                  <a:srgbClr val="123B32"/>
                </a:solidFill>
              </a:defRPr>
            </a:lvl3pPr>
            <a:lvl4pPr>
              <a:buNone/>
              <a:defRPr sz="2250" b="1">
                <a:solidFill>
                  <a:srgbClr val="123B32"/>
                </a:solidFill>
              </a:defRPr>
            </a:lvl4pPr>
            <a:lvl5pPr>
              <a:buNone/>
              <a:defRPr sz="2250" b="1">
                <a:solidFill>
                  <a:srgbClr val="123B32"/>
                </a:solidFill>
              </a:defRPr>
            </a:lvl5pPr>
            <a:lvl6pPr>
              <a:buNone/>
              <a:defRPr sz="2250" b="1">
                <a:solidFill>
                  <a:srgbClr val="123B32"/>
                </a:solidFill>
              </a:defRPr>
            </a:lvl6pPr>
            <a:lvl7pPr>
              <a:buNone/>
              <a:defRPr sz="2250" b="1">
                <a:solidFill>
                  <a:srgbClr val="123B32"/>
                </a:solidFill>
              </a:defRPr>
            </a:lvl7pPr>
            <a:lvl8pPr>
              <a:buNone/>
              <a:defRPr sz="2250" b="1">
                <a:solidFill>
                  <a:srgbClr val="123B32"/>
                </a:solidFill>
              </a:defRPr>
            </a:lvl8pPr>
            <a:lvl9pPr>
              <a:buNone/>
              <a:defRPr sz="2250" b="1">
                <a:solidFill>
                  <a:srgbClr val="123B32"/>
                </a:solidFill>
              </a:defRPr>
            </a:lvl9pPr>
          </a:lstStyle>
          <a:p xmlns:a="http://schemas.openxmlformats.org/drawingml/2006/main">
            <a:pPr>
              <a:buNone/>
              <a:defRPr sz="2250" b="1">
                <a:solidFill>
                  <a:srgbClr val="123B32"/>
                </a:solidFill>
              </a:defRPr>
            </a:pPr>
            <a:r>
              <a:rPr sz="2250" b="1">
                <a:solidFill>
                  <a:srgbClr val="123B32"/>
                </a:solidFill>
              </a:rPr>
              <a:t>Trusted</a:t>
            </a:r>
          </a:p>
        </p:txBody>
      </p:sp>
      <p:sp>
        <p:nvSpPr>
          <p:cNvPr id="15" name="">
            <a:extLst xmlns:a="http://schemas.openxmlformats.org/drawingml/2006/main">
              <a:ext uri="{FF2B5EF4-FFF2-40B4-BE49-F238E27FC236}">
                <a16:creationId xmlns:a16="http://schemas.microsoft.com/office/drawing/2014/main" id="{F8582543-2EB0-4EB3-9152-715883CECD0E}"/>
              </a:ext>
            </a:extLst>
          </p:cNvPr>
          <p:cNvSpPr>
            <a:spLocks xmlns:a="http://schemas.openxmlformats.org/drawingml/2006/main" noGrp="1"/>
          </p:cNvSpPr>
          <p:nvPr/>
        </p:nvSpPr>
        <p:spPr>
          <a:xfrm xmlns:a="http://schemas.openxmlformats.org/drawingml/2006/main">
            <a:off x="6315075" y="3543300"/>
            <a:ext cx="2238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B32"/>
                </a:solidFill>
              </a:defRPr>
            </a:defPPr>
            <a:lvl1pPr>
              <a:buNone/>
              <a:defRPr sz="1950" b="0">
                <a:solidFill>
                  <a:srgbClr val="123B32"/>
                </a:solidFill>
              </a:defRPr>
            </a:lvl1pPr>
            <a:lvl2pPr>
              <a:buNone/>
              <a:defRPr sz="1950" b="0">
                <a:solidFill>
                  <a:srgbClr val="123B32"/>
                </a:solidFill>
              </a:defRPr>
            </a:lvl2pPr>
            <a:lvl3pPr>
              <a:buNone/>
              <a:defRPr sz="1950" b="0">
                <a:solidFill>
                  <a:srgbClr val="123B32"/>
                </a:solidFill>
              </a:defRPr>
            </a:lvl3pPr>
            <a:lvl4pPr>
              <a:buNone/>
              <a:defRPr sz="1950" b="0">
                <a:solidFill>
                  <a:srgbClr val="123B32"/>
                </a:solidFill>
              </a:defRPr>
            </a:lvl4pPr>
            <a:lvl5pPr>
              <a:buNone/>
              <a:defRPr sz="1950" b="0">
                <a:solidFill>
                  <a:srgbClr val="123B32"/>
                </a:solidFill>
              </a:defRPr>
            </a:lvl5pPr>
            <a:lvl6pPr>
              <a:buNone/>
              <a:defRPr sz="1950" b="0">
                <a:solidFill>
                  <a:srgbClr val="123B32"/>
                </a:solidFill>
              </a:defRPr>
            </a:lvl6pPr>
            <a:lvl7pPr>
              <a:buNone/>
              <a:defRPr sz="1950" b="0">
                <a:solidFill>
                  <a:srgbClr val="123B32"/>
                </a:solidFill>
              </a:defRPr>
            </a:lvl7pPr>
            <a:lvl8pPr>
              <a:buNone/>
              <a:defRPr sz="1950" b="0">
                <a:solidFill>
                  <a:srgbClr val="123B32"/>
                </a:solidFill>
              </a:defRPr>
            </a:lvl8pPr>
            <a:lvl9pPr>
              <a:buNone/>
              <a:defRPr sz="1950" b="0">
                <a:solidFill>
                  <a:srgbClr val="123B32"/>
                </a:solidFill>
              </a:defRPr>
            </a:lvl9pPr>
          </a:lstStyle>
          <a:p xmlns:a="http://schemas.openxmlformats.org/drawingml/2006/main">
            <a:pPr>
              <a:buNone/>
              <a:defRPr sz="1950" b="0">
                <a:solidFill>
                  <a:srgbClr val="123B32"/>
                </a:solidFill>
              </a:defRPr>
            </a:pPr>
            <a:r>
              <a:rPr sz="1950" b="0">
                <a:solidFill>
                  <a:srgbClr val="123B32"/>
                </a:solidFill>
              </a:rPr>
              <a:t>Check quality</a:t>
            </a:r>
          </a:p>
          <a:p xmlns:a="http://schemas.openxmlformats.org/drawingml/2006/main">
            <a:pPr>
              <a:buNone/>
              <a:defRPr sz="1950" b="0">
                <a:solidFill>
                  <a:srgbClr val="123B32"/>
                </a:solidFill>
              </a:defRPr>
            </a:pPr>
            <a:r>
              <a:rPr sz="1950" b="0">
                <a:solidFill>
                  <a:srgbClr val="123B32"/>
                </a:solidFill>
              </a:rPr>
              <a:t>and provenance</a:t>
            </a:r>
          </a:p>
        </p:txBody>
      </p:sp>
      <p:sp>
        <p:nvSpPr>
          <p:cNvPr id="17" name="">
            <a:extLst xmlns:a="http://schemas.openxmlformats.org/drawingml/2006/main">
              <a:ext uri="{FF2B5EF4-FFF2-40B4-BE49-F238E27FC236}">
                <a16:creationId xmlns:a16="http://schemas.microsoft.com/office/drawing/2014/main" id="{8ECD38F0-713B-4A06-A4F0-B76A7B3B57FA}"/>
              </a:ext>
            </a:extLst>
          </p:cNvPr>
          <p:cNvSpPr>
            <a:spLocks xmlns:a="http://schemas.openxmlformats.org/drawingml/2006/main" noGrp="1"/>
          </p:cNvSpPr>
          <p:nvPr/>
        </p:nvSpPr>
        <p:spPr>
          <a:xfrm xmlns:a="http://schemas.openxmlformats.org/drawingml/2006/main">
            <a:off x="8924925" y="2952750"/>
            <a:ext cx="2514600" cy="16859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8" name="">
            <a:extLst xmlns:a="http://schemas.openxmlformats.org/drawingml/2006/main">
              <a:ext uri="{FF2B5EF4-FFF2-40B4-BE49-F238E27FC236}">
                <a16:creationId xmlns:a16="http://schemas.microsoft.com/office/drawing/2014/main" id="{81789078-05A8-40D4-AB4B-F67EC72A6BD4}"/>
              </a:ext>
            </a:extLst>
          </p:cNvPr>
          <p:cNvSpPr>
            <a:spLocks xmlns:a="http://schemas.openxmlformats.org/drawingml/2006/main" noGrp="1"/>
          </p:cNvSpPr>
          <p:nvPr/>
        </p:nvSpPr>
        <p:spPr>
          <a:xfrm xmlns:a="http://schemas.openxmlformats.org/drawingml/2006/main">
            <a:off x="9086850" y="3105150"/>
            <a:ext cx="2190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B32"/>
                </a:solidFill>
              </a:defRPr>
            </a:defPPr>
            <a:lvl1pPr>
              <a:buNone/>
              <a:defRPr sz="2250" b="1">
                <a:solidFill>
                  <a:srgbClr val="123B32"/>
                </a:solidFill>
              </a:defRPr>
            </a:lvl1pPr>
            <a:lvl2pPr>
              <a:buNone/>
              <a:defRPr sz="2250" b="1">
                <a:solidFill>
                  <a:srgbClr val="123B32"/>
                </a:solidFill>
              </a:defRPr>
            </a:lvl2pPr>
            <a:lvl3pPr>
              <a:buNone/>
              <a:defRPr sz="2250" b="1">
                <a:solidFill>
                  <a:srgbClr val="123B32"/>
                </a:solidFill>
              </a:defRPr>
            </a:lvl3pPr>
            <a:lvl4pPr>
              <a:buNone/>
              <a:defRPr sz="2250" b="1">
                <a:solidFill>
                  <a:srgbClr val="123B32"/>
                </a:solidFill>
              </a:defRPr>
            </a:lvl4pPr>
            <a:lvl5pPr>
              <a:buNone/>
              <a:defRPr sz="2250" b="1">
                <a:solidFill>
                  <a:srgbClr val="123B32"/>
                </a:solidFill>
              </a:defRPr>
            </a:lvl5pPr>
            <a:lvl6pPr>
              <a:buNone/>
              <a:defRPr sz="2250" b="1">
                <a:solidFill>
                  <a:srgbClr val="123B32"/>
                </a:solidFill>
              </a:defRPr>
            </a:lvl6pPr>
            <a:lvl7pPr>
              <a:buNone/>
              <a:defRPr sz="2250" b="1">
                <a:solidFill>
                  <a:srgbClr val="123B32"/>
                </a:solidFill>
              </a:defRPr>
            </a:lvl7pPr>
            <a:lvl8pPr>
              <a:buNone/>
              <a:defRPr sz="2250" b="1">
                <a:solidFill>
                  <a:srgbClr val="123B32"/>
                </a:solidFill>
              </a:defRPr>
            </a:lvl8pPr>
            <a:lvl9pPr>
              <a:buNone/>
              <a:defRPr sz="2250" b="1">
                <a:solidFill>
                  <a:srgbClr val="123B32"/>
                </a:solidFill>
              </a:defRPr>
            </a:lvl9pPr>
          </a:lstStyle>
          <a:p xmlns:a="http://schemas.openxmlformats.org/drawingml/2006/main">
            <a:pPr>
              <a:buNone/>
              <a:defRPr sz="2250" b="1">
                <a:solidFill>
                  <a:srgbClr val="123B32"/>
                </a:solidFill>
              </a:defRPr>
            </a:pPr>
            <a:r>
              <a:rPr sz="2250" b="1">
                <a:solidFill>
                  <a:srgbClr val="123B32"/>
                </a:solidFill>
              </a:rPr>
              <a:t>Exploitation</a:t>
            </a:r>
          </a:p>
        </p:txBody>
      </p:sp>
      <p:sp>
        <p:nvSpPr>
          <p:cNvPr id="19" name="">
            <a:extLst xmlns:a="http://schemas.openxmlformats.org/drawingml/2006/main">
              <a:ext uri="{FF2B5EF4-FFF2-40B4-BE49-F238E27FC236}">
                <a16:creationId xmlns:a16="http://schemas.microsoft.com/office/drawing/2014/main" id="{0DBF95E1-4A20-4C65-A8A3-3B2FA9632721}"/>
              </a:ext>
            </a:extLst>
          </p:cNvPr>
          <p:cNvSpPr>
            <a:spLocks xmlns:a="http://schemas.openxmlformats.org/drawingml/2006/main" noGrp="1"/>
          </p:cNvSpPr>
          <p:nvPr/>
        </p:nvSpPr>
        <p:spPr>
          <a:xfrm xmlns:a="http://schemas.openxmlformats.org/drawingml/2006/main">
            <a:off x="9086850" y="3543300"/>
            <a:ext cx="2238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23B32"/>
                </a:solidFill>
              </a:defRPr>
            </a:defPPr>
            <a:lvl1pPr>
              <a:buNone/>
              <a:defRPr sz="1950" b="0">
                <a:solidFill>
                  <a:srgbClr val="123B32"/>
                </a:solidFill>
              </a:defRPr>
            </a:lvl1pPr>
            <a:lvl2pPr>
              <a:buNone/>
              <a:defRPr sz="1950" b="0">
                <a:solidFill>
                  <a:srgbClr val="123B32"/>
                </a:solidFill>
              </a:defRPr>
            </a:lvl2pPr>
            <a:lvl3pPr>
              <a:buNone/>
              <a:defRPr sz="1950" b="0">
                <a:solidFill>
                  <a:srgbClr val="123B32"/>
                </a:solidFill>
              </a:defRPr>
            </a:lvl3pPr>
            <a:lvl4pPr>
              <a:buNone/>
              <a:defRPr sz="1950" b="0">
                <a:solidFill>
                  <a:srgbClr val="123B32"/>
                </a:solidFill>
              </a:defRPr>
            </a:lvl4pPr>
            <a:lvl5pPr>
              <a:buNone/>
              <a:defRPr sz="1950" b="0">
                <a:solidFill>
                  <a:srgbClr val="123B32"/>
                </a:solidFill>
              </a:defRPr>
            </a:lvl5pPr>
            <a:lvl6pPr>
              <a:buNone/>
              <a:defRPr sz="1950" b="0">
                <a:solidFill>
                  <a:srgbClr val="123B32"/>
                </a:solidFill>
              </a:defRPr>
            </a:lvl6pPr>
            <a:lvl7pPr>
              <a:buNone/>
              <a:defRPr sz="1950" b="0">
                <a:solidFill>
                  <a:srgbClr val="123B32"/>
                </a:solidFill>
              </a:defRPr>
            </a:lvl7pPr>
            <a:lvl8pPr>
              <a:buNone/>
              <a:defRPr sz="1950" b="0">
                <a:solidFill>
                  <a:srgbClr val="123B32"/>
                </a:solidFill>
              </a:defRPr>
            </a:lvl8pPr>
            <a:lvl9pPr>
              <a:buNone/>
              <a:defRPr sz="1950" b="0">
                <a:solidFill>
                  <a:srgbClr val="123B32"/>
                </a:solidFill>
              </a:defRPr>
            </a:lvl9pPr>
          </a:lstStyle>
          <a:p xmlns:a="http://schemas.openxmlformats.org/drawingml/2006/main">
            <a:pPr>
              <a:buNone/>
              <a:defRPr sz="1950" b="0">
                <a:solidFill>
                  <a:srgbClr val="123B32"/>
                </a:solidFill>
              </a:defRPr>
            </a:pPr>
            <a:r>
              <a:rPr sz="1950" b="0">
                <a:solidFill>
                  <a:srgbClr val="123B32"/>
                </a:solidFill>
              </a:rPr>
              <a:t>Create model</a:t>
            </a:r>
          </a:p>
          <a:p xmlns:a="http://schemas.openxmlformats.org/drawingml/2006/main">
            <a:pPr>
              <a:buNone/>
              <a:defRPr sz="1950" b="0">
                <a:solidFill>
                  <a:srgbClr val="123B32"/>
                </a:solidFill>
              </a:defRPr>
            </a:pPr>
            <a:r>
              <a:rPr sz="1950" b="0">
                <a:solidFill>
                  <a:srgbClr val="123B32"/>
                </a:solidFill>
              </a:rPr>
              <a:t>representations</a:t>
            </a:r>
          </a:p>
        </p:txBody>
      </p:sp>
      <p:sp>
        <p:nvSpPr>
          <p:cNvPr id="21" name="">
            <a:extLst xmlns:a="http://schemas.openxmlformats.org/drawingml/2006/main">
              <a:ext uri="{FF2B5EF4-FFF2-40B4-BE49-F238E27FC236}">
                <a16:creationId xmlns:a16="http://schemas.microsoft.com/office/drawing/2014/main" id="{5B6F38F8-AF9D-469D-BEEB-947E0C8CE89B}"/>
              </a:ext>
            </a:extLst>
          </p:cNvPr>
          <p:cNvSpPr>
            <a:spLocks xmlns:a="http://schemas.openxmlformats.org/drawingml/2006/main" noGrp="1"/>
          </p:cNvSpPr>
          <p:nvPr/>
        </p:nvSpPr>
        <p:spPr>
          <a:xfrm xmlns:a="http://schemas.openxmlformats.org/drawingml/2006/main">
            <a:off x="609600" y="48768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CE5D2"/>
                </a:solidFill>
              </a:defRPr>
            </a:defPPr>
            <a:lvl1pPr>
              <a:buNone/>
              <a:defRPr sz="2025" b="0">
                <a:solidFill>
                  <a:srgbClr val="DCE5D2"/>
                </a:solidFill>
              </a:defRPr>
            </a:lvl1pPr>
            <a:lvl2pPr>
              <a:buNone/>
              <a:defRPr sz="2025" b="0">
                <a:solidFill>
                  <a:srgbClr val="DCE5D2"/>
                </a:solidFill>
              </a:defRPr>
            </a:lvl2pPr>
            <a:lvl3pPr>
              <a:buNone/>
              <a:defRPr sz="2025" b="0">
                <a:solidFill>
                  <a:srgbClr val="DCE5D2"/>
                </a:solidFill>
              </a:defRPr>
            </a:lvl3pPr>
            <a:lvl4pPr>
              <a:buNone/>
              <a:defRPr sz="2025" b="0">
                <a:solidFill>
                  <a:srgbClr val="DCE5D2"/>
                </a:solidFill>
              </a:defRPr>
            </a:lvl4pPr>
            <a:lvl5pPr>
              <a:buNone/>
              <a:defRPr sz="2025" b="0">
                <a:solidFill>
                  <a:srgbClr val="DCE5D2"/>
                </a:solidFill>
              </a:defRPr>
            </a:lvl5pPr>
            <a:lvl6pPr>
              <a:buNone/>
              <a:defRPr sz="2025" b="0">
                <a:solidFill>
                  <a:srgbClr val="DCE5D2"/>
                </a:solidFill>
              </a:defRPr>
            </a:lvl6pPr>
            <a:lvl7pPr>
              <a:buNone/>
              <a:defRPr sz="2025" b="0">
                <a:solidFill>
                  <a:srgbClr val="DCE5D2"/>
                </a:solidFill>
              </a:defRPr>
            </a:lvl7pPr>
            <a:lvl8pPr>
              <a:buNone/>
              <a:defRPr sz="2025" b="0">
                <a:solidFill>
                  <a:srgbClr val="DCE5D2"/>
                </a:solidFill>
              </a:defRPr>
            </a:lvl8pPr>
            <a:lvl9pPr>
              <a:buNone/>
              <a:defRPr sz="2025" b="0">
                <a:solidFill>
                  <a:srgbClr val="DCE5D2"/>
                </a:solidFill>
              </a:defRPr>
            </a:lvl9pPr>
          </a:lstStyle>
          <a:p xmlns:a="http://schemas.openxmlformats.org/drawingml/2006/main">
            <a:pPr>
              <a:buNone/>
              <a:defRPr sz="2025" b="0">
                <a:solidFill>
                  <a:srgbClr val="DCE5D2"/>
                </a:solidFill>
              </a:defRPr>
            </a:pPr>
            <a:r>
              <a:rPr sz="2025" b="0">
                <a:solidFill>
                  <a:srgbClr val="DCE5D2"/>
                </a:solidFill>
              </a:rPr>
              <a:t>S3-compatible object storage in Docker</a:t>
            </a:r>
          </a:p>
        </p:txBody>
      </p:sp>
      <p:sp>
        <p:nvSpPr>
          <p:cNvPr id="22" name="">
            <a:extLst xmlns:a="http://schemas.openxmlformats.org/drawingml/2006/main">
              <a:ext uri="{FF2B5EF4-FFF2-40B4-BE49-F238E27FC236}">
                <a16:creationId xmlns:a16="http://schemas.microsoft.com/office/drawing/2014/main" id="{FD40DBCE-F76B-42CB-9C25-6F9A076C7930}"/>
              </a:ext>
            </a:extLst>
          </p:cNvPr>
          <p:cNvSpPr>
            <a:spLocks xmlns:a="http://schemas.openxmlformats.org/drawingml/2006/main" noGrp="1"/>
          </p:cNvSpPr>
          <p:nvPr/>
        </p:nvSpPr>
        <p:spPr>
          <a:xfrm xmlns:a="http://schemas.openxmlformats.org/drawingml/2006/main">
            <a:off x="8924925" y="5286375"/>
            <a:ext cx="2514600" cy="619125"/>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23" name="">
            <a:extLst xmlns:a="http://schemas.openxmlformats.org/drawingml/2006/main">
              <a:ext uri="{FF2B5EF4-FFF2-40B4-BE49-F238E27FC236}">
                <a16:creationId xmlns:a16="http://schemas.microsoft.com/office/drawing/2014/main" id="{61E1201C-52B9-4358-A22A-F646881D5BE8}"/>
              </a:ext>
            </a:extLst>
          </p:cNvPr>
          <p:cNvSpPr>
            <a:spLocks xmlns:a="http://schemas.openxmlformats.org/drawingml/2006/main" noGrp="1"/>
          </p:cNvSpPr>
          <p:nvPr/>
        </p:nvSpPr>
        <p:spPr>
          <a:xfrm xmlns:a="http://schemas.openxmlformats.org/drawingml/2006/main">
            <a:off x="9086850" y="54387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23B32"/>
                </a:solidFill>
              </a:defRPr>
            </a:defPPr>
            <a:lvl1pPr>
              <a:buNone/>
              <a:defRPr sz="1950" b="1">
                <a:solidFill>
                  <a:srgbClr val="123B32"/>
                </a:solidFill>
              </a:defRPr>
            </a:lvl1pPr>
            <a:lvl2pPr>
              <a:buNone/>
              <a:defRPr sz="1950" b="1">
                <a:solidFill>
                  <a:srgbClr val="123B32"/>
                </a:solidFill>
              </a:defRPr>
            </a:lvl2pPr>
            <a:lvl3pPr>
              <a:buNone/>
              <a:defRPr sz="1950" b="1">
                <a:solidFill>
                  <a:srgbClr val="123B32"/>
                </a:solidFill>
              </a:defRPr>
            </a:lvl3pPr>
            <a:lvl4pPr>
              <a:buNone/>
              <a:defRPr sz="1950" b="1">
                <a:solidFill>
                  <a:srgbClr val="123B32"/>
                </a:solidFill>
              </a:defRPr>
            </a:lvl4pPr>
            <a:lvl5pPr>
              <a:buNone/>
              <a:defRPr sz="1950" b="1">
                <a:solidFill>
                  <a:srgbClr val="123B32"/>
                </a:solidFill>
              </a:defRPr>
            </a:lvl5pPr>
            <a:lvl6pPr>
              <a:buNone/>
              <a:defRPr sz="1950" b="1">
                <a:solidFill>
                  <a:srgbClr val="123B32"/>
                </a:solidFill>
              </a:defRPr>
            </a:lvl6pPr>
            <a:lvl7pPr>
              <a:buNone/>
              <a:defRPr sz="1950" b="1">
                <a:solidFill>
                  <a:srgbClr val="123B32"/>
                </a:solidFill>
              </a:defRPr>
            </a:lvl7pPr>
            <a:lvl8pPr>
              <a:buNone/>
              <a:defRPr sz="1950" b="1">
                <a:solidFill>
                  <a:srgbClr val="123B32"/>
                </a:solidFill>
              </a:defRPr>
            </a:lvl8pPr>
            <a:lvl9pPr>
              <a:buNone/>
              <a:defRPr sz="1950" b="1">
                <a:solidFill>
                  <a:srgbClr val="123B32"/>
                </a:solidFill>
              </a:defRPr>
            </a:lvl9pPr>
          </a:lstStyle>
          <a:p xmlns:a="http://schemas.openxmlformats.org/drawingml/2006/main">
            <a:pPr>
              <a:buNone/>
              <a:defRPr sz="1950" b="1">
                <a:solidFill>
                  <a:srgbClr val="123B32"/>
                </a:solidFill>
              </a:defRPr>
            </a:pPr>
            <a:r>
              <a:rPr sz="1950" b="1">
                <a:solidFill>
                  <a:srgbClr val="123B32"/>
                </a:solidFill>
              </a:rPr>
              <a:t>Query snapshot</a:t>
            </a:r>
          </a:p>
        </p:txBody>
      </p:sp>
      <p:sp>
        <p:nvSpPr>
          <p:cNvPr id="25" name="">
            <a:extLst xmlns:a="http://schemas.openxmlformats.org/drawingml/2006/main">
              <a:ext uri="{FF2B5EF4-FFF2-40B4-BE49-F238E27FC236}">
                <a16:creationId xmlns:a16="http://schemas.microsoft.com/office/drawing/2014/main" id="{0EB4023E-36E4-4481-9CF3-E25076F5BAE5}"/>
              </a:ext>
            </a:extLst>
          </p:cNvPr>
          <p:cNvSpPr>
            <a:spLocks xmlns:a="http://schemas.openxmlformats.org/drawingml/2006/main" noGrp="1"/>
          </p:cNvSpPr>
          <p:nvPr/>
        </p:nvSpPr>
        <p:spPr>
          <a:xfrm xmlns:a="http://schemas.openxmlformats.org/drawingml/2006/main">
            <a:off x="5943600" y="5286375"/>
            <a:ext cx="2514600" cy="6191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26" name="">
            <a:extLst xmlns:a="http://schemas.openxmlformats.org/drawingml/2006/main">
              <a:ext uri="{FF2B5EF4-FFF2-40B4-BE49-F238E27FC236}">
                <a16:creationId xmlns:a16="http://schemas.microsoft.com/office/drawing/2014/main" id="{54B4430D-B6B5-4BB5-9889-17C3A302FBF4}"/>
              </a:ext>
            </a:extLst>
          </p:cNvPr>
          <p:cNvSpPr>
            <a:spLocks xmlns:a="http://schemas.openxmlformats.org/drawingml/2006/main" noGrp="1"/>
          </p:cNvSpPr>
          <p:nvPr/>
        </p:nvSpPr>
        <p:spPr>
          <a:xfrm xmlns:a="http://schemas.openxmlformats.org/drawingml/2006/main">
            <a:off x="6105525" y="54387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23B32"/>
                </a:solidFill>
              </a:defRPr>
            </a:defPPr>
            <a:lvl1pPr>
              <a:buNone/>
              <a:defRPr sz="1950" b="1">
                <a:solidFill>
                  <a:srgbClr val="123B32"/>
                </a:solidFill>
              </a:defRPr>
            </a:lvl1pPr>
            <a:lvl2pPr>
              <a:buNone/>
              <a:defRPr sz="1950" b="1">
                <a:solidFill>
                  <a:srgbClr val="123B32"/>
                </a:solidFill>
              </a:defRPr>
            </a:lvl2pPr>
            <a:lvl3pPr>
              <a:buNone/>
              <a:defRPr sz="1950" b="1">
                <a:solidFill>
                  <a:srgbClr val="123B32"/>
                </a:solidFill>
              </a:defRPr>
            </a:lvl3pPr>
            <a:lvl4pPr>
              <a:buNone/>
              <a:defRPr sz="1950" b="1">
                <a:solidFill>
                  <a:srgbClr val="123B32"/>
                </a:solidFill>
              </a:defRPr>
            </a:lvl4pPr>
            <a:lvl5pPr>
              <a:buNone/>
              <a:defRPr sz="1950" b="1">
                <a:solidFill>
                  <a:srgbClr val="123B32"/>
                </a:solidFill>
              </a:defRPr>
            </a:lvl5pPr>
            <a:lvl6pPr>
              <a:buNone/>
              <a:defRPr sz="1950" b="1">
                <a:solidFill>
                  <a:srgbClr val="123B32"/>
                </a:solidFill>
              </a:defRPr>
            </a:lvl6pPr>
            <a:lvl7pPr>
              <a:buNone/>
              <a:defRPr sz="1950" b="1">
                <a:solidFill>
                  <a:srgbClr val="123B32"/>
                </a:solidFill>
              </a:defRPr>
            </a:lvl7pPr>
            <a:lvl8pPr>
              <a:buNone/>
              <a:defRPr sz="1950" b="1">
                <a:solidFill>
                  <a:srgbClr val="123B32"/>
                </a:solidFill>
              </a:defRPr>
            </a:lvl8pPr>
            <a:lvl9pPr>
              <a:buNone/>
              <a:defRPr sz="1950" b="1">
                <a:solidFill>
                  <a:srgbClr val="123B32"/>
                </a:solidFill>
              </a:defRPr>
            </a:lvl9pPr>
          </a:lstStyle>
          <a:p xmlns:a="http://schemas.openxmlformats.org/drawingml/2006/main">
            <a:pPr>
              <a:buNone/>
              <a:defRPr sz="1950" b="1">
                <a:solidFill>
                  <a:srgbClr val="123B32"/>
                </a:solidFill>
              </a:defRPr>
            </a:pPr>
            <a:r>
              <a:rPr sz="1950" b="1">
                <a:solidFill>
                  <a:srgbClr val="123B32"/>
                </a:solidFill>
              </a:rPr>
              <a:t>Tasks 1 / 2 / 3</a:t>
            </a:r>
          </a:p>
        </p:txBody>
      </p:sp>
      <p:sp>
        <p:nvSpPr>
          <p:cNvPr id="28" name="">
            <a:extLst xmlns:a="http://schemas.openxmlformats.org/drawingml/2006/main">
              <a:ext uri="{FF2B5EF4-FFF2-40B4-BE49-F238E27FC236}">
                <a16:creationId xmlns:a16="http://schemas.microsoft.com/office/drawing/2014/main" id="{8FA89EB8-065F-4AC7-A292-29EED5BF394E}"/>
              </a:ext>
            </a:extLst>
          </p:cNvPr>
          <p:cNvSpPr>
            <a:spLocks xmlns:a="http://schemas.openxmlformats.org/drawingml/2006/main" noGrp="1"/>
          </p:cNvSpPr>
          <p:nvPr/>
        </p:nvSpPr>
        <p:spPr>
          <a:xfrm xmlns:a="http://schemas.openxmlformats.org/drawingml/2006/main">
            <a:off x="609600" y="5457825"/>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CE5D2"/>
                </a:solidFill>
              </a:defRPr>
            </a:defPPr>
            <a:lvl1pPr>
              <a:buNone/>
              <a:defRPr sz="2025" b="0">
                <a:solidFill>
                  <a:srgbClr val="DCE5D2"/>
                </a:solidFill>
              </a:defRPr>
            </a:lvl1pPr>
            <a:lvl2pPr>
              <a:buNone/>
              <a:defRPr sz="2025" b="0">
                <a:solidFill>
                  <a:srgbClr val="DCE5D2"/>
                </a:solidFill>
              </a:defRPr>
            </a:lvl2pPr>
            <a:lvl3pPr>
              <a:buNone/>
              <a:defRPr sz="2025" b="0">
                <a:solidFill>
                  <a:srgbClr val="DCE5D2"/>
                </a:solidFill>
              </a:defRPr>
            </a:lvl3pPr>
            <a:lvl4pPr>
              <a:buNone/>
              <a:defRPr sz="2025" b="0">
                <a:solidFill>
                  <a:srgbClr val="DCE5D2"/>
                </a:solidFill>
              </a:defRPr>
            </a:lvl4pPr>
            <a:lvl5pPr>
              <a:buNone/>
              <a:defRPr sz="2025" b="0">
                <a:solidFill>
                  <a:srgbClr val="DCE5D2"/>
                </a:solidFill>
              </a:defRPr>
            </a:lvl5pPr>
            <a:lvl6pPr>
              <a:buNone/>
              <a:defRPr sz="2025" b="0">
                <a:solidFill>
                  <a:srgbClr val="DCE5D2"/>
                </a:solidFill>
              </a:defRPr>
            </a:lvl6pPr>
            <a:lvl7pPr>
              <a:buNone/>
              <a:defRPr sz="2025" b="0">
                <a:solidFill>
                  <a:srgbClr val="DCE5D2"/>
                </a:solidFill>
              </a:defRPr>
            </a:lvl7pPr>
            <a:lvl8pPr>
              <a:buNone/>
              <a:defRPr sz="2025" b="0">
                <a:solidFill>
                  <a:srgbClr val="DCE5D2"/>
                </a:solidFill>
              </a:defRPr>
            </a:lvl8pPr>
            <a:lvl9pPr>
              <a:buNone/>
              <a:defRPr sz="2025" b="0">
                <a:solidFill>
                  <a:srgbClr val="DCE5D2"/>
                </a:solidFill>
              </a:defRPr>
            </a:lvl9pPr>
          </a:lstStyle>
          <a:p xmlns:a="http://schemas.openxmlformats.org/drawingml/2006/main">
            <a:pPr>
              <a:buNone/>
              <a:defRPr sz="2025" b="0">
                <a:solidFill>
                  <a:srgbClr val="DCE5D2"/>
                </a:solidFill>
              </a:defRPr>
            </a:pPr>
            <a:r>
              <a:rPr sz="2025" b="0">
                <a:solidFill>
                  <a:srgbClr val="DCE5D2"/>
                </a:solidFill>
              </a:rPr>
              <a:t>Source keys, hashes and policies</a:t>
            </a:r>
          </a:p>
          <a:p xmlns:a="http://schemas.openxmlformats.org/drawingml/2006/main">
            <a:pPr>
              <a:buNone/>
              <a:defRPr sz="2025" b="0">
                <a:solidFill>
                  <a:srgbClr val="DCE5D2"/>
                </a:solidFill>
              </a:defRPr>
            </a:pPr>
            <a:r>
              <a:rPr sz="2025" b="0">
                <a:solidFill>
                  <a:srgbClr val="DCE5D2"/>
                </a:solidFill>
              </a:rPr>
              <a:t>travel with each asset</a:t>
            </a:r>
          </a:p>
        </p:txBody>
      </p:sp>
      <p:sp>
        <p:nvSpPr>
          <p:cNvPr id="29" name="">
            <a:extLst xmlns:a="http://schemas.openxmlformats.org/drawingml/2006/main">
              <a:ext uri="{FF2B5EF4-FFF2-40B4-BE49-F238E27FC236}">
                <a16:creationId xmlns:a16="http://schemas.microsoft.com/office/drawing/2014/main" id="{29BF76F9-05B0-478E-97B9-DA88C526A208}"/>
              </a:ext>
            </a:extLst>
          </p:cNvPr>
          <p:cNvSpPr>
            <a:spLocks xmlns:a="http://schemas.openxmlformats.org/drawingml/2006/main" noGrp="1"/>
          </p:cNvSpPr>
          <p:nvPr/>
        </p:nvSpPr>
        <p:spPr>
          <a:xfrm xmlns:a="http://schemas.openxmlformats.org/drawingml/2006/main">
            <a:off x="8924925" y="4762500"/>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CE5D2"/>
                </a:solidFill>
              </a:defRPr>
            </a:defPPr>
            <a:lvl1pPr>
              <a:buNone/>
              <a:defRPr sz="2025" b="0">
                <a:solidFill>
                  <a:srgbClr val="DCE5D2"/>
                </a:solidFill>
              </a:defRPr>
            </a:lvl1pPr>
            <a:lvl2pPr>
              <a:buNone/>
              <a:defRPr sz="2025" b="0">
                <a:solidFill>
                  <a:srgbClr val="DCE5D2"/>
                </a:solidFill>
              </a:defRPr>
            </a:lvl2pPr>
            <a:lvl3pPr>
              <a:buNone/>
              <a:defRPr sz="2025" b="0">
                <a:solidFill>
                  <a:srgbClr val="DCE5D2"/>
                </a:solidFill>
              </a:defRPr>
            </a:lvl3pPr>
            <a:lvl4pPr>
              <a:buNone/>
              <a:defRPr sz="2025" b="0">
                <a:solidFill>
                  <a:srgbClr val="DCE5D2"/>
                </a:solidFill>
              </a:defRPr>
            </a:lvl4pPr>
            <a:lvl5pPr>
              <a:buNone/>
              <a:defRPr sz="2025" b="0">
                <a:solidFill>
                  <a:srgbClr val="DCE5D2"/>
                </a:solidFill>
              </a:defRPr>
            </a:lvl5pPr>
            <a:lvl6pPr>
              <a:buNone/>
              <a:defRPr sz="2025" b="0">
                <a:solidFill>
                  <a:srgbClr val="DCE5D2"/>
                </a:solidFill>
              </a:defRPr>
            </a:lvl6pPr>
            <a:lvl7pPr>
              <a:buNone/>
              <a:defRPr sz="2025" b="0">
                <a:solidFill>
                  <a:srgbClr val="DCE5D2"/>
                </a:solidFill>
              </a:defRPr>
            </a:lvl7pPr>
            <a:lvl8pPr>
              <a:buNone/>
              <a:defRPr sz="2025" b="0">
                <a:solidFill>
                  <a:srgbClr val="DCE5D2"/>
                </a:solidFill>
              </a:defRPr>
            </a:lvl8pPr>
            <a:lvl9pPr>
              <a:buNone/>
              <a:defRPr sz="2025" b="0">
                <a:solidFill>
                  <a:srgbClr val="DCE5D2"/>
                </a:solidFill>
              </a:defRPr>
            </a:lvl9pPr>
          </a:lstStyle>
          <a:p xmlns:a="http://schemas.openxmlformats.org/drawingml/2006/main">
            <a:pPr>
              <a:buNone/>
              <a:defRPr sz="2025" b="0">
                <a:solidFill>
                  <a:srgbClr val="DCE5D2"/>
                </a:solidFill>
              </a:defRPr>
            </a:pPr>
            <a:r>
              <a:rPr sz="2025" b="0">
                <a:solidFill>
                  <a:srgbClr val="DCE5D2"/>
                </a:solidFill>
              </a:rPr>
              <a:t>Chroma</a:t>
            </a:r>
          </a:p>
        </p:txBody>
      </p:sp>
    </p:spTree>
    <p:extLst>
      <p:ext uri="{BB962C8B-B14F-4D97-AF65-F5344CB8AC3E}">
        <p14:creationId xmlns:p14="http://schemas.microsoft.com/office/powerpoint/2010/main" val="625712860"/>
      </p:ext>
    </p:extLst>
  </p:cSld>
</p:sld>
</file>

<file path=ppt/slides/slide5.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0005BF-AACC-4EDD-B050-551C9615D06A}"/>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Hashes and embeddings</a:t>
            </a:r>
          </a:p>
        </p:txBody>
      </p:sp>
      <p:sp>
        <p:nvSpPr>
          <p:cNvPr id="2" name="">
            <a:extLst xmlns:a="http://schemas.openxmlformats.org/drawingml/2006/main">
              <a:ext uri="{FF2B5EF4-FFF2-40B4-BE49-F238E27FC236}">
                <a16:creationId xmlns:a16="http://schemas.microsoft.com/office/drawing/2014/main" id="{2CD01799-27EB-487E-8EB8-700863F3825C}"/>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05</a:t>
            </a:r>
          </a:p>
        </p:txBody>
      </p:sp>
      <p:graphicFrame>
        <p:nvGraphicFramePr>
          <p:cNvPr id="3" name="">
            <a:extLst xmlns:a="http://schemas.openxmlformats.org/drawingml/2006/main">
              <a:ext uri="{FF2B5EF4-FFF2-40B4-BE49-F238E27FC236}">
                <a16:creationId xmlns:a16="http://schemas.microsoft.com/office/drawing/2014/main" id="{4275FACE-B314-40D6-A961-5115EED77786}"/>
              </a:ext>
            </a:extLst>
          </p:cNvPr>
          <p:cNvGraphicFramePr/>
          <p:nvPr/>
        </p:nvGraphicFramePr>
        <p:xfrm>
          <a:off xmlns:a="http://schemas.openxmlformats.org/drawingml/2006/main" x="609600" y="1952625"/>
          <a:ext xmlns:a="http://schemas.openxmlformats.org/drawingml/2006/main" cx="10953750" cy="3190875"/>
        </p:xfrm>
        <a:graphic xmlns:a="http://schemas.openxmlformats.org/drawingml/2006/main">
          <a:graphicData uri="http://schemas.openxmlformats.org/drawingml/2006/table">
            <a:tbl>
              <a:tblPr/>
              <a:tblGrid>
                <a:gridCol w="2143125"/>
                <a:gridCol w="4286250"/>
                <a:gridCol w="4524375"/>
              </a:tblGrid>
              <a:tr h="797719">
                <a:tc>
                  <a:txBody>
                    <a:bodyPr/>
                    <a:lstStyle/>
                    <a:p>
                      <a:r>
                        <a:rPr sz="2025" b="1">
                          <a:solidFill>
                            <a:srgbClr val="F5F1E7"/>
                          </a:solidFill>
                          <a:latin typeface="Arial"/>
                          <a:ea typeface="Arial"/>
                          <a:cs typeface="Arial"/>
                        </a:rPr>
                        <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SHA-256 hash</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Embedding</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797719">
                <a:tc>
                  <a:txBody>
                    <a:bodyPr/>
                    <a:lstStyle/>
                    <a:p>
                      <a:r>
                        <a:rPr sz="1950">
                          <a:solidFill>
                            <a:srgbClr val="123B32"/>
                          </a:solidFill>
                          <a:latin typeface="Arial"/>
                          <a:ea typeface="Arial"/>
                          <a:cs typeface="Arial"/>
                        </a:rPr>
                        <a:t>Question</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Did the bytes change?</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Which assets are similar?</a:t>
                      </a:r>
                    </a:p>
                  </a:txBody>
                  <a:tcPr marL="91440" marR="91440" marT="45720" marB="45720">
                    <a:lnR w="6668">
                      <a:solidFill>
                        <a:srgbClr val="A2B5A4"/>
                      </a:solidFill>
                      <a:prstDash val="solid"/>
                    </a:lnR>
                    <a:lnB w="6668">
                      <a:solidFill>
                        <a:srgbClr val="A2B5A4"/>
                      </a:solidFill>
                      <a:prstDash val="solid"/>
                    </a:lnB>
                    <a:solidFill>
                      <a:srgbClr val="F5F1E7"/>
                    </a:solidFill>
                  </a:tcPr>
                </a:tc>
              </a:tr>
              <a:tr h="797719">
                <a:tc>
                  <a:txBody>
                    <a:bodyPr/>
                    <a:lstStyle/>
                    <a:p>
                      <a:r>
                        <a:rPr sz="1950">
                          <a:solidFill>
                            <a:srgbClr val="123B32"/>
                          </a:solidFill>
                          <a:latin typeface="Arial"/>
                          <a:ea typeface="Arial"/>
                          <a:cs typeface="Arial"/>
                        </a:rPr>
                        <a:t>Output</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64 hexadecimal digits</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384 or 512 numbers</a:t>
                      </a:r>
                    </a:p>
                  </a:txBody>
                  <a:tcPr marL="91440" marR="91440" marT="45720" marB="45720">
                    <a:lnR w="6668">
                      <a:solidFill>
                        <a:srgbClr val="A2B5A4"/>
                      </a:solidFill>
                      <a:prstDash val="solid"/>
                    </a:lnR>
                    <a:lnB w="6668">
                      <a:solidFill>
                        <a:srgbClr val="A2B5A4"/>
                      </a:solidFill>
                      <a:prstDash val="solid"/>
                    </a:lnB>
                    <a:solidFill>
                      <a:srgbClr val="F5F1E7"/>
                    </a:solidFill>
                  </a:tcPr>
                </a:tc>
              </a:tr>
              <a:tr h="797719">
                <a:tc>
                  <a:txBody>
                    <a:bodyPr/>
                    <a:lstStyle/>
                    <a:p>
                      <a:r>
                        <a:rPr sz="1950">
                          <a:solidFill>
                            <a:srgbClr val="123B32"/>
                          </a:solidFill>
                          <a:latin typeface="Arial"/>
                          <a:ea typeface="Arial"/>
                          <a:cs typeface="Arial"/>
                        </a:rPr>
                        <a:t>EcoSentinel use</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Identity and integrity</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Similarity and retrieval</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sp>
        <p:nvSpPr>
          <p:cNvPr id="4" name="">
            <a:extLst xmlns:a="http://schemas.openxmlformats.org/drawingml/2006/main">
              <a:ext uri="{FF2B5EF4-FFF2-40B4-BE49-F238E27FC236}">
                <a16:creationId xmlns:a16="http://schemas.microsoft.com/office/drawing/2014/main" id="{63FD64FF-337F-49C3-87DC-7AF6447B53F5}"/>
              </a:ext>
            </a:extLst>
          </p:cNvPr>
          <p:cNvSpPr>
            <a:spLocks xmlns:a="http://schemas.openxmlformats.org/drawingml/2006/main" noGrp="1"/>
          </p:cNvSpPr>
          <p:nvPr/>
        </p:nvSpPr>
        <p:spPr>
          <a:xfrm xmlns:a="http://schemas.openxmlformats.org/drawingml/2006/main">
            <a:off x="619125" y="55245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85D35"/>
                </a:solidFill>
              </a:defRPr>
            </a:defPPr>
            <a:lvl1pPr>
              <a:defRPr sz="2175" b="1">
                <a:solidFill>
                  <a:srgbClr val="B85D35"/>
                </a:solidFill>
              </a:defRPr>
            </a:lvl1pPr>
            <a:lvl2pPr>
              <a:defRPr sz="2175" b="1">
                <a:solidFill>
                  <a:srgbClr val="B85D35"/>
                </a:solidFill>
              </a:defRPr>
            </a:lvl2pPr>
            <a:lvl3pPr>
              <a:defRPr sz="2175" b="1">
                <a:solidFill>
                  <a:srgbClr val="B85D35"/>
                </a:solidFill>
              </a:defRPr>
            </a:lvl3pPr>
            <a:lvl4pPr>
              <a:defRPr sz="2175" b="1">
                <a:solidFill>
                  <a:srgbClr val="B85D35"/>
                </a:solidFill>
              </a:defRPr>
            </a:lvl4pPr>
            <a:lvl5pPr>
              <a:defRPr sz="2175" b="1">
                <a:solidFill>
                  <a:srgbClr val="B85D35"/>
                </a:solidFill>
              </a:defRPr>
            </a:lvl5pPr>
            <a:lvl6pPr>
              <a:defRPr sz="2175" b="1">
                <a:solidFill>
                  <a:srgbClr val="B85D35"/>
                </a:solidFill>
              </a:defRPr>
            </a:lvl6pPr>
            <a:lvl7pPr>
              <a:defRPr sz="2175" b="1">
                <a:solidFill>
                  <a:srgbClr val="B85D35"/>
                </a:solidFill>
              </a:defRPr>
            </a:lvl7pPr>
            <a:lvl8pPr>
              <a:defRPr sz="2175" b="1">
                <a:solidFill>
                  <a:srgbClr val="B85D35"/>
                </a:solidFill>
              </a:defRPr>
            </a:lvl8pPr>
            <a:lvl9pPr>
              <a:defRPr sz="2175" b="1">
                <a:solidFill>
                  <a:srgbClr val="B85D35"/>
                </a:solidFill>
              </a:defRPr>
            </a:lvl9pPr>
          </a:lstStyle>
          <a:p xmlns:a="http://schemas.openxmlformats.org/drawingml/2006/main">
            <a:pPr>
              <a:defRPr sz="2175" b="1">
                <a:solidFill>
                  <a:srgbClr val="B85D35"/>
                </a:solidFill>
              </a:defRPr>
            </a:pPr>
            <a:r>
              <a:rPr sz="2175" b="1">
                <a:solidFill>
                  <a:srgbClr val="B85D35"/>
                </a:solidFill>
              </a:rPr>
              <a:t>Re-encode a photo: a different hash, potentially similar embeddings</a:t>
            </a:r>
          </a:p>
        </p:txBody>
      </p:sp>
    </p:spTree>
    <p:extLst>
      <p:ext uri="{BB962C8B-B14F-4D97-AF65-F5344CB8AC3E}">
        <p14:creationId xmlns:p14="http://schemas.microsoft.com/office/powerpoint/2010/main" val="1634461843"/>
      </p:ext>
    </p:extLst>
  </p:cSld>
</p:sld>
</file>

<file path=ppt/slides/slide6.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2F60C33A-B9B5-42B5-931D-BF08E2EEBA64}"/>
              </a:ext>
            </a:extLst>
          </p:cNvPr>
          <p:cNvCxnSpPr>
            <a:stCxn xmlns:a="http://schemas.openxmlformats.org/drawingml/2006/main" id="11" idx="3"/>
            <a:endCxn xmlns:a="http://schemas.openxmlformats.org/drawingml/2006/main" id="13" idx="1"/>
          </p:cNvCxnSpPr>
          <p:nvPr/>
        </p:nvCxnSpPr>
        <p:spPr>
          <a:xfrm xmlns:a="http://schemas.openxmlformats.org/drawingml/2006/main">
            <a:off x="7705725" y="4362450"/>
            <a:ext cx="619125" cy="0"/>
          </a:xfrm>
          <a:prstGeom xmlns:a="http://schemas.openxmlformats.org/drawingml/2006/main" prst="straightConnector1">
            <a:avLst/>
          </a:prstGeom>
          <a:ln xmlns:a="http://schemas.openxmlformats.org/drawingml/2006/main" w="25718">
            <a:solidFill>
              <a:srgbClr val="B85D35"/>
            </a:solidFill>
            <a:tailEnd type="arrow" w="med" len="med"/>
          </a:ln>
        </p:spPr>
      </p:cxnSp>
      <p:cxnSp>
        <p:nvCxnSpPr>
          <p:cNvPr id="15" name="">
            <a:extLst xmlns:a="http://schemas.openxmlformats.org/drawingml/2006/main">
              <a:ext uri="{FF2B5EF4-FFF2-40B4-BE49-F238E27FC236}">
                <a16:creationId xmlns:a16="http://schemas.microsoft.com/office/drawing/2014/main" id="{2029AD19-D865-4DD3-B02D-14540FD0C373}"/>
              </a:ext>
            </a:extLst>
          </p:cNvPr>
          <p:cNvCxnSpPr>
            <a:stCxn xmlns:a="http://schemas.openxmlformats.org/drawingml/2006/main" id="9" idx="3"/>
            <a:endCxn xmlns:a="http://schemas.openxmlformats.org/drawingml/2006/main" id="11" idx="1"/>
          </p:cNvCxnSpPr>
          <p:nvPr/>
        </p:nvCxnSpPr>
        <p:spPr>
          <a:xfrm xmlns:a="http://schemas.openxmlformats.org/drawingml/2006/main">
            <a:off x="3990975" y="4362450"/>
            <a:ext cx="619125" cy="0"/>
          </a:xfrm>
          <a:prstGeom xmlns:a="http://schemas.openxmlformats.org/drawingml/2006/main" prst="straightConnector1">
            <a:avLst/>
          </a:prstGeom>
          <a:ln xmlns:a="http://schemas.openxmlformats.org/drawingml/2006/main" w="25718">
            <a:solidFill>
              <a:srgbClr val="B85D35"/>
            </a:solidFill>
            <a:tailEnd type="arrow" w="med" len="med"/>
          </a:ln>
        </p:spPr>
      </p:cxnSp>
      <p:cxnSp>
        <p:nvCxnSpPr>
          <p:cNvPr id="8" name="">
            <a:extLst xmlns:a="http://schemas.openxmlformats.org/drawingml/2006/main">
              <a:ext uri="{FF2B5EF4-FFF2-40B4-BE49-F238E27FC236}">
                <a16:creationId xmlns:a16="http://schemas.microsoft.com/office/drawing/2014/main" id="{F5954A74-3561-4802-8883-D01FDD1B6224}"/>
              </a:ext>
            </a:extLst>
          </p:cNvPr>
          <p:cNvCxnSpPr>
            <a:stCxn xmlns:a="http://schemas.openxmlformats.org/drawingml/2006/main" id="4" idx="3"/>
            <a:endCxn xmlns:a="http://schemas.openxmlformats.org/drawingml/2006/main" id="6" idx="1"/>
          </p:cNvCxnSpPr>
          <p:nvPr/>
        </p:nvCxnSpPr>
        <p:spPr>
          <a:xfrm xmlns:a="http://schemas.openxmlformats.org/drawingml/2006/main">
            <a:off x="4705350" y="2914650"/>
            <a:ext cx="1485900" cy="0"/>
          </a:xfrm>
          <a:prstGeom xmlns:a="http://schemas.openxmlformats.org/drawingml/2006/main" prst="straightConnector1">
            <a:avLst/>
          </a:prstGeom>
          <a:ln xmlns:a="http://schemas.openxmlformats.org/drawingml/2006/main" w="25718">
            <a:solidFill>
              <a:srgbClr val="B85D35"/>
            </a:solidFill>
            <a:tailEnd type="arrow" w="med" len="med"/>
          </a:ln>
        </p:spPr>
      </p:cxnSp>
      <p:sp>
        <p:nvSpPr>
          <p:cNvPr id="19" name="">
            <a:extLst xmlns:a="http://schemas.openxmlformats.org/drawingml/2006/main">
              <a:ext uri="{FF2B5EF4-FFF2-40B4-BE49-F238E27FC236}">
                <a16:creationId xmlns:a16="http://schemas.microsoft.com/office/drawing/2014/main" id="{128F1338-9B5B-47BD-B2E0-0ED35F11197F}"/>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Landing identity and completion records</a:t>
            </a:r>
          </a:p>
        </p:txBody>
      </p:sp>
      <p:sp>
        <p:nvSpPr>
          <p:cNvPr id="2" name="">
            <a:extLst xmlns:a="http://schemas.openxmlformats.org/drawingml/2006/main">
              <a:ext uri="{FF2B5EF4-FFF2-40B4-BE49-F238E27FC236}">
                <a16:creationId xmlns:a16="http://schemas.microsoft.com/office/drawing/2014/main" id="{41A72B19-C0A5-4782-B91C-D9215E92F7AB}"/>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06</a:t>
            </a:r>
          </a:p>
        </p:txBody>
      </p:sp>
      <p:sp>
        <p:nvSpPr>
          <p:cNvPr id="3" name="">
            <a:extLst xmlns:a="http://schemas.openxmlformats.org/drawingml/2006/main">
              <a:ext uri="{FF2B5EF4-FFF2-40B4-BE49-F238E27FC236}">
                <a16:creationId xmlns:a16="http://schemas.microsoft.com/office/drawing/2014/main" id="{54C887B7-5C92-455E-88E8-D96F6F4F6228}"/>
              </a:ext>
            </a:extLst>
          </p:cNvPr>
          <p:cNvSpPr>
            <a:spLocks xmlns:a="http://schemas.openxmlformats.org/drawingml/2006/main" noGrp="1"/>
          </p:cNvSpPr>
          <p:nvPr/>
        </p:nvSpPr>
        <p:spPr>
          <a:xfrm xmlns:a="http://schemas.openxmlformats.org/drawingml/2006/main">
            <a:off x="609600" y="15335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85D35"/>
                </a:solidFill>
              </a:defRPr>
            </a:defPPr>
            <a:lvl1pPr>
              <a:defRPr sz="2325" b="1">
                <a:solidFill>
                  <a:srgbClr val="B85D35"/>
                </a:solidFill>
              </a:defRPr>
            </a:lvl1pPr>
            <a:lvl2pPr>
              <a:defRPr sz="2325" b="1">
                <a:solidFill>
                  <a:srgbClr val="B85D35"/>
                </a:solidFill>
              </a:defRPr>
            </a:lvl2pPr>
            <a:lvl3pPr>
              <a:defRPr sz="2325" b="1">
                <a:solidFill>
                  <a:srgbClr val="B85D35"/>
                </a:solidFill>
              </a:defRPr>
            </a:lvl3pPr>
            <a:lvl4pPr>
              <a:defRPr sz="2325" b="1">
                <a:solidFill>
                  <a:srgbClr val="B85D35"/>
                </a:solidFill>
              </a:defRPr>
            </a:lvl4pPr>
            <a:lvl5pPr>
              <a:defRPr sz="2325" b="1">
                <a:solidFill>
                  <a:srgbClr val="B85D35"/>
                </a:solidFill>
              </a:defRPr>
            </a:lvl5pPr>
            <a:lvl6pPr>
              <a:defRPr sz="2325" b="1">
                <a:solidFill>
                  <a:srgbClr val="B85D35"/>
                </a:solidFill>
              </a:defRPr>
            </a:lvl6pPr>
            <a:lvl7pPr>
              <a:defRPr sz="2325" b="1">
                <a:solidFill>
                  <a:srgbClr val="B85D35"/>
                </a:solidFill>
              </a:defRPr>
            </a:lvl7pPr>
            <a:lvl8pPr>
              <a:defRPr sz="2325" b="1">
                <a:solidFill>
                  <a:srgbClr val="B85D35"/>
                </a:solidFill>
              </a:defRPr>
            </a:lvl8pPr>
            <a:lvl9pPr>
              <a:defRPr sz="2325" b="1">
                <a:solidFill>
                  <a:srgbClr val="B85D35"/>
                </a:solidFill>
              </a:defRPr>
            </a:lvl9pPr>
          </a:lstStyle>
          <a:p xmlns:a="http://schemas.openxmlformats.org/drawingml/2006/main">
            <a:pPr>
              <a:defRPr sz="2325" b="1">
                <a:solidFill>
                  <a:srgbClr val="B85D35"/>
                </a:solidFill>
              </a:defRPr>
            </a:pPr>
            <a:r>
              <a:rPr sz="2325" b="1">
                <a:solidFill>
                  <a:srgbClr val="B85D35"/>
                </a:solidFill>
              </a:rPr>
              <a:t>temporal_landing/&lt;SHA-256[:16]&gt;__&lt;filename&gt;</a:t>
            </a:r>
          </a:p>
        </p:txBody>
      </p:sp>
      <p:sp>
        <p:nvSpPr>
          <p:cNvPr id="4" name="">
            <a:extLst xmlns:a="http://schemas.openxmlformats.org/drawingml/2006/main">
              <a:ext uri="{FF2B5EF4-FFF2-40B4-BE49-F238E27FC236}">
                <a16:creationId xmlns:a16="http://schemas.microsoft.com/office/drawing/2014/main" id="{01CABCFB-FD1F-4B3E-84F6-73125766B58A}"/>
              </a:ext>
            </a:extLst>
          </p:cNvPr>
          <p:cNvSpPr>
            <a:spLocks xmlns:a="http://schemas.openxmlformats.org/drawingml/2006/main" noGrp="1"/>
          </p:cNvSpPr>
          <p:nvPr/>
        </p:nvSpPr>
        <p:spPr>
          <a:xfrm xmlns:a="http://schemas.openxmlformats.org/drawingml/2006/main">
            <a:off x="609600" y="2533650"/>
            <a:ext cx="4095750" cy="7620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5" name="">
            <a:extLst xmlns:a="http://schemas.openxmlformats.org/drawingml/2006/main">
              <a:ext uri="{FF2B5EF4-FFF2-40B4-BE49-F238E27FC236}">
                <a16:creationId xmlns:a16="http://schemas.microsoft.com/office/drawing/2014/main" id="{59FBE5E9-6DD2-4E07-A18C-4439AE3E0A39}"/>
              </a:ext>
            </a:extLst>
          </p:cNvPr>
          <p:cNvSpPr>
            <a:spLocks xmlns:a="http://schemas.openxmlformats.org/drawingml/2006/main" noGrp="1"/>
          </p:cNvSpPr>
          <p:nvPr/>
        </p:nvSpPr>
        <p:spPr>
          <a:xfrm xmlns:a="http://schemas.openxmlformats.org/drawingml/2006/main">
            <a:off x="771525" y="2676525"/>
            <a:ext cx="3771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Temporal object exists</a:t>
            </a:r>
          </a:p>
        </p:txBody>
      </p:sp>
      <p:sp>
        <p:nvSpPr>
          <p:cNvPr id="6" name="">
            <a:extLst xmlns:a="http://schemas.openxmlformats.org/drawingml/2006/main">
              <a:ext uri="{FF2B5EF4-FFF2-40B4-BE49-F238E27FC236}">
                <a16:creationId xmlns:a16="http://schemas.microsoft.com/office/drawing/2014/main" id="{AA0D2CC2-2770-4C67-9DFD-B9FA8ABA704D}"/>
              </a:ext>
            </a:extLst>
          </p:cNvPr>
          <p:cNvSpPr>
            <a:spLocks xmlns:a="http://schemas.openxmlformats.org/drawingml/2006/main" noGrp="1"/>
          </p:cNvSpPr>
          <p:nvPr/>
        </p:nvSpPr>
        <p:spPr>
          <a:xfrm xmlns:a="http://schemas.openxmlformats.org/drawingml/2006/main">
            <a:off x="6191250" y="2533650"/>
            <a:ext cx="5381625" cy="7620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7" name="">
            <a:extLst xmlns:a="http://schemas.openxmlformats.org/drawingml/2006/main">
              <a:ext uri="{FF2B5EF4-FFF2-40B4-BE49-F238E27FC236}">
                <a16:creationId xmlns:a16="http://schemas.microsoft.com/office/drawing/2014/main" id="{89F59818-D2E9-4B3A-AB5D-D8F51641162D}"/>
              </a:ext>
            </a:extLst>
          </p:cNvPr>
          <p:cNvSpPr>
            <a:spLocks xmlns:a="http://schemas.openxmlformats.org/drawingml/2006/main" noGrp="1"/>
          </p:cNvSpPr>
          <p:nvPr/>
        </p:nvSpPr>
        <p:spPr>
          <a:xfrm xmlns:a="http://schemas.openxmlformats.org/drawingml/2006/main">
            <a:off x="6353175" y="2676525"/>
            <a:ext cx="5057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Check source identity, then reuse</a:t>
            </a:r>
          </a:p>
        </p:txBody>
      </p:sp>
      <p:sp>
        <p:nvSpPr>
          <p:cNvPr id="9" name="">
            <a:extLst xmlns:a="http://schemas.openxmlformats.org/drawingml/2006/main">
              <a:ext uri="{FF2B5EF4-FFF2-40B4-BE49-F238E27FC236}">
                <a16:creationId xmlns:a16="http://schemas.microsoft.com/office/drawing/2014/main" id="{D30BA031-9C01-45BF-98D7-CAA3B5F16C3E}"/>
              </a:ext>
            </a:extLst>
          </p:cNvPr>
          <p:cNvSpPr>
            <a:spLocks xmlns:a="http://schemas.openxmlformats.org/drawingml/2006/main" noGrp="1"/>
          </p:cNvSpPr>
          <p:nvPr/>
        </p:nvSpPr>
        <p:spPr>
          <a:xfrm xmlns:a="http://schemas.openxmlformats.org/drawingml/2006/main">
            <a:off x="609600" y="3981450"/>
            <a:ext cx="3381375" cy="7620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0" name="">
            <a:extLst xmlns:a="http://schemas.openxmlformats.org/drawingml/2006/main">
              <a:ext uri="{FF2B5EF4-FFF2-40B4-BE49-F238E27FC236}">
                <a16:creationId xmlns:a16="http://schemas.microsoft.com/office/drawing/2014/main" id="{0DF1D8A7-4F67-4C76-A8E4-4D32D7EE27F4}"/>
              </a:ext>
            </a:extLst>
          </p:cNvPr>
          <p:cNvSpPr>
            <a:spLocks xmlns:a="http://schemas.openxmlformats.org/drawingml/2006/main" noGrp="1"/>
          </p:cNvSpPr>
          <p:nvPr/>
        </p:nvSpPr>
        <p:spPr>
          <a:xfrm xmlns:a="http://schemas.openxmlformats.org/drawingml/2006/main">
            <a:off x="771525" y="4124325"/>
            <a:ext cx="30575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Temporal is absent</a:t>
            </a:r>
          </a:p>
        </p:txBody>
      </p:sp>
      <p:sp>
        <p:nvSpPr>
          <p:cNvPr id="11" name="">
            <a:extLst xmlns:a="http://schemas.openxmlformats.org/drawingml/2006/main">
              <a:ext uri="{FF2B5EF4-FFF2-40B4-BE49-F238E27FC236}">
                <a16:creationId xmlns:a16="http://schemas.microsoft.com/office/drawing/2014/main" id="{42D5B63B-2E47-4988-AC20-20D3401AE444}"/>
              </a:ext>
            </a:extLst>
          </p:cNvPr>
          <p:cNvSpPr>
            <a:spLocks xmlns:a="http://schemas.openxmlformats.org/drawingml/2006/main" noGrp="1"/>
          </p:cNvSpPr>
          <p:nvPr/>
        </p:nvSpPr>
        <p:spPr>
          <a:xfrm xmlns:a="http://schemas.openxmlformats.org/drawingml/2006/main">
            <a:off x="4610100" y="3981450"/>
            <a:ext cx="3095625" cy="7620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2" name="">
            <a:extLst xmlns:a="http://schemas.openxmlformats.org/drawingml/2006/main">
              <a:ext uri="{FF2B5EF4-FFF2-40B4-BE49-F238E27FC236}">
                <a16:creationId xmlns:a16="http://schemas.microsoft.com/office/drawing/2014/main" id="{35E77C0C-7368-4F04-A5B7-4A5BDA404202}"/>
              </a:ext>
            </a:extLst>
          </p:cNvPr>
          <p:cNvSpPr>
            <a:spLocks xmlns:a="http://schemas.openxmlformats.org/drawingml/2006/main" noGrp="1"/>
          </p:cNvSpPr>
          <p:nvPr/>
        </p:nvSpPr>
        <p:spPr>
          <a:xfrm xmlns:a="http://schemas.openxmlformats.org/drawingml/2006/main">
            <a:off x="4772025" y="4124325"/>
            <a:ext cx="2771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Check completion</a:t>
            </a:r>
          </a:p>
        </p:txBody>
      </p:sp>
      <p:sp>
        <p:nvSpPr>
          <p:cNvPr id="13" name="">
            <a:extLst xmlns:a="http://schemas.openxmlformats.org/drawingml/2006/main">
              <a:ext uri="{FF2B5EF4-FFF2-40B4-BE49-F238E27FC236}">
                <a16:creationId xmlns:a16="http://schemas.microsoft.com/office/drawing/2014/main" id="{AD6340F9-B67C-443E-B6F8-771630552F23}"/>
              </a:ext>
            </a:extLst>
          </p:cNvPr>
          <p:cNvSpPr>
            <a:spLocks xmlns:a="http://schemas.openxmlformats.org/drawingml/2006/main" noGrp="1"/>
          </p:cNvSpPr>
          <p:nvPr/>
        </p:nvSpPr>
        <p:spPr>
          <a:xfrm xmlns:a="http://schemas.openxmlformats.org/drawingml/2006/main">
            <a:off x="8324850" y="3981450"/>
            <a:ext cx="3238500" cy="7620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4" name="">
            <a:extLst xmlns:a="http://schemas.openxmlformats.org/drawingml/2006/main">
              <a:ext uri="{FF2B5EF4-FFF2-40B4-BE49-F238E27FC236}">
                <a16:creationId xmlns:a16="http://schemas.microsoft.com/office/drawing/2014/main" id="{34704D32-98EF-440E-8A46-429054889D26}"/>
              </a:ext>
            </a:extLst>
          </p:cNvPr>
          <p:cNvSpPr>
            <a:spLocks xmlns:a="http://schemas.openxmlformats.org/drawingml/2006/main" noGrp="1"/>
          </p:cNvSpPr>
          <p:nvPr/>
        </p:nvSpPr>
        <p:spPr>
          <a:xfrm xmlns:a="http://schemas.openxmlformats.org/drawingml/2006/main">
            <a:off x="8486775" y="4124325"/>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Persistent exists</a:t>
            </a:r>
          </a:p>
        </p:txBody>
      </p:sp>
      <p:sp>
        <p:nvSpPr>
          <p:cNvPr id="17" name="">
            <a:extLst xmlns:a="http://schemas.openxmlformats.org/drawingml/2006/main">
              <a:ext uri="{FF2B5EF4-FFF2-40B4-BE49-F238E27FC236}">
                <a16:creationId xmlns:a16="http://schemas.microsoft.com/office/drawing/2014/main" id="{9EC1C746-3A4F-4F71-8151-84BE2F0DC6A2}"/>
              </a:ext>
            </a:extLst>
          </p:cNvPr>
          <p:cNvSpPr>
            <a:spLocks xmlns:a="http://schemas.openxmlformats.org/drawingml/2006/main" noGrp="1"/>
          </p:cNvSpPr>
          <p:nvPr/>
        </p:nvSpPr>
        <p:spPr>
          <a:xfrm xmlns:a="http://schemas.openxmlformats.org/drawingml/2006/main">
            <a:off x="619125" y="52197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defRPr sz="2175" b="1">
                <a:solidFill>
                  <a:srgbClr val="123B32"/>
                </a:solidFill>
              </a:defRPr>
            </a:lvl1pPr>
            <a:lvl2pPr>
              <a:defRPr sz="2175" b="1">
                <a:solidFill>
                  <a:srgbClr val="123B32"/>
                </a:solidFill>
              </a:defRPr>
            </a:lvl2pPr>
            <a:lvl3pPr>
              <a:defRPr sz="2175" b="1">
                <a:solidFill>
                  <a:srgbClr val="123B32"/>
                </a:solidFill>
              </a:defRPr>
            </a:lvl3pPr>
            <a:lvl4pPr>
              <a:defRPr sz="2175" b="1">
                <a:solidFill>
                  <a:srgbClr val="123B32"/>
                </a:solidFill>
              </a:defRPr>
            </a:lvl4pPr>
            <a:lvl5pPr>
              <a:defRPr sz="2175" b="1">
                <a:solidFill>
                  <a:srgbClr val="123B32"/>
                </a:solidFill>
              </a:defRPr>
            </a:lvl5pPr>
            <a:lvl6pPr>
              <a:defRPr sz="2175" b="1">
                <a:solidFill>
                  <a:srgbClr val="123B32"/>
                </a:solidFill>
              </a:defRPr>
            </a:lvl6pPr>
            <a:lvl7pPr>
              <a:defRPr sz="2175" b="1">
                <a:solidFill>
                  <a:srgbClr val="123B32"/>
                </a:solidFill>
              </a:defRPr>
            </a:lvl7pPr>
            <a:lvl8pPr>
              <a:defRPr sz="2175" b="1">
                <a:solidFill>
                  <a:srgbClr val="123B32"/>
                </a:solidFill>
              </a:defRPr>
            </a:lvl8pPr>
            <a:lvl9pPr>
              <a:defRPr sz="2175" b="1">
                <a:solidFill>
                  <a:srgbClr val="123B32"/>
                </a:solidFill>
              </a:defRPr>
            </a:lvl9pPr>
          </a:lstStyle>
          <a:p xmlns:a="http://schemas.openxmlformats.org/drawingml/2006/main">
            <a:pPr>
              <a:defRPr sz="2175" b="1">
                <a:solidFill>
                  <a:srgbClr val="123B32"/>
                </a:solidFill>
              </a:defRPr>
            </a:pPr>
            <a:r>
              <a:rPr sz="2175" b="1">
                <a:solidFill>
                  <a:srgbClr val="123B32"/>
                </a:solidFill>
              </a:rPr>
              <a:t>Matching identity + recorded Persistent target: skip</a:t>
            </a:r>
          </a:p>
          <a:p xmlns:a="http://schemas.openxmlformats.org/drawingml/2006/main">
            <a:pPr>
              <a:defRPr sz="2175" b="1">
                <a:solidFill>
                  <a:srgbClr val="123B32"/>
                </a:solidFill>
              </a:defRPr>
            </a:pPr>
            <a:r>
              <a:rPr sz="2175" b="1">
                <a:solidFill>
                  <a:srgbClr val="123B32"/>
                </a:solidFill>
              </a:rPr>
              <a:t>No completion record: ingest as new</a:t>
            </a:r>
          </a:p>
        </p:txBody>
      </p:sp>
      <p:sp>
        <p:nvSpPr>
          <p:cNvPr id="18" name="">
            <a:extLst xmlns:a="http://schemas.openxmlformats.org/drawingml/2006/main">
              <a:ext uri="{FF2B5EF4-FFF2-40B4-BE49-F238E27FC236}">
                <a16:creationId xmlns:a16="http://schemas.microsoft.com/office/drawing/2014/main" id="{BFC0CE35-2737-429B-A2A8-31A455C9DF20}"/>
              </a:ext>
            </a:extLst>
          </p:cNvPr>
          <p:cNvSpPr>
            <a:spLocks xmlns:a="http://schemas.openxmlformats.org/drawingml/2006/main" noGrp="1"/>
          </p:cNvSpPr>
          <p:nvPr/>
        </p:nvSpPr>
        <p:spPr>
          <a:xfrm xmlns:a="http://schemas.openxmlformats.org/drawingml/2006/main">
            <a:off x="619125" y="6076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defRPr sz="1800" b="0">
                <a:solidFill>
                  <a:srgbClr val="52675C"/>
                </a:solidFill>
              </a:defRPr>
            </a:lvl1pPr>
            <a:lvl2pPr>
              <a:defRPr sz="1800" b="0">
                <a:solidFill>
                  <a:srgbClr val="52675C"/>
                </a:solidFill>
              </a:defRPr>
            </a:lvl2pPr>
            <a:lvl3pPr>
              <a:defRPr sz="1800" b="0">
                <a:solidFill>
                  <a:srgbClr val="52675C"/>
                </a:solidFill>
              </a:defRPr>
            </a:lvl3pPr>
            <a:lvl4pPr>
              <a:defRPr sz="1800" b="0">
                <a:solidFill>
                  <a:srgbClr val="52675C"/>
                </a:solidFill>
              </a:defRPr>
            </a:lvl4pPr>
            <a:lvl5pPr>
              <a:defRPr sz="1800" b="0">
                <a:solidFill>
                  <a:srgbClr val="52675C"/>
                </a:solidFill>
              </a:defRPr>
            </a:lvl5pPr>
            <a:lvl6pPr>
              <a:defRPr sz="1800" b="0">
                <a:solidFill>
                  <a:srgbClr val="52675C"/>
                </a:solidFill>
              </a:defRPr>
            </a:lvl6pPr>
            <a:lvl7pPr>
              <a:defRPr sz="1800" b="0">
                <a:solidFill>
                  <a:srgbClr val="52675C"/>
                </a:solidFill>
              </a:defRPr>
            </a:lvl7pPr>
            <a:lvl8pPr>
              <a:defRPr sz="1800" b="0">
                <a:solidFill>
                  <a:srgbClr val="52675C"/>
                </a:solidFill>
              </a:defRPr>
            </a:lvl8pPr>
            <a:lvl9pPr>
              <a:defRPr sz="1800" b="0">
                <a:solidFill>
                  <a:srgbClr val="52675C"/>
                </a:solidFill>
              </a:defRPr>
            </a:lvl9pPr>
          </a:lstStyle>
          <a:p xmlns:a="http://schemas.openxmlformats.org/drawingml/2006/main">
            <a:pPr>
              <a:defRPr sz="1800" b="0">
                <a:solidFill>
                  <a:srgbClr val="52675C"/>
                </a:solidFill>
              </a:defRPr>
            </a:pPr>
            <a:r>
              <a:rPr sz="1800" b="0">
                <a:solidFill>
                  <a:srgbClr val="52675C"/>
                </a:solidFill>
              </a:rPr>
              <a:t>Promotion verifies the copy before completion. Missing targets or conflicts fail.</a:t>
            </a:r>
          </a:p>
        </p:txBody>
      </p:sp>
    </p:spTree>
    <p:extLst>
      <p:ext uri="{BB962C8B-B14F-4D97-AF65-F5344CB8AC3E}">
        <p14:creationId xmlns:p14="http://schemas.microsoft.com/office/powerpoint/2010/main" val="1590442378"/>
      </p:ext>
    </p:extLst>
  </p:cSld>
</p:sld>
</file>

<file path=ppt/slides/slide7.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BA93B0-447C-47AD-8231-CDFFFB00B172}"/>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Landing: four identity cases</a:t>
            </a:r>
          </a:p>
        </p:txBody>
      </p:sp>
      <p:sp>
        <p:nvSpPr>
          <p:cNvPr id="2" name="">
            <a:extLst xmlns:a="http://schemas.openxmlformats.org/drawingml/2006/main">
              <a:ext uri="{FF2B5EF4-FFF2-40B4-BE49-F238E27FC236}">
                <a16:creationId xmlns:a16="http://schemas.microsoft.com/office/drawing/2014/main" id="{6FE16E87-111C-41A3-AF73-9FD874AEBBFF}"/>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07</a:t>
            </a:r>
          </a:p>
        </p:txBody>
      </p:sp>
      <p:sp>
        <p:nvSpPr>
          <p:cNvPr id="3" name="">
            <a:extLst xmlns:a="http://schemas.openxmlformats.org/drawingml/2006/main">
              <a:ext uri="{FF2B5EF4-FFF2-40B4-BE49-F238E27FC236}">
                <a16:creationId xmlns:a16="http://schemas.microsoft.com/office/drawing/2014/main" id="{58A1B654-B19F-445A-803E-9333B1C545A6}"/>
              </a:ext>
            </a:extLst>
          </p:cNvPr>
          <p:cNvSpPr>
            <a:spLocks xmlns:a="http://schemas.openxmlformats.org/drawingml/2006/main" noGrp="1"/>
          </p:cNvSpPr>
          <p:nvPr/>
        </p:nvSpPr>
        <p:spPr>
          <a:xfrm xmlns:a="http://schemas.openxmlformats.org/drawingml/2006/main">
            <a:off x="619125" y="14954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75C"/>
                </a:solidFill>
              </a:defRPr>
            </a:defPPr>
            <a:lvl1pPr>
              <a:defRPr sz="2100" b="0">
                <a:solidFill>
                  <a:srgbClr val="52675C"/>
                </a:solidFill>
              </a:defRPr>
            </a:lvl1pPr>
            <a:lvl2pPr>
              <a:defRPr sz="2100" b="0">
                <a:solidFill>
                  <a:srgbClr val="52675C"/>
                </a:solidFill>
              </a:defRPr>
            </a:lvl2pPr>
            <a:lvl3pPr>
              <a:defRPr sz="2100" b="0">
                <a:solidFill>
                  <a:srgbClr val="52675C"/>
                </a:solidFill>
              </a:defRPr>
            </a:lvl3pPr>
            <a:lvl4pPr>
              <a:defRPr sz="2100" b="0">
                <a:solidFill>
                  <a:srgbClr val="52675C"/>
                </a:solidFill>
              </a:defRPr>
            </a:lvl4pPr>
            <a:lvl5pPr>
              <a:defRPr sz="2100" b="0">
                <a:solidFill>
                  <a:srgbClr val="52675C"/>
                </a:solidFill>
              </a:defRPr>
            </a:lvl5pPr>
            <a:lvl6pPr>
              <a:defRPr sz="2100" b="0">
                <a:solidFill>
                  <a:srgbClr val="52675C"/>
                </a:solidFill>
              </a:defRPr>
            </a:lvl6pPr>
            <a:lvl7pPr>
              <a:defRPr sz="2100" b="0">
                <a:solidFill>
                  <a:srgbClr val="52675C"/>
                </a:solidFill>
              </a:defRPr>
            </a:lvl7pPr>
            <a:lvl8pPr>
              <a:defRPr sz="2100" b="0">
                <a:solidFill>
                  <a:srgbClr val="52675C"/>
                </a:solidFill>
              </a:defRPr>
            </a:lvl8pPr>
            <a:lvl9pPr>
              <a:defRPr sz="2100" b="0">
                <a:solidFill>
                  <a:srgbClr val="52675C"/>
                </a:solidFill>
              </a:defRPr>
            </a:lvl9pPr>
          </a:lstStyle>
          <a:p xmlns:a="http://schemas.openxmlformats.org/drawingml/2006/main">
            <a:pPr>
              <a:defRPr sz="2100" b="0">
                <a:solidFill>
                  <a:srgbClr val="52675C"/>
                </a:solidFill>
              </a:defRPr>
            </a:pPr>
            <a:r>
              <a:rPr sz="2100" b="0">
                <a:solidFill>
                  <a:srgbClr val="52675C"/>
                </a:solidFill>
              </a:rPr>
              <a:t>Same source metadata; the first file is already recorded</a:t>
            </a:r>
          </a:p>
        </p:txBody>
      </p:sp>
      <p:graphicFrame>
        <p:nvGraphicFramePr>
          <p:cNvPr id="4" name="">
            <a:extLst xmlns:a="http://schemas.openxmlformats.org/drawingml/2006/main">
              <a:ext uri="{FF2B5EF4-FFF2-40B4-BE49-F238E27FC236}">
                <a16:creationId xmlns:a16="http://schemas.microsoft.com/office/drawing/2014/main" id="{3055D8D0-2755-44A3-8485-AC38BB7EB168}"/>
              </a:ext>
            </a:extLst>
          </p:cNvPr>
          <p:cNvGraphicFramePr/>
          <p:nvPr/>
        </p:nvGraphicFramePr>
        <p:xfrm>
          <a:off xmlns:a="http://schemas.openxmlformats.org/drawingml/2006/main" x="609600" y="2095500"/>
          <a:ext xmlns:a="http://schemas.openxmlformats.org/drawingml/2006/main" cx="10953750" cy="3714750"/>
        </p:xfrm>
        <a:graphic xmlns:a="http://schemas.openxmlformats.org/drawingml/2006/main">
          <a:graphicData uri="http://schemas.openxmlformats.org/drawingml/2006/table">
            <a:tbl>
              <a:tblPr/>
              <a:tblGrid>
                <a:gridCol w="3190875"/>
                <a:gridCol w="3190875"/>
                <a:gridCol w="2571750"/>
                <a:gridCol w="2000250"/>
              </a:tblGrid>
              <a:tr h="742950">
                <a:tc>
                  <a:txBody>
                    <a:bodyPr/>
                    <a:lstStyle/>
                    <a:p>
                      <a:r>
                        <a:rPr sz="2025" b="1">
                          <a:solidFill>
                            <a:srgbClr val="F5F1E7"/>
                          </a:solidFill>
                          <a:latin typeface="Arial"/>
                          <a:ea typeface="Arial"/>
                          <a:cs typeface="Arial"/>
                        </a:rPr>
                        <a:t>Already seen</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Incoming file</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Key change</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Action</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742950">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de7879...</a:t>
                      </a:r>
                    </a:p>
                  </a:txBody>
                  <a:tcPr marL="876300" marR="66675" marT="76200" marB="47625">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de7879...</a:t>
                      </a:r>
                    </a:p>
                  </a:txBody>
                  <a:tcPr marL="876300" marR="66675" marT="76200" marB="47625">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None</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SKIP</a:t>
                      </a:r>
                    </a:p>
                  </a:txBody>
                  <a:tcPr marL="91440" marR="91440" marT="45720" marB="45720">
                    <a:lnR w="6668">
                      <a:solidFill>
                        <a:srgbClr val="A2B5A4"/>
                      </a:solidFill>
                      <a:prstDash val="solid"/>
                    </a:lnR>
                    <a:lnB w="6668">
                      <a:solidFill>
                        <a:srgbClr val="A2B5A4"/>
                      </a:solidFill>
                      <a:prstDash val="solid"/>
                    </a:lnB>
                    <a:solidFill>
                      <a:srgbClr val="F5F1E7"/>
                    </a:solidFill>
                  </a:tcPr>
                </a:tc>
              </a:tr>
              <a:tr h="742950">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de7879...</a:t>
                      </a:r>
                    </a:p>
                  </a:txBody>
                  <a:tcPr marL="876300" marR="66675" marT="76200" marB="47625">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renamed.jpg</a:t>
                      </a:r>
                    </a:p>
                    <a:p>
                      <a:r>
                        <a:rPr sz="1950">
                          <a:solidFill>
                            <a:srgbClr val="123B32"/>
                          </a:solidFill>
                          <a:latin typeface="Arial"/>
                          <a:ea typeface="Arial"/>
                          <a:cs typeface="Arial"/>
                        </a:rPr>
                        <a:t>hash de7879...</a:t>
                      </a:r>
                    </a:p>
                  </a:txBody>
                  <a:tcPr marL="876300" marR="66675" marT="76200" marB="47625">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Name</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INGEST</a:t>
                      </a:r>
                    </a:p>
                  </a:txBody>
                  <a:tcPr marL="91440" marR="91440" marT="45720" marB="45720">
                    <a:lnR w="6668">
                      <a:solidFill>
                        <a:srgbClr val="A2B5A4"/>
                      </a:solidFill>
                      <a:prstDash val="solid"/>
                    </a:lnR>
                    <a:lnB w="6668">
                      <a:solidFill>
                        <a:srgbClr val="A2B5A4"/>
                      </a:solidFill>
                      <a:prstDash val="solid"/>
                    </a:lnB>
                    <a:solidFill>
                      <a:srgbClr val="F5F1E7"/>
                    </a:solidFill>
                  </a:tcPr>
                </a:tc>
              </a:tr>
              <a:tr h="742950">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de7879...</a:t>
                      </a:r>
                    </a:p>
                  </a:txBody>
                  <a:tcPr marL="876300" marR="66675" marT="76200" marB="47625">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3e983a...</a:t>
                      </a:r>
                    </a:p>
                  </a:txBody>
                  <a:tcPr marL="876300" marR="66675" marT="76200" marB="47625">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Hash</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INGEST</a:t>
                      </a:r>
                    </a:p>
                  </a:txBody>
                  <a:tcPr marL="91440" marR="91440" marT="45720" marB="45720">
                    <a:lnR w="6668">
                      <a:solidFill>
                        <a:srgbClr val="A2B5A4"/>
                      </a:solidFill>
                      <a:prstDash val="solid"/>
                    </a:lnR>
                    <a:lnB w="6668">
                      <a:solidFill>
                        <a:srgbClr val="A2B5A4"/>
                      </a:solidFill>
                      <a:prstDash val="solid"/>
                    </a:lnB>
                    <a:solidFill>
                      <a:srgbClr val="F5F1E7"/>
                    </a:solidFill>
                  </a:tcPr>
                </a:tc>
              </a:tr>
              <a:tr h="742950">
                <a:tc>
                  <a:txBody>
                    <a:bodyPr/>
                    <a:lstStyle/>
                    <a:p>
                      <a:r>
                        <a:rPr sz="1950">
                          <a:solidFill>
                            <a:srgbClr val="123B32"/>
                          </a:solidFill>
                          <a:latin typeface="Arial"/>
                          <a:ea typeface="Arial"/>
                          <a:cs typeface="Arial"/>
                        </a:rPr>
                        <a:t>lynx.jpg</a:t>
                      </a:r>
                    </a:p>
                    <a:p>
                      <a:r>
                        <a:rPr sz="1950">
                          <a:solidFill>
                            <a:srgbClr val="123B32"/>
                          </a:solidFill>
                          <a:latin typeface="Arial"/>
                          <a:ea typeface="Arial"/>
                          <a:cs typeface="Arial"/>
                        </a:rPr>
                        <a:t>hash de7879...</a:t>
                      </a:r>
                    </a:p>
                  </a:txBody>
                  <a:tcPr marL="876300" marR="66675" marT="76200" marB="47625">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renamed.jpg</a:t>
                      </a:r>
                    </a:p>
                    <a:p>
                      <a:r>
                        <a:rPr sz="1950">
                          <a:solidFill>
                            <a:srgbClr val="123B32"/>
                          </a:solidFill>
                          <a:latin typeface="Arial"/>
                          <a:ea typeface="Arial"/>
                          <a:cs typeface="Arial"/>
                        </a:rPr>
                        <a:t>hash 3e983a...</a:t>
                      </a:r>
                    </a:p>
                  </a:txBody>
                  <a:tcPr marL="876300" marR="66675" marT="76200" marB="47625">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Both</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INGEST</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pic>
        <p:nvPicPr>
          <p:cNvPr id="5" name="">
            <a:extLst xmlns:a="http://schemas.openxmlformats.org/drawingml/2006/main">
              <a:ext uri="{FF2B5EF4-FFF2-40B4-BE49-F238E27FC236}">
                <a16:creationId xmlns:a16="http://schemas.microsoft.com/office/drawing/2014/main" id="{D1BB5477-FCDD-4E4B-87A5-9A2065EC47A5}"/>
              </a:ext>
            </a:extLst>
          </p:cNvPr>
          <p:cNvPicPr>
            <a:picLocks xmlns:a="http://schemas.openxmlformats.org/drawingml/2006/main" noChangeAspect="1"/>
          </p:cNvPicPr>
          <p:nvPr/>
        </p:nvPicPr>
        <p:blipFill>
          <a:blip xmlns:r="http://schemas.openxmlformats.org/officeDocument/2006/relationships" xmlns:a="http://schemas.openxmlformats.org/drawingml/2006/main" r:embed="R1747d70d4d6e4de0"/>
          <a:stretch xmlns:a="http://schemas.openxmlformats.org/drawingml/2006/main"/>
        </p:blipFill>
        <p:spPr>
          <a:xfrm xmlns:a="http://schemas.openxmlformats.org/drawingml/2006/main">
            <a:off x="810281" y="2886075"/>
            <a:ext cx="436838" cy="647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B4A21A8-B4B8-43F1-8D7C-3C4EC3EBBC39}"/>
              </a:ext>
            </a:extLst>
          </p:cNvPr>
          <p:cNvPicPr>
            <a:picLocks xmlns:a="http://schemas.openxmlformats.org/drawingml/2006/main" noChangeAspect="1"/>
          </p:cNvPicPr>
          <p:nvPr/>
        </p:nvPicPr>
        <p:blipFill>
          <a:blip xmlns:r="http://schemas.openxmlformats.org/officeDocument/2006/relationships" xmlns:a="http://schemas.openxmlformats.org/drawingml/2006/main" r:embed="R173948e9d4804ac3"/>
          <a:stretch xmlns:a="http://schemas.openxmlformats.org/drawingml/2006/main"/>
        </p:blipFill>
        <p:spPr>
          <a:xfrm xmlns:a="http://schemas.openxmlformats.org/drawingml/2006/main">
            <a:off x="4001156" y="2886075"/>
            <a:ext cx="436838" cy="647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825AF93F-7378-4E8B-939A-D34AA9D2841C}"/>
              </a:ext>
            </a:extLst>
          </p:cNvPr>
          <p:cNvPicPr>
            <a:picLocks xmlns:a="http://schemas.openxmlformats.org/drawingml/2006/main" noChangeAspect="1"/>
          </p:cNvPicPr>
          <p:nvPr/>
        </p:nvPicPr>
        <p:blipFill>
          <a:blip xmlns:r="http://schemas.openxmlformats.org/officeDocument/2006/relationships" xmlns:a="http://schemas.openxmlformats.org/drawingml/2006/main" r:embed="Rcba26c7229d942df"/>
          <a:stretch xmlns:a="http://schemas.openxmlformats.org/drawingml/2006/main"/>
        </p:blipFill>
        <p:spPr>
          <a:xfrm xmlns:a="http://schemas.openxmlformats.org/drawingml/2006/main">
            <a:off x="810281" y="3629025"/>
            <a:ext cx="436838" cy="647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47622C2-C9C7-4225-8216-33ABAC33839B}"/>
              </a:ext>
            </a:extLst>
          </p:cNvPr>
          <p:cNvPicPr>
            <a:picLocks xmlns:a="http://schemas.openxmlformats.org/drawingml/2006/main" noChangeAspect="1"/>
          </p:cNvPicPr>
          <p:nvPr/>
        </p:nvPicPr>
        <p:blipFill>
          <a:blip xmlns:r="http://schemas.openxmlformats.org/officeDocument/2006/relationships" xmlns:a="http://schemas.openxmlformats.org/drawingml/2006/main" r:embed="R34553231ee294ff7"/>
          <a:stretch xmlns:a="http://schemas.openxmlformats.org/drawingml/2006/main"/>
        </p:blipFill>
        <p:spPr>
          <a:xfrm xmlns:a="http://schemas.openxmlformats.org/drawingml/2006/main">
            <a:off x="4001156" y="3629025"/>
            <a:ext cx="436838" cy="647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67F4EF8-4D23-419B-A1D5-9762030DDF76}"/>
              </a:ext>
            </a:extLst>
          </p:cNvPr>
          <p:cNvPicPr>
            <a:picLocks xmlns:a="http://schemas.openxmlformats.org/drawingml/2006/main" noChangeAspect="1"/>
          </p:cNvPicPr>
          <p:nvPr/>
        </p:nvPicPr>
        <p:blipFill>
          <a:blip xmlns:r="http://schemas.openxmlformats.org/officeDocument/2006/relationships" xmlns:a="http://schemas.openxmlformats.org/drawingml/2006/main" r:embed="Rc616a2ad1b8d4d36"/>
          <a:stretch xmlns:a="http://schemas.openxmlformats.org/drawingml/2006/main"/>
        </p:blipFill>
        <p:spPr>
          <a:xfrm xmlns:a="http://schemas.openxmlformats.org/drawingml/2006/main">
            <a:off x="810281" y="4371975"/>
            <a:ext cx="436838" cy="6477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7BA89C9-CAD3-4E17-8376-965FF6807454}"/>
              </a:ext>
            </a:extLst>
          </p:cNvPr>
          <p:cNvPicPr>
            <a:picLocks xmlns:a="http://schemas.openxmlformats.org/drawingml/2006/main" noChangeAspect="1"/>
          </p:cNvPicPr>
          <p:nvPr/>
        </p:nvPicPr>
        <p:blipFill>
          <a:blip xmlns:r="http://schemas.openxmlformats.org/officeDocument/2006/relationships" xmlns:a="http://schemas.openxmlformats.org/drawingml/2006/main" r:embed="R1e58d2482a094717"/>
          <a:stretch xmlns:a="http://schemas.openxmlformats.org/drawingml/2006/main"/>
        </p:blipFill>
        <p:spPr>
          <a:xfrm xmlns:a="http://schemas.openxmlformats.org/drawingml/2006/main">
            <a:off x="3886200" y="4494133"/>
            <a:ext cx="666750" cy="403384"/>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AC40FBE-6F2C-4BE3-BFC5-51A9D14B503D}"/>
              </a:ext>
            </a:extLst>
          </p:cNvPr>
          <p:cNvPicPr>
            <a:picLocks xmlns:a="http://schemas.openxmlformats.org/drawingml/2006/main" noChangeAspect="1"/>
          </p:cNvPicPr>
          <p:nvPr/>
        </p:nvPicPr>
        <p:blipFill>
          <a:blip xmlns:r="http://schemas.openxmlformats.org/officeDocument/2006/relationships" xmlns:a="http://schemas.openxmlformats.org/drawingml/2006/main" r:embed="R7e75a98d45dc4929"/>
          <a:stretch xmlns:a="http://schemas.openxmlformats.org/drawingml/2006/main"/>
        </p:blipFill>
        <p:spPr>
          <a:xfrm xmlns:a="http://schemas.openxmlformats.org/drawingml/2006/main">
            <a:off x="810281" y="5114925"/>
            <a:ext cx="436838" cy="6477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40C2A9A-FC9C-4E2E-9F97-24582A16465D}"/>
              </a:ext>
            </a:extLst>
          </p:cNvPr>
          <p:cNvPicPr>
            <a:picLocks xmlns:a="http://schemas.openxmlformats.org/drawingml/2006/main" noChangeAspect="1"/>
          </p:cNvPicPr>
          <p:nvPr/>
        </p:nvPicPr>
        <p:blipFill>
          <a:blip xmlns:r="http://schemas.openxmlformats.org/officeDocument/2006/relationships" xmlns:a="http://schemas.openxmlformats.org/drawingml/2006/main" r:embed="R63c76e6ee7964b9f"/>
          <a:stretch xmlns:a="http://schemas.openxmlformats.org/drawingml/2006/main"/>
        </p:blipFill>
        <p:spPr>
          <a:xfrm xmlns:a="http://schemas.openxmlformats.org/drawingml/2006/main">
            <a:off x="3886200" y="5237083"/>
            <a:ext cx="666750" cy="40338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BCAE9D8-836D-447B-8F3D-E600FF09F09E}"/>
              </a:ext>
            </a:extLst>
          </p:cNvPr>
          <p:cNvSpPr>
            <a:spLocks xmlns:a="http://schemas.openxmlformats.org/drawingml/2006/main" noGrp="1"/>
          </p:cNvSpPr>
          <p:nvPr/>
        </p:nvSpPr>
        <p:spPr>
          <a:xfrm xmlns:a="http://schemas.openxmlformats.org/drawingml/2006/main">
            <a:off x="619125" y="61912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5D35"/>
                </a:solidFill>
              </a:defRPr>
            </a:defPPr>
            <a:lvl1pPr>
              <a:defRPr sz="2100" b="1">
                <a:solidFill>
                  <a:srgbClr val="B85D35"/>
                </a:solidFill>
              </a:defRPr>
            </a:lvl1pPr>
            <a:lvl2pPr>
              <a:defRPr sz="2100" b="1">
                <a:solidFill>
                  <a:srgbClr val="B85D35"/>
                </a:solidFill>
              </a:defRPr>
            </a:lvl2pPr>
            <a:lvl3pPr>
              <a:defRPr sz="2100" b="1">
                <a:solidFill>
                  <a:srgbClr val="B85D35"/>
                </a:solidFill>
              </a:defRPr>
            </a:lvl3pPr>
            <a:lvl4pPr>
              <a:defRPr sz="2100" b="1">
                <a:solidFill>
                  <a:srgbClr val="B85D35"/>
                </a:solidFill>
              </a:defRPr>
            </a:lvl4pPr>
            <a:lvl5pPr>
              <a:defRPr sz="2100" b="1">
                <a:solidFill>
                  <a:srgbClr val="B85D35"/>
                </a:solidFill>
              </a:defRPr>
            </a:lvl5pPr>
            <a:lvl6pPr>
              <a:defRPr sz="2100" b="1">
                <a:solidFill>
                  <a:srgbClr val="B85D35"/>
                </a:solidFill>
              </a:defRPr>
            </a:lvl6pPr>
            <a:lvl7pPr>
              <a:defRPr sz="2100" b="1">
                <a:solidFill>
                  <a:srgbClr val="B85D35"/>
                </a:solidFill>
              </a:defRPr>
            </a:lvl7pPr>
            <a:lvl8pPr>
              <a:defRPr sz="2100" b="1">
                <a:solidFill>
                  <a:srgbClr val="B85D35"/>
                </a:solidFill>
              </a:defRPr>
            </a:lvl8pPr>
            <a:lvl9pPr>
              <a:defRPr sz="2100" b="1">
                <a:solidFill>
                  <a:srgbClr val="B85D35"/>
                </a:solidFill>
              </a:defRPr>
            </a:lvl9pPr>
          </a:lstStyle>
          <a:p xmlns:a="http://schemas.openxmlformats.org/drawingml/2006/main">
            <a:pPr>
              <a:defRPr sz="2100" b="1">
                <a:solidFill>
                  <a:srgbClr val="B85D35"/>
                </a:solidFill>
              </a:defRPr>
            </a:pPr>
            <a:r>
              <a:rPr sz="2100" b="1">
                <a:solidFill>
                  <a:srgbClr val="B85D35"/>
                </a:solidFill>
              </a:rPr>
              <a:t>Technical ingestion reuse; Trusted still checks image content</a:t>
            </a:r>
          </a:p>
        </p:txBody>
      </p:sp>
    </p:spTree>
    <p:extLst>
      <p:ext uri="{BB962C8B-B14F-4D97-AF65-F5344CB8AC3E}">
        <p14:creationId xmlns:p14="http://schemas.microsoft.com/office/powerpoint/2010/main" val="1756892432"/>
      </p:ext>
    </p:extLst>
  </p:cSld>
</p:sld>
</file>

<file path=ppt/slides/slide8.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92FE73-2C9D-4FDD-9EE3-D323CFD34BD9}"/>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Formatted choices for wildlife data</a:t>
            </a:r>
          </a:p>
        </p:txBody>
      </p:sp>
      <p:sp>
        <p:nvSpPr>
          <p:cNvPr id="2" name="">
            <a:extLst xmlns:a="http://schemas.openxmlformats.org/drawingml/2006/main">
              <a:ext uri="{FF2B5EF4-FFF2-40B4-BE49-F238E27FC236}">
                <a16:creationId xmlns:a16="http://schemas.microsoft.com/office/drawing/2014/main" id="{40E57462-0E8F-42B0-B3D8-19EFA83A7314}"/>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08</a:t>
            </a:r>
          </a:p>
        </p:txBody>
      </p:sp>
      <p:graphicFrame>
        <p:nvGraphicFramePr>
          <p:cNvPr id="3" name="">
            <a:extLst xmlns:a="http://schemas.openxmlformats.org/drawingml/2006/main">
              <a:ext uri="{FF2B5EF4-FFF2-40B4-BE49-F238E27FC236}">
                <a16:creationId xmlns:a16="http://schemas.microsoft.com/office/drawing/2014/main" id="{BC9E9319-A329-442C-8306-B59E756CB0C4}"/>
              </a:ext>
            </a:extLst>
          </p:cNvPr>
          <p:cNvGraphicFramePr/>
          <p:nvPr/>
        </p:nvGraphicFramePr>
        <p:xfrm>
          <a:off xmlns:a="http://schemas.openxmlformats.org/drawingml/2006/main" x="609600" y="1933575"/>
          <a:ext xmlns:a="http://schemas.openxmlformats.org/drawingml/2006/main" cx="10953750" cy="3143250"/>
        </p:xfrm>
        <a:graphic xmlns:a="http://schemas.openxmlformats.org/drawingml/2006/main">
          <a:graphicData uri="http://schemas.openxmlformats.org/drawingml/2006/table">
            <a:tbl>
              <a:tblPr/>
              <a:tblGrid>
                <a:gridCol w="1619250"/>
                <a:gridCol w="3238500"/>
                <a:gridCol w="6096000"/>
              </a:tblGrid>
              <a:tr h="785813">
                <a:tc>
                  <a:txBody>
                    <a:bodyPr/>
                    <a:lstStyle/>
                    <a:p>
                      <a:r>
                        <a:rPr sz="2025" b="1">
                          <a:solidFill>
                            <a:srgbClr val="F5F1E7"/>
                          </a:solidFill>
                          <a:latin typeface="Arial"/>
                          <a:ea typeface="Arial"/>
                          <a:cs typeface="Arial"/>
                        </a:rPr>
                        <a:t>Asset</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Canonical format</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Why it fits this pipeline</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785813">
                <a:tc>
                  <a:txBody>
                    <a:bodyPr/>
                    <a:lstStyle/>
                    <a:p>
                      <a:r>
                        <a:rPr sz="1950">
                          <a:solidFill>
                            <a:srgbClr val="123B32"/>
                          </a:solidFill>
                          <a:latin typeface="Arial"/>
                          <a:ea typeface="Arial"/>
                          <a:cs typeface="Arial"/>
                        </a:rPr>
                        <a:t>Image</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RGB JPEG, quality 95</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Compact photographic representation</a:t>
                      </a:r>
                    </a:p>
                    <a:p>
                      <a:r>
                        <a:rPr sz="1950">
                          <a:solidFill>
                            <a:srgbClr val="123B32"/>
                          </a:solidFill>
                          <a:latin typeface="Arial"/>
                          <a:ea typeface="Arial"/>
                          <a:cs typeface="Arial"/>
                        </a:rPr>
                        <a:t>Keep original width and height</a:t>
                      </a:r>
                    </a:p>
                  </a:txBody>
                  <a:tcPr marL="91440" marR="91440" marT="45720" marB="45720">
                    <a:lnR w="6668">
                      <a:solidFill>
                        <a:srgbClr val="A2B5A4"/>
                      </a:solidFill>
                      <a:prstDash val="solid"/>
                    </a:lnR>
                    <a:lnB w="6668">
                      <a:solidFill>
                        <a:srgbClr val="A2B5A4"/>
                      </a:solidFill>
                      <a:prstDash val="solid"/>
                    </a:lnB>
                    <a:solidFill>
                      <a:srgbClr val="F5F1E7"/>
                    </a:solidFill>
                  </a:tcPr>
                </a:tc>
              </a:tr>
              <a:tr h="785813">
                <a:tc>
                  <a:txBody>
                    <a:bodyPr/>
                    <a:lstStyle/>
                    <a:p>
                      <a:r>
                        <a:rPr sz="1950">
                          <a:solidFill>
                            <a:srgbClr val="123B32"/>
                          </a:solidFill>
                          <a:latin typeface="Arial"/>
                          <a:ea typeface="Arial"/>
                          <a:cs typeface="Arial"/>
                        </a:rPr>
                        <a:t>Audio</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FLAC PCM16</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Compressed PCM for wildlife audio</a:t>
                      </a:r>
                    </a:p>
                    <a:p>
                      <a:r>
                        <a:rPr sz="1950">
                          <a:solidFill>
                            <a:srgbClr val="123B32"/>
                          </a:solidFill>
                          <a:latin typeface="Arial"/>
                          <a:ea typeface="Arial"/>
                          <a:cs typeface="Arial"/>
                        </a:rPr>
                        <a:t>Keep rate, channels and duration</a:t>
                      </a:r>
                    </a:p>
                  </a:txBody>
                  <a:tcPr marL="91440" marR="91440" marT="45720" marB="45720">
                    <a:lnR w="6668">
                      <a:solidFill>
                        <a:srgbClr val="A2B5A4"/>
                      </a:solidFill>
                      <a:prstDash val="solid"/>
                    </a:lnR>
                    <a:lnB w="6668">
                      <a:solidFill>
                        <a:srgbClr val="A2B5A4"/>
                      </a:solidFill>
                      <a:prstDash val="solid"/>
                    </a:lnB>
                    <a:solidFill>
                      <a:srgbClr val="F5F1E7"/>
                    </a:solidFill>
                  </a:tcPr>
                </a:tc>
              </a:tr>
              <a:tr h="785813">
                <a:tc>
                  <a:txBody>
                    <a:bodyPr/>
                    <a:lstStyle/>
                    <a:p>
                      <a:r>
                        <a:rPr sz="1950">
                          <a:solidFill>
                            <a:srgbClr val="123B32"/>
                          </a:solidFill>
                          <a:latin typeface="Arial"/>
                          <a:ea typeface="Arial"/>
                          <a:cs typeface="Arial"/>
                        </a:rPr>
                        <a:t>Text</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UTF-8, LF, NFC</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Consistent multilingual decoding</a:t>
                      </a:r>
                    </a:p>
                    <a:p>
                      <a:r>
                        <a:rPr sz="1950">
                          <a:solidFill>
                            <a:srgbClr val="123B32"/>
                          </a:solidFill>
                          <a:latin typeface="Arial"/>
                          <a:ea typeface="Arial"/>
                          <a:cs typeface="Arial"/>
                        </a:rPr>
                        <a:t>Readable input for quality and retrieval</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sp>
        <p:nvSpPr>
          <p:cNvPr id="4" name="">
            <a:extLst xmlns:a="http://schemas.openxmlformats.org/drawingml/2006/main">
              <a:ext uri="{FF2B5EF4-FFF2-40B4-BE49-F238E27FC236}">
                <a16:creationId xmlns:a16="http://schemas.microsoft.com/office/drawing/2014/main" id="{6F27139B-A070-4385-9B3A-AF5AFFEE8896}"/>
              </a:ext>
            </a:extLst>
          </p:cNvPr>
          <p:cNvSpPr>
            <a:spLocks xmlns:a="http://schemas.openxmlformats.org/drawingml/2006/main" noGrp="1"/>
          </p:cNvSpPr>
          <p:nvPr/>
        </p:nvSpPr>
        <p:spPr>
          <a:xfrm xmlns:a="http://schemas.openxmlformats.org/drawingml/2006/main">
            <a:off x="619125" y="53054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5D35"/>
                </a:solidFill>
              </a:defRPr>
            </a:defPPr>
            <a:lvl1pPr>
              <a:defRPr sz="2100" b="1">
                <a:solidFill>
                  <a:srgbClr val="B85D35"/>
                </a:solidFill>
              </a:defRPr>
            </a:lvl1pPr>
            <a:lvl2pPr>
              <a:defRPr sz="2100" b="1">
                <a:solidFill>
                  <a:srgbClr val="B85D35"/>
                </a:solidFill>
              </a:defRPr>
            </a:lvl2pPr>
            <a:lvl3pPr>
              <a:defRPr sz="2100" b="1">
                <a:solidFill>
                  <a:srgbClr val="B85D35"/>
                </a:solidFill>
              </a:defRPr>
            </a:lvl3pPr>
            <a:lvl4pPr>
              <a:defRPr sz="2100" b="1">
                <a:solidFill>
                  <a:srgbClr val="B85D35"/>
                </a:solidFill>
              </a:defRPr>
            </a:lvl4pPr>
            <a:lvl5pPr>
              <a:defRPr sz="2100" b="1">
                <a:solidFill>
                  <a:srgbClr val="B85D35"/>
                </a:solidFill>
              </a:defRPr>
            </a:lvl5pPr>
            <a:lvl6pPr>
              <a:defRPr sz="2100" b="1">
                <a:solidFill>
                  <a:srgbClr val="B85D35"/>
                </a:solidFill>
              </a:defRPr>
            </a:lvl6pPr>
            <a:lvl7pPr>
              <a:defRPr sz="2100" b="1">
                <a:solidFill>
                  <a:srgbClr val="B85D35"/>
                </a:solidFill>
              </a:defRPr>
            </a:lvl7pPr>
            <a:lvl8pPr>
              <a:defRPr sz="2100" b="1">
                <a:solidFill>
                  <a:srgbClr val="B85D35"/>
                </a:solidFill>
              </a:defRPr>
            </a:lvl8pPr>
            <a:lvl9pPr>
              <a:defRPr sz="2100" b="1">
                <a:solidFill>
                  <a:srgbClr val="B85D35"/>
                </a:solidFill>
              </a:defRPr>
            </a:lvl9pPr>
          </a:lstStyle>
          <a:p xmlns:a="http://schemas.openxmlformats.org/drawingml/2006/main">
            <a:pPr>
              <a:defRPr sz="2100" b="1">
                <a:solidFill>
                  <a:srgbClr val="B85D35"/>
                </a:solidFill>
              </a:defRPr>
            </a:pPr>
            <a:r>
              <a:rPr sz="2100" b="1">
                <a:solidFill>
                  <a:srgbClr val="B85D35"/>
                </a:solidFill>
              </a:rPr>
              <a:t>Real exception: 6 multiframe sources contribute their primary frame</a:t>
            </a:r>
          </a:p>
        </p:txBody>
      </p:sp>
      <p:sp>
        <p:nvSpPr>
          <p:cNvPr id="5" name="">
            <a:extLst xmlns:a="http://schemas.openxmlformats.org/drawingml/2006/main">
              <a:ext uri="{FF2B5EF4-FFF2-40B4-BE49-F238E27FC236}">
                <a16:creationId xmlns:a16="http://schemas.microsoft.com/office/drawing/2014/main" id="{949715C3-C6ED-4B60-9420-B136E0EB3D2F}"/>
              </a:ext>
            </a:extLst>
          </p:cNvPr>
          <p:cNvSpPr>
            <a:spLocks xmlns:a="http://schemas.openxmlformats.org/drawingml/2006/main" noGrp="1"/>
          </p:cNvSpPr>
          <p:nvPr/>
        </p:nvSpPr>
        <p:spPr>
          <a:xfrm xmlns:a="http://schemas.openxmlformats.org/drawingml/2006/main">
            <a:off x="619125" y="6019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defRPr sz="1800" b="0">
                <a:solidFill>
                  <a:srgbClr val="52675C"/>
                </a:solidFill>
              </a:defRPr>
            </a:lvl1pPr>
            <a:lvl2pPr>
              <a:defRPr sz="1800" b="0">
                <a:solidFill>
                  <a:srgbClr val="52675C"/>
                </a:solidFill>
              </a:defRPr>
            </a:lvl2pPr>
            <a:lvl3pPr>
              <a:defRPr sz="1800" b="0">
                <a:solidFill>
                  <a:srgbClr val="52675C"/>
                </a:solidFill>
              </a:defRPr>
            </a:lvl3pPr>
            <a:lvl4pPr>
              <a:defRPr sz="1800" b="0">
                <a:solidFill>
                  <a:srgbClr val="52675C"/>
                </a:solidFill>
              </a:defRPr>
            </a:lvl4pPr>
            <a:lvl5pPr>
              <a:defRPr sz="1800" b="0">
                <a:solidFill>
                  <a:srgbClr val="52675C"/>
                </a:solidFill>
              </a:defRPr>
            </a:lvl5pPr>
            <a:lvl6pPr>
              <a:defRPr sz="1800" b="0">
                <a:solidFill>
                  <a:srgbClr val="52675C"/>
                </a:solidFill>
              </a:defRPr>
            </a:lvl6pPr>
            <a:lvl7pPr>
              <a:defRPr sz="1800" b="0">
                <a:solidFill>
                  <a:srgbClr val="52675C"/>
                </a:solidFill>
              </a:defRPr>
            </a:lvl7pPr>
            <a:lvl8pPr>
              <a:defRPr sz="1800" b="0">
                <a:solidFill>
                  <a:srgbClr val="52675C"/>
                </a:solidFill>
              </a:defRPr>
            </a:lvl8pPr>
            <a:lvl9pPr>
              <a:defRPr sz="1800" b="0">
                <a:solidFill>
                  <a:srgbClr val="52675C"/>
                </a:solidFill>
              </a:defRPr>
            </a:lvl9pPr>
          </a:lstStyle>
          <a:p xmlns:a="http://schemas.openxmlformats.org/drawingml/2006/main">
            <a:pPr>
              <a:defRPr sz="1800" b="0">
                <a:solidFill>
                  <a:srgbClr val="52675C"/>
                </a:solidFill>
              </a:defRPr>
            </a:pPr>
            <a:r>
              <a:rPr sz="1800" b="0">
                <a:solidFill>
                  <a:srgbClr val="52675C"/>
                </a:solidFill>
              </a:rPr>
              <a:t>Trade-offs: JPEG loss, PCM16 quantisation, extracted layout. Originals stay in Persistent.</a:t>
            </a:r>
          </a:p>
        </p:txBody>
      </p:sp>
    </p:spTree>
    <p:extLst>
      <p:ext uri="{BB962C8B-B14F-4D97-AF65-F5344CB8AC3E}">
        <p14:creationId xmlns:p14="http://schemas.microsoft.com/office/powerpoint/2010/main" val="1783287330"/>
      </p:ext>
    </p:extLst>
  </p:cSld>
</p:sld>
</file>

<file path=ppt/slides/slide9.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D46FF3-873A-4196-A525-3EBC92F1267C}"/>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Trusted: rejection or warning?</a:t>
            </a:r>
          </a:p>
        </p:txBody>
      </p:sp>
      <p:sp>
        <p:nvSpPr>
          <p:cNvPr id="2" name="">
            <a:extLst xmlns:a="http://schemas.openxmlformats.org/drawingml/2006/main">
              <a:ext uri="{FF2B5EF4-FFF2-40B4-BE49-F238E27FC236}">
                <a16:creationId xmlns:a16="http://schemas.microsoft.com/office/drawing/2014/main" id="{8D1FC05C-6EF7-4443-B193-93F2B0247BD8}"/>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09</a:t>
            </a:r>
          </a:p>
        </p:txBody>
      </p:sp>
      <p:graphicFrame>
        <p:nvGraphicFramePr>
          <p:cNvPr id="3" name="">
            <a:extLst xmlns:a="http://schemas.openxmlformats.org/drawingml/2006/main">
              <a:ext uri="{FF2B5EF4-FFF2-40B4-BE49-F238E27FC236}">
                <a16:creationId xmlns:a16="http://schemas.microsoft.com/office/drawing/2014/main" id="{B7BAB638-9CC8-47D8-B645-79183EBEF870}"/>
              </a:ext>
            </a:extLst>
          </p:cNvPr>
          <p:cNvGraphicFramePr/>
          <p:nvPr/>
        </p:nvGraphicFramePr>
        <p:xfrm>
          <a:off xmlns:a="http://schemas.openxmlformats.org/drawingml/2006/main" x="609600" y="1952625"/>
          <a:ext xmlns:a="http://schemas.openxmlformats.org/drawingml/2006/main" cx="10953750" cy="2857500"/>
        </p:xfrm>
        <a:graphic xmlns:a="http://schemas.openxmlformats.org/drawingml/2006/main">
          <a:graphicData uri="http://schemas.openxmlformats.org/drawingml/2006/table">
            <a:tbl>
              <a:tblPr/>
              <a:tblGrid>
                <a:gridCol w="5191125"/>
                <a:gridCol w="5762625"/>
              </a:tblGrid>
              <a:tr h="714375">
                <a:tc>
                  <a:txBody>
                    <a:bodyPr/>
                    <a:lstStyle/>
                    <a:p>
                      <a:r>
                        <a:rPr sz="2025" b="1">
                          <a:solidFill>
                            <a:srgbClr val="F5F1E7"/>
                          </a:solidFill>
                          <a:latin typeface="Arial"/>
                          <a:ea typeface="Arial"/>
                          <a:cs typeface="Arial"/>
                        </a:rPr>
                        <a:t>Observation</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Policy</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714375">
                <a:tc>
                  <a:txBody>
                    <a:bodyPr/>
                    <a:lstStyle/>
                    <a:p>
                      <a:r>
                        <a:rPr sz="2175">
                          <a:solidFill>
                            <a:srgbClr val="123B32"/>
                          </a:solidFill>
                          <a:latin typeface="Arial"/>
                          <a:ea typeface="Arial"/>
                          <a:cs typeface="Arial"/>
                        </a:rPr>
                        <a:t>Invalid decoding</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2175">
                          <a:solidFill>
                            <a:srgbClr val="123B32"/>
                          </a:solidFill>
                          <a:latin typeface="Arial"/>
                          <a:ea typeface="Arial"/>
                          <a:cs typeface="Arial"/>
                        </a:rPr>
                        <a:t>Reject with a reason</a:t>
                      </a:r>
                    </a:p>
                  </a:txBody>
                  <a:tcPr marL="91440" marR="91440" marT="45720" marB="45720">
                    <a:lnR w="6668">
                      <a:solidFill>
                        <a:srgbClr val="A2B5A4"/>
                      </a:solidFill>
                      <a:prstDash val="solid"/>
                    </a:lnR>
                    <a:lnB w="6668">
                      <a:solidFill>
                        <a:srgbClr val="A2B5A4"/>
                      </a:solidFill>
                      <a:prstDash val="solid"/>
                    </a:lnB>
                    <a:solidFill>
                      <a:srgbClr val="F5F1E7"/>
                    </a:solidFill>
                  </a:tcPr>
                </a:tc>
              </a:tr>
              <a:tr h="714375">
                <a:tc>
                  <a:txBody>
                    <a:bodyPr/>
                    <a:lstStyle/>
                    <a:p>
                      <a:r>
                        <a:rPr sz="2175">
                          <a:solidFill>
                            <a:srgbClr val="123B32"/>
                          </a:solidFill>
                          <a:latin typeface="Arial"/>
                          <a:ea typeface="Arial"/>
                          <a:cs typeface="Arial"/>
                        </a:rPr>
                        <a:t>Confirmed image duplicate</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2175">
                          <a:solidFill>
                            <a:srgbClr val="123B32"/>
                          </a:solidFill>
                          <a:latin typeface="Arial"/>
                          <a:ea typeface="Arial"/>
                          <a:cs typeface="Arial"/>
                        </a:rPr>
                        <a:t>Exclude the later matching image</a:t>
                      </a:r>
                    </a:p>
                  </a:txBody>
                  <a:tcPr marL="91440" marR="91440" marT="45720" marB="45720">
                    <a:lnR w="6668">
                      <a:solidFill>
                        <a:srgbClr val="A2B5A4"/>
                      </a:solidFill>
                      <a:prstDash val="solid"/>
                    </a:lnR>
                    <a:lnB w="6668">
                      <a:solidFill>
                        <a:srgbClr val="A2B5A4"/>
                      </a:solidFill>
                      <a:prstDash val="solid"/>
                    </a:lnB>
                    <a:solidFill>
                      <a:srgbClr val="F5F1E7"/>
                    </a:solidFill>
                  </a:tcPr>
                </a:tc>
              </a:tr>
              <a:tr h="714375">
                <a:tc>
                  <a:txBody>
                    <a:bodyPr/>
                    <a:lstStyle/>
                    <a:p>
                      <a:r>
                        <a:rPr sz="2175">
                          <a:solidFill>
                            <a:srgbClr val="123B32"/>
                          </a:solidFill>
                          <a:latin typeface="Arial"/>
                          <a:ea typeface="Arial"/>
                          <a:cs typeface="Arial"/>
                        </a:rPr>
                        <a:t>Watermark / low-energy audio</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2175">
                          <a:solidFill>
                            <a:srgbClr val="123B32"/>
                          </a:solidFill>
                          <a:latin typeface="Arial"/>
                          <a:ea typeface="Arial"/>
                          <a:cs typeface="Arial"/>
                        </a:rPr>
                        <a:t>Retain with a warning</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sp>
        <p:nvSpPr>
          <p:cNvPr id="4" name="">
            <a:extLst xmlns:a="http://schemas.openxmlformats.org/drawingml/2006/main">
              <a:ext uri="{FF2B5EF4-FFF2-40B4-BE49-F238E27FC236}">
                <a16:creationId xmlns:a16="http://schemas.microsoft.com/office/drawing/2014/main" id="{A1AB3496-B262-4302-9F2D-1A36ABB6D71B}"/>
              </a:ext>
            </a:extLst>
          </p:cNvPr>
          <p:cNvSpPr>
            <a:spLocks xmlns:a="http://schemas.openxmlformats.org/drawingml/2006/main" noGrp="1"/>
          </p:cNvSpPr>
          <p:nvPr/>
        </p:nvSpPr>
        <p:spPr>
          <a:xfrm xmlns:a="http://schemas.openxmlformats.org/drawingml/2006/main">
            <a:off x="628650" y="522922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B85D35"/>
                </a:solidFill>
              </a:defRPr>
            </a:defPPr>
            <a:lvl1pPr>
              <a:buNone/>
              <a:defRPr sz="2325" b="0">
                <a:solidFill>
                  <a:srgbClr val="B85D35"/>
                </a:solidFill>
              </a:defRPr>
            </a:lvl1pPr>
            <a:lvl2pPr>
              <a:buNone/>
              <a:defRPr sz="2325" b="0">
                <a:solidFill>
                  <a:srgbClr val="B85D35"/>
                </a:solidFill>
              </a:defRPr>
            </a:lvl2pPr>
            <a:lvl3pPr>
              <a:buNone/>
              <a:defRPr sz="2325" b="0">
                <a:solidFill>
                  <a:srgbClr val="B85D35"/>
                </a:solidFill>
              </a:defRPr>
            </a:lvl3pPr>
            <a:lvl4pPr>
              <a:buNone/>
              <a:defRPr sz="2325" b="0">
                <a:solidFill>
                  <a:srgbClr val="B85D35"/>
                </a:solidFill>
              </a:defRPr>
            </a:lvl4pPr>
            <a:lvl5pPr>
              <a:buNone/>
              <a:defRPr sz="2325" b="0">
                <a:solidFill>
                  <a:srgbClr val="B85D35"/>
                </a:solidFill>
              </a:defRPr>
            </a:lvl5pPr>
            <a:lvl6pPr>
              <a:buNone/>
              <a:defRPr sz="2325" b="0">
                <a:solidFill>
                  <a:srgbClr val="B85D35"/>
                </a:solidFill>
              </a:defRPr>
            </a:lvl6pPr>
            <a:lvl7pPr>
              <a:buNone/>
              <a:defRPr sz="2325" b="0">
                <a:solidFill>
                  <a:srgbClr val="B85D35"/>
                </a:solidFill>
              </a:defRPr>
            </a:lvl7pPr>
            <a:lvl8pPr>
              <a:buNone/>
              <a:defRPr sz="2325" b="0">
                <a:solidFill>
                  <a:srgbClr val="B85D35"/>
                </a:solidFill>
              </a:defRPr>
            </a:lvl8pPr>
            <a:lvl9pPr>
              <a:buNone/>
              <a:defRPr sz="2325" b="0">
                <a:solidFill>
                  <a:srgbClr val="B85D35"/>
                </a:solidFill>
              </a:defRPr>
            </a:lvl9pPr>
          </a:lstStyle>
          <a:p xmlns:a="http://schemas.openxmlformats.org/drawingml/2006/main">
            <a:pPr>
              <a:buNone/>
              <a:defRPr sz="2325" b="0">
                <a:solidFill>
                  <a:srgbClr val="B85D35"/>
                </a:solidFill>
              </a:defRPr>
            </a:pPr>
            <a:r>
              <a:rPr sz="2325" b="0">
                <a:solidFill>
                  <a:srgbClr val="B85D35"/>
                </a:solidFill>
              </a:rPr>
              <a:t>Image budget: 20 MB / 40 MP / minimum 128 × 128</a:t>
            </a:r>
          </a:p>
        </p:txBody>
      </p:sp>
      <p:sp>
        <p:nvSpPr>
          <p:cNvPr id="5" name="">
            <a:extLst xmlns:a="http://schemas.openxmlformats.org/drawingml/2006/main">
              <a:ext uri="{FF2B5EF4-FFF2-40B4-BE49-F238E27FC236}">
                <a16:creationId xmlns:a16="http://schemas.microsoft.com/office/drawing/2014/main" id="{D2807790-63CE-475D-AD32-E788BB35165E}"/>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Audio: 200 MB / text: 4 MB / preserve previously accepted bytes after later failures</a:t>
            </a:r>
          </a:p>
        </p:txBody>
      </p:sp>
    </p:spTree>
    <p:extLst>
      <p:ext uri="{BB962C8B-B14F-4D97-AF65-F5344CB8AC3E}">
        <p14:creationId xmlns:p14="http://schemas.microsoft.com/office/powerpoint/2010/main" val="1331649015"/>
      </p:ext>
    </p:extLst>
  </p:cSld>
</p:sld>
</file>

<file path=ppt/slides/slide10.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B40C0B-3AB0-42A9-819A-FE6D6B45C43F}"/>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Quality decisions leave an audit trail</a:t>
            </a:r>
          </a:p>
        </p:txBody>
      </p:sp>
      <p:sp>
        <p:nvSpPr>
          <p:cNvPr id="2" name="">
            <a:extLst xmlns:a="http://schemas.openxmlformats.org/drawingml/2006/main">
              <a:ext uri="{FF2B5EF4-FFF2-40B4-BE49-F238E27FC236}">
                <a16:creationId xmlns:a16="http://schemas.microsoft.com/office/drawing/2014/main" id="{5E297620-9D45-4E62-B4B4-7C3FC3E41A0F}"/>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10</a:t>
            </a:r>
          </a:p>
        </p:txBody>
      </p:sp>
      <p:sp>
        <p:nvSpPr>
          <p:cNvPr id="3" name="">
            <a:extLst xmlns:a="http://schemas.openxmlformats.org/drawingml/2006/main">
              <a:ext uri="{FF2B5EF4-FFF2-40B4-BE49-F238E27FC236}">
                <a16:creationId xmlns:a16="http://schemas.microsoft.com/office/drawing/2014/main" id="{748CE314-BDF7-4228-B2FE-EFD84619CBBB}"/>
              </a:ext>
            </a:extLst>
          </p:cNvPr>
          <p:cNvSpPr>
            <a:spLocks xmlns:a="http://schemas.openxmlformats.org/drawingml/2006/main" noGrp="1"/>
          </p:cNvSpPr>
          <p:nvPr/>
        </p:nvSpPr>
        <p:spPr>
          <a:xfrm xmlns:a="http://schemas.openxmlformats.org/drawingml/2006/main">
            <a:off x="609600" y="1476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85D35"/>
                </a:solidFill>
              </a:defRPr>
            </a:defPPr>
            <a:lvl1pPr>
              <a:buNone/>
              <a:defRPr sz="2250" b="1">
                <a:solidFill>
                  <a:srgbClr val="B85D35"/>
                </a:solidFill>
              </a:defRPr>
            </a:lvl1pPr>
            <a:lvl2pPr>
              <a:buNone/>
              <a:defRPr sz="2250" b="1">
                <a:solidFill>
                  <a:srgbClr val="B85D35"/>
                </a:solidFill>
              </a:defRPr>
            </a:lvl2pPr>
            <a:lvl3pPr>
              <a:buNone/>
              <a:defRPr sz="2250" b="1">
                <a:solidFill>
                  <a:srgbClr val="B85D35"/>
                </a:solidFill>
              </a:defRPr>
            </a:lvl3pPr>
            <a:lvl4pPr>
              <a:buNone/>
              <a:defRPr sz="2250" b="1">
                <a:solidFill>
                  <a:srgbClr val="B85D35"/>
                </a:solidFill>
              </a:defRPr>
            </a:lvl4pPr>
            <a:lvl5pPr>
              <a:buNone/>
              <a:defRPr sz="2250" b="1">
                <a:solidFill>
                  <a:srgbClr val="B85D35"/>
                </a:solidFill>
              </a:defRPr>
            </a:lvl5pPr>
            <a:lvl6pPr>
              <a:buNone/>
              <a:defRPr sz="2250" b="1">
                <a:solidFill>
                  <a:srgbClr val="B85D35"/>
                </a:solidFill>
              </a:defRPr>
            </a:lvl6pPr>
            <a:lvl7pPr>
              <a:buNone/>
              <a:defRPr sz="2250" b="1">
                <a:solidFill>
                  <a:srgbClr val="B85D35"/>
                </a:solidFill>
              </a:defRPr>
            </a:lvl7pPr>
            <a:lvl8pPr>
              <a:buNone/>
              <a:defRPr sz="2250" b="1">
                <a:solidFill>
                  <a:srgbClr val="B85D35"/>
                </a:solidFill>
              </a:defRPr>
            </a:lvl8pPr>
            <a:lvl9pPr>
              <a:buNone/>
              <a:defRPr sz="2250" b="1">
                <a:solidFill>
                  <a:srgbClr val="B85D35"/>
                </a:solidFill>
              </a:defRPr>
            </a:lvl9pPr>
          </a:lstStyle>
          <a:p xmlns:a="http://schemas.openxmlformats.org/drawingml/2006/main">
            <a:pPr>
              <a:buNone/>
              <a:defRPr sz="2250" b="1">
                <a:solidFill>
                  <a:srgbClr val="B85D35"/>
                </a:solidFill>
              </a:defRPr>
            </a:pPr>
            <a:r>
              <a:rPr sz="2250" b="1">
                <a:solidFill>
                  <a:srgbClr val="B85D35"/>
                </a:solidFill>
              </a:rPr>
              <a:t>Per-asset manifests / HTML + CSV + JSON + plots</a:t>
            </a:r>
          </a:p>
        </p:txBody>
      </p:sp>
      <p:pic>
        <p:nvPicPr>
          <p:cNvPr id="4" name="">
            <a:extLst xmlns:a="http://schemas.openxmlformats.org/drawingml/2006/main">
              <a:ext uri="{FF2B5EF4-FFF2-40B4-BE49-F238E27FC236}">
                <a16:creationId xmlns:a16="http://schemas.microsoft.com/office/drawing/2014/main" id="{7E5861FA-1DA3-457C-8CC7-6F2DFFA5DC36}"/>
              </a:ext>
            </a:extLst>
          </p:cNvPr>
          <p:cNvPicPr>
            <a:picLocks xmlns:a="http://schemas.openxmlformats.org/drawingml/2006/main" noChangeAspect="1"/>
          </p:cNvPicPr>
          <p:nvPr/>
        </p:nvPicPr>
        <p:blipFill>
          <a:blip xmlns:r="http://schemas.openxmlformats.org/officeDocument/2006/relationships" xmlns:a="http://schemas.openxmlformats.org/drawingml/2006/main" r:embed="R62f7f6fe62a14e6c"/>
          <a:stretch xmlns:a="http://schemas.openxmlformats.org/drawingml/2006/main"/>
        </p:blipFill>
        <p:spPr>
          <a:xfrm xmlns:a="http://schemas.openxmlformats.org/drawingml/2006/main">
            <a:off x="836421" y="2333625"/>
            <a:ext cx="6261483" cy="3524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468FB4-466B-49C7-81CE-0B58018C7FCD}"/>
              </a:ext>
            </a:extLst>
          </p:cNvPr>
          <p:cNvSpPr>
            <a:spLocks xmlns:a="http://schemas.openxmlformats.org/drawingml/2006/main" noGrp="1"/>
          </p:cNvSpPr>
          <p:nvPr/>
        </p:nvSpPr>
        <p:spPr>
          <a:xfrm xmlns:a="http://schemas.openxmlformats.org/drawingml/2006/main">
            <a:off x="7981950" y="21812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23B32"/>
                </a:solidFill>
              </a:defRPr>
            </a:defPPr>
            <a:lvl1pPr>
              <a:buNone/>
              <a:defRPr sz="4875" b="1">
                <a:solidFill>
                  <a:srgbClr val="123B32"/>
                </a:solidFill>
              </a:defRPr>
            </a:lvl1pPr>
            <a:lvl2pPr>
              <a:buNone/>
              <a:defRPr sz="4875" b="1">
                <a:solidFill>
                  <a:srgbClr val="123B32"/>
                </a:solidFill>
              </a:defRPr>
            </a:lvl2pPr>
            <a:lvl3pPr>
              <a:buNone/>
              <a:defRPr sz="4875" b="1">
                <a:solidFill>
                  <a:srgbClr val="123B32"/>
                </a:solidFill>
              </a:defRPr>
            </a:lvl3pPr>
            <a:lvl4pPr>
              <a:buNone/>
              <a:defRPr sz="4875" b="1">
                <a:solidFill>
                  <a:srgbClr val="123B32"/>
                </a:solidFill>
              </a:defRPr>
            </a:lvl4pPr>
            <a:lvl5pPr>
              <a:buNone/>
              <a:defRPr sz="4875" b="1">
                <a:solidFill>
                  <a:srgbClr val="123B32"/>
                </a:solidFill>
              </a:defRPr>
            </a:lvl5pPr>
            <a:lvl6pPr>
              <a:buNone/>
              <a:defRPr sz="4875" b="1">
                <a:solidFill>
                  <a:srgbClr val="123B32"/>
                </a:solidFill>
              </a:defRPr>
            </a:lvl6pPr>
            <a:lvl7pPr>
              <a:buNone/>
              <a:defRPr sz="4875" b="1">
                <a:solidFill>
                  <a:srgbClr val="123B32"/>
                </a:solidFill>
              </a:defRPr>
            </a:lvl7pPr>
            <a:lvl8pPr>
              <a:buNone/>
              <a:defRPr sz="4875" b="1">
                <a:solidFill>
                  <a:srgbClr val="123B32"/>
                </a:solidFill>
              </a:defRPr>
            </a:lvl8pPr>
            <a:lvl9pPr>
              <a:buNone/>
              <a:defRPr sz="4875" b="1">
                <a:solidFill>
                  <a:srgbClr val="123B32"/>
                </a:solidFill>
              </a:defRPr>
            </a:lvl9pPr>
          </a:lstStyle>
          <a:p xmlns:a="http://schemas.openxmlformats.org/drawingml/2006/main">
            <a:pPr>
              <a:buNone/>
              <a:defRPr sz="4875" b="1">
                <a:solidFill>
                  <a:srgbClr val="123B32"/>
                </a:solidFill>
              </a:defRPr>
            </a:pPr>
            <a:r>
              <a:rPr sz="4875" b="1">
                <a:solidFill>
                  <a:srgbClr val="123B32"/>
                </a:solidFill>
              </a:rPr>
              <a:t>100%</a:t>
            </a:r>
          </a:p>
        </p:txBody>
      </p:sp>
      <p:sp>
        <p:nvSpPr>
          <p:cNvPr id="6" name="">
            <a:extLst xmlns:a="http://schemas.openxmlformats.org/drawingml/2006/main">
              <a:ext uri="{FF2B5EF4-FFF2-40B4-BE49-F238E27FC236}">
                <a16:creationId xmlns:a16="http://schemas.microsoft.com/office/drawing/2014/main" id="{4DFC16DF-72FF-4A50-9567-A8962DE687A4}"/>
              </a:ext>
            </a:extLst>
          </p:cNvPr>
          <p:cNvSpPr>
            <a:spLocks xmlns:a="http://schemas.openxmlformats.org/drawingml/2006/main" noGrp="1"/>
          </p:cNvSpPr>
          <p:nvPr/>
        </p:nvSpPr>
        <p:spPr>
          <a:xfrm xmlns:a="http://schemas.openxmlformats.org/drawingml/2006/main">
            <a:off x="7991475" y="3076575"/>
            <a:ext cx="3476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B32"/>
                </a:solidFill>
              </a:defRPr>
            </a:defPPr>
            <a:lvl1pPr>
              <a:buNone/>
              <a:defRPr sz="2100" b="0">
                <a:solidFill>
                  <a:srgbClr val="123B32"/>
                </a:solidFill>
              </a:defRPr>
            </a:lvl1pPr>
            <a:lvl2pPr>
              <a:buNone/>
              <a:defRPr sz="2100" b="0">
                <a:solidFill>
                  <a:srgbClr val="123B32"/>
                </a:solidFill>
              </a:defRPr>
            </a:lvl2pPr>
            <a:lvl3pPr>
              <a:buNone/>
              <a:defRPr sz="2100" b="0">
                <a:solidFill>
                  <a:srgbClr val="123B32"/>
                </a:solidFill>
              </a:defRPr>
            </a:lvl3pPr>
            <a:lvl4pPr>
              <a:buNone/>
              <a:defRPr sz="2100" b="0">
                <a:solidFill>
                  <a:srgbClr val="123B32"/>
                </a:solidFill>
              </a:defRPr>
            </a:lvl4pPr>
            <a:lvl5pPr>
              <a:buNone/>
              <a:defRPr sz="2100" b="0">
                <a:solidFill>
                  <a:srgbClr val="123B32"/>
                </a:solidFill>
              </a:defRPr>
            </a:lvl5pPr>
            <a:lvl6pPr>
              <a:buNone/>
              <a:defRPr sz="2100" b="0">
                <a:solidFill>
                  <a:srgbClr val="123B32"/>
                </a:solidFill>
              </a:defRPr>
            </a:lvl6pPr>
            <a:lvl7pPr>
              <a:buNone/>
              <a:defRPr sz="2100" b="0">
                <a:solidFill>
                  <a:srgbClr val="123B32"/>
                </a:solidFill>
              </a:defRPr>
            </a:lvl7pPr>
            <a:lvl8pPr>
              <a:buNone/>
              <a:defRPr sz="2100" b="0">
                <a:solidFill>
                  <a:srgbClr val="123B32"/>
                </a:solidFill>
              </a:defRPr>
            </a:lvl8pPr>
            <a:lvl9pPr>
              <a:buNone/>
              <a:defRPr sz="2100" b="0">
                <a:solidFill>
                  <a:srgbClr val="123B32"/>
                </a:solidFill>
              </a:defRPr>
            </a:lvl9pPr>
          </a:lstStyle>
          <a:p xmlns:a="http://schemas.openxmlformats.org/drawingml/2006/main">
            <a:pPr>
              <a:buNone/>
              <a:defRPr sz="2100" b="0">
                <a:solidFill>
                  <a:srgbClr val="123B32"/>
                </a:solidFill>
              </a:defRPr>
            </a:pPr>
            <a:r>
              <a:rPr sz="2100" b="0">
                <a:solidFill>
                  <a:srgbClr val="123B32"/>
                </a:solidFill>
              </a:rPr>
              <a:t>Provenance fields complete</a:t>
            </a:r>
          </a:p>
        </p:txBody>
      </p:sp>
      <p:sp>
        <p:nvSpPr>
          <p:cNvPr id="7" name="">
            <a:extLst xmlns:a="http://schemas.openxmlformats.org/drawingml/2006/main">
              <a:ext uri="{FF2B5EF4-FFF2-40B4-BE49-F238E27FC236}">
                <a16:creationId xmlns:a16="http://schemas.microsoft.com/office/drawing/2014/main" id="{D4746685-1AE0-4537-A434-04B5D0550C02}"/>
              </a:ext>
            </a:extLst>
          </p:cNvPr>
          <p:cNvSpPr>
            <a:spLocks xmlns:a="http://schemas.openxmlformats.org/drawingml/2006/main" noGrp="1"/>
          </p:cNvSpPr>
          <p:nvPr/>
        </p:nvSpPr>
        <p:spPr>
          <a:xfrm xmlns:a="http://schemas.openxmlformats.org/drawingml/2006/main">
            <a:off x="7981950" y="39624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23B32"/>
                </a:solidFill>
              </a:defRPr>
            </a:defPPr>
            <a:lvl1pPr>
              <a:buNone/>
              <a:defRPr sz="4350" b="1">
                <a:solidFill>
                  <a:srgbClr val="123B32"/>
                </a:solidFill>
              </a:defRPr>
            </a:lvl1pPr>
            <a:lvl2pPr>
              <a:buNone/>
              <a:defRPr sz="4350" b="1">
                <a:solidFill>
                  <a:srgbClr val="123B32"/>
                </a:solidFill>
              </a:defRPr>
            </a:lvl2pPr>
            <a:lvl3pPr>
              <a:buNone/>
              <a:defRPr sz="4350" b="1">
                <a:solidFill>
                  <a:srgbClr val="123B32"/>
                </a:solidFill>
              </a:defRPr>
            </a:lvl3pPr>
            <a:lvl4pPr>
              <a:buNone/>
              <a:defRPr sz="4350" b="1">
                <a:solidFill>
                  <a:srgbClr val="123B32"/>
                </a:solidFill>
              </a:defRPr>
            </a:lvl4pPr>
            <a:lvl5pPr>
              <a:buNone/>
              <a:defRPr sz="4350" b="1">
                <a:solidFill>
                  <a:srgbClr val="123B32"/>
                </a:solidFill>
              </a:defRPr>
            </a:lvl5pPr>
            <a:lvl6pPr>
              <a:buNone/>
              <a:defRPr sz="4350" b="1">
                <a:solidFill>
                  <a:srgbClr val="123B32"/>
                </a:solidFill>
              </a:defRPr>
            </a:lvl6pPr>
            <a:lvl7pPr>
              <a:buNone/>
              <a:defRPr sz="4350" b="1">
                <a:solidFill>
                  <a:srgbClr val="123B32"/>
                </a:solidFill>
              </a:defRPr>
            </a:lvl7pPr>
            <a:lvl8pPr>
              <a:buNone/>
              <a:defRPr sz="4350" b="1">
                <a:solidFill>
                  <a:srgbClr val="123B32"/>
                </a:solidFill>
              </a:defRPr>
            </a:lvl8pPr>
            <a:lvl9pPr>
              <a:buNone/>
              <a:defRPr sz="4350" b="1">
                <a:solidFill>
                  <a:srgbClr val="123B32"/>
                </a:solidFill>
              </a:defRPr>
            </a:lvl9pPr>
          </a:lstStyle>
          <a:p xmlns:a="http://schemas.openxmlformats.org/drawingml/2006/main">
            <a:pPr>
              <a:buNone/>
              <a:defRPr sz="4350" b="1">
                <a:solidFill>
                  <a:srgbClr val="123B32"/>
                </a:solidFill>
              </a:defRPr>
            </a:pPr>
            <a:r>
              <a:rPr sz="4350" b="1">
                <a:solidFill>
                  <a:srgbClr val="123B32"/>
                </a:solidFill>
              </a:rPr>
              <a:t>0.0 bits</a:t>
            </a:r>
          </a:p>
        </p:txBody>
      </p:sp>
      <p:sp>
        <p:nvSpPr>
          <p:cNvPr id="8" name="">
            <a:extLst xmlns:a="http://schemas.openxmlformats.org/drawingml/2006/main">
              <a:ext uri="{FF2B5EF4-FFF2-40B4-BE49-F238E27FC236}">
                <a16:creationId xmlns:a16="http://schemas.microsoft.com/office/drawing/2014/main" id="{5C8555E4-5F08-41B0-A09B-C0D5B9BA464D}"/>
              </a:ext>
            </a:extLst>
          </p:cNvPr>
          <p:cNvSpPr>
            <a:spLocks xmlns:a="http://schemas.openxmlformats.org/drawingml/2006/main" noGrp="1"/>
          </p:cNvSpPr>
          <p:nvPr/>
        </p:nvSpPr>
        <p:spPr>
          <a:xfrm xmlns:a="http://schemas.openxmlformats.org/drawingml/2006/main">
            <a:off x="7991475" y="4810125"/>
            <a:ext cx="3476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B32"/>
                </a:solidFill>
              </a:defRPr>
            </a:defPPr>
            <a:lvl1pPr>
              <a:buNone/>
              <a:defRPr sz="2100" b="0">
                <a:solidFill>
                  <a:srgbClr val="123B32"/>
                </a:solidFill>
              </a:defRPr>
            </a:lvl1pPr>
            <a:lvl2pPr>
              <a:buNone/>
              <a:defRPr sz="2100" b="0">
                <a:solidFill>
                  <a:srgbClr val="123B32"/>
                </a:solidFill>
              </a:defRPr>
            </a:lvl2pPr>
            <a:lvl3pPr>
              <a:buNone/>
              <a:defRPr sz="2100" b="0">
                <a:solidFill>
                  <a:srgbClr val="123B32"/>
                </a:solidFill>
              </a:defRPr>
            </a:lvl3pPr>
            <a:lvl4pPr>
              <a:buNone/>
              <a:defRPr sz="2100" b="0">
                <a:solidFill>
                  <a:srgbClr val="123B32"/>
                </a:solidFill>
              </a:defRPr>
            </a:lvl4pPr>
            <a:lvl5pPr>
              <a:buNone/>
              <a:defRPr sz="2100" b="0">
                <a:solidFill>
                  <a:srgbClr val="123B32"/>
                </a:solidFill>
              </a:defRPr>
            </a:lvl5pPr>
            <a:lvl6pPr>
              <a:buNone/>
              <a:defRPr sz="2100" b="0">
                <a:solidFill>
                  <a:srgbClr val="123B32"/>
                </a:solidFill>
              </a:defRPr>
            </a:lvl6pPr>
            <a:lvl7pPr>
              <a:buNone/>
              <a:defRPr sz="2100" b="0">
                <a:solidFill>
                  <a:srgbClr val="123B32"/>
                </a:solidFill>
              </a:defRPr>
            </a:lvl7pPr>
            <a:lvl8pPr>
              <a:buNone/>
              <a:defRPr sz="2100" b="0">
                <a:solidFill>
                  <a:srgbClr val="123B32"/>
                </a:solidFill>
              </a:defRPr>
            </a:lvl8pPr>
            <a:lvl9pPr>
              <a:buNone/>
              <a:defRPr sz="2100" b="0">
                <a:solidFill>
                  <a:srgbClr val="123B32"/>
                </a:solidFill>
              </a:defRPr>
            </a:lvl9pPr>
          </a:lstStyle>
          <a:p xmlns:a="http://schemas.openxmlformats.org/drawingml/2006/main">
            <a:pPr>
              <a:buNone/>
              <a:defRPr sz="2100" b="0">
                <a:solidFill>
                  <a:srgbClr val="123B32"/>
                </a:solidFill>
              </a:defRPr>
            </a:pPr>
            <a:r>
              <a:rPr sz="2100" b="0">
                <a:solidFill>
                  <a:srgbClr val="123B32"/>
                </a:solidFill>
              </a:rPr>
              <a:t>Species distribution shift</a:t>
            </a:r>
          </a:p>
        </p:txBody>
      </p:sp>
      <p:sp>
        <p:nvSpPr>
          <p:cNvPr id="9" name="">
            <a:extLst xmlns:a="http://schemas.openxmlformats.org/drawingml/2006/main">
              <a:ext uri="{FF2B5EF4-FFF2-40B4-BE49-F238E27FC236}">
                <a16:creationId xmlns:a16="http://schemas.microsoft.com/office/drawing/2014/main" id="{11522454-4FEE-49AD-B99C-4CDE22D02CE1}"/>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Real image report / 100 retained / 32 possible watermark flags / 19 Oct 2026</a:t>
            </a:r>
          </a:p>
        </p:txBody>
      </p:sp>
    </p:spTree>
    <p:extLst>
      <p:ext uri="{BB962C8B-B14F-4D97-AF65-F5344CB8AC3E}">
        <p14:creationId xmlns:p14="http://schemas.microsoft.com/office/powerpoint/2010/main" val="1745583513"/>
      </p:ext>
    </p:extLst>
  </p:cSld>
</p:sld>
</file>

<file path=ppt/slides/slide11.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B38E70-F35E-446A-A565-DD9B6507CFC1}"/>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Did filtering change species representation?</a:t>
            </a:r>
          </a:p>
        </p:txBody>
      </p:sp>
      <p:sp>
        <p:nvSpPr>
          <p:cNvPr id="2" name="">
            <a:extLst xmlns:a="http://schemas.openxmlformats.org/drawingml/2006/main">
              <a:ext uri="{FF2B5EF4-FFF2-40B4-BE49-F238E27FC236}">
                <a16:creationId xmlns:a16="http://schemas.microsoft.com/office/drawing/2014/main" id="{8DAAC24D-D648-43C6-8F23-95CC5D8B52CD}"/>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11</a:t>
            </a:r>
          </a:p>
        </p:txBody>
      </p:sp>
      <p:graphicFrame>
        <p:nvGraphicFramePr>
          <p:cNvPr id="3" name="Chart">
            <a:extLst xmlns:a="http://schemas.openxmlformats.org/drawingml/2006/main">
              <a:ext uri="{FF2B5EF4-FFF2-40B4-BE49-F238E27FC236}">
                <a16:creationId xmlns:a16="http://schemas.microsoft.com/office/drawing/2014/main" id="{C774C954-4BBB-4EA0-9F12-51426AE27CEF}"/>
              </a:ext>
            </a:extLst>
          </p:cNvPr>
          <p:cNvGraphicFramePr/>
          <p:nvPr/>
        </p:nvGraphicFramePr>
        <p:xfrm>
          <a:off xmlns:a="http://schemas.openxmlformats.org/drawingml/2006/main" x="609600" y="1666875"/>
          <a:ext xmlns:a="http://schemas.openxmlformats.org/drawingml/2006/main" cx="10953750" cy="4000500"/>
        </p:xfrm>
        <a:graphic xmlns:a="http://schemas.openxmlformats.org/drawingml/2006/main">
          <a:graphicData uri="http://schemas.openxmlformats.org/drawingml/2006/chart">
            <c:chart xmlns:r="http://schemas.openxmlformats.org/officeDocument/2006/relationships" xmlns:c="http://schemas.openxmlformats.org/drawingml/2006/chart" r:id="R3369ab7335a34b70"/>
          </a:graphicData>
        </a:graphic>
      </p:graphicFrame>
      <p:sp>
        <p:nvSpPr>
          <p:cNvPr id="4" name="">
            <a:extLst xmlns:a="http://schemas.openxmlformats.org/drawingml/2006/main">
              <a:ext uri="{FF2B5EF4-FFF2-40B4-BE49-F238E27FC236}">
                <a16:creationId xmlns:a16="http://schemas.microsoft.com/office/drawing/2014/main" id="{49FFE01B-F833-446A-8528-B33206FD0731}"/>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100 images before / 100 after / Jensen–Shannon divergence: 0.0 bits</a:t>
            </a:r>
          </a:p>
        </p:txBody>
      </p:sp>
    </p:spTree>
    <p:extLst>
      <p:ext uri="{BB962C8B-B14F-4D97-AF65-F5344CB8AC3E}">
        <p14:creationId xmlns:p14="http://schemas.microsoft.com/office/powerpoint/2010/main" val="1248273369"/>
      </p:ext>
    </p:extLst>
  </p:cSld>
</p:sld>
</file>

<file path=ppt/slides/slide12.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A7EEA0-DA8F-4CFF-8E5F-FDD8C55BA9C7}"/>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Quiet intervals remain in the evidence</a:t>
            </a:r>
          </a:p>
        </p:txBody>
      </p:sp>
      <p:sp>
        <p:nvSpPr>
          <p:cNvPr id="2" name="">
            <a:extLst xmlns:a="http://schemas.openxmlformats.org/drawingml/2006/main">
              <a:ext uri="{FF2B5EF4-FFF2-40B4-BE49-F238E27FC236}">
                <a16:creationId xmlns:a16="http://schemas.microsoft.com/office/drawing/2014/main" id="{12E9621E-7DEE-4BD5-A67F-0714F0CCCE10}"/>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12</a:t>
            </a:r>
          </a:p>
        </p:txBody>
      </p:sp>
      <p:sp>
        <p:nvSpPr>
          <p:cNvPr id="3" name="">
            <a:extLst xmlns:a="http://schemas.openxmlformats.org/drawingml/2006/main">
              <a:ext uri="{FF2B5EF4-FFF2-40B4-BE49-F238E27FC236}">
                <a16:creationId xmlns:a16="http://schemas.microsoft.com/office/drawing/2014/main" id="{5C745134-F1E1-4074-ADB9-300D319C4B78}"/>
              </a:ext>
            </a:extLst>
          </p:cNvPr>
          <p:cNvSpPr>
            <a:spLocks xmlns:a="http://schemas.openxmlformats.org/drawingml/2006/main" noGrp="1"/>
          </p:cNvSpPr>
          <p:nvPr/>
        </p:nvSpPr>
        <p:spPr>
          <a:xfrm xmlns:a="http://schemas.openxmlformats.org/drawingml/2006/main">
            <a:off x="609600" y="1428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85D35"/>
                </a:solidFill>
              </a:defRPr>
            </a:defPPr>
            <a:lvl1pPr>
              <a:buNone/>
              <a:defRPr sz="2175" b="0">
                <a:solidFill>
                  <a:srgbClr val="B85D35"/>
                </a:solidFill>
              </a:defRPr>
            </a:lvl1pPr>
            <a:lvl2pPr>
              <a:buNone/>
              <a:defRPr sz="2175" b="0">
                <a:solidFill>
                  <a:srgbClr val="B85D35"/>
                </a:solidFill>
              </a:defRPr>
            </a:lvl2pPr>
            <a:lvl3pPr>
              <a:buNone/>
              <a:defRPr sz="2175" b="0">
                <a:solidFill>
                  <a:srgbClr val="B85D35"/>
                </a:solidFill>
              </a:defRPr>
            </a:lvl3pPr>
            <a:lvl4pPr>
              <a:buNone/>
              <a:defRPr sz="2175" b="0">
                <a:solidFill>
                  <a:srgbClr val="B85D35"/>
                </a:solidFill>
              </a:defRPr>
            </a:lvl4pPr>
            <a:lvl5pPr>
              <a:buNone/>
              <a:defRPr sz="2175" b="0">
                <a:solidFill>
                  <a:srgbClr val="B85D35"/>
                </a:solidFill>
              </a:defRPr>
            </a:lvl5pPr>
            <a:lvl6pPr>
              <a:buNone/>
              <a:defRPr sz="2175" b="0">
                <a:solidFill>
                  <a:srgbClr val="B85D35"/>
                </a:solidFill>
              </a:defRPr>
            </a:lvl6pPr>
            <a:lvl7pPr>
              <a:buNone/>
              <a:defRPr sz="2175" b="0">
                <a:solidFill>
                  <a:srgbClr val="B85D35"/>
                </a:solidFill>
              </a:defRPr>
            </a:lvl7pPr>
            <a:lvl8pPr>
              <a:buNone/>
              <a:defRPr sz="2175" b="0">
                <a:solidFill>
                  <a:srgbClr val="B85D35"/>
                </a:solidFill>
              </a:defRPr>
            </a:lvl8pPr>
            <a:lvl9pPr>
              <a:buNone/>
              <a:defRPr sz="2175" b="0">
                <a:solidFill>
                  <a:srgbClr val="B85D35"/>
                </a:solidFill>
              </a:defRPr>
            </a:lvl9pPr>
          </a:lstStyle>
          <a:p xmlns:a="http://schemas.openxmlformats.org/drawingml/2006/main">
            <a:pPr>
              <a:buNone/>
              <a:defRPr sz="2175" b="0">
                <a:solidFill>
                  <a:srgbClr val="B85D35"/>
                </a:solidFill>
              </a:defRPr>
            </a:pPr>
            <a:r>
              <a:rPr sz="2175" b="0">
                <a:solidFill>
                  <a:srgbClr val="B85D35"/>
                </a:solidFill>
              </a:rPr>
              <a:t>Recordings grouped by low-energy window percentage</a:t>
            </a:r>
          </a:p>
        </p:txBody>
      </p:sp>
      <p:graphicFrame>
        <p:nvGraphicFramePr>
          <p:cNvPr id="4" name="Chart">
            <a:extLst xmlns:a="http://schemas.openxmlformats.org/drawingml/2006/main">
              <a:ext uri="{FF2B5EF4-FFF2-40B4-BE49-F238E27FC236}">
                <a16:creationId xmlns:a16="http://schemas.microsoft.com/office/drawing/2014/main" id="{4E163503-48A6-4219-BB1B-44960439E020}"/>
              </a:ext>
            </a:extLst>
          </p:cNvPr>
          <p:cNvGraphicFramePr/>
          <p:nvPr/>
        </p:nvGraphicFramePr>
        <p:xfrm>
          <a:off xmlns:a="http://schemas.openxmlformats.org/drawingml/2006/main" x="609600" y="2152650"/>
          <a:ext xmlns:a="http://schemas.openxmlformats.org/drawingml/2006/main" cx="7524750" cy="3524250"/>
        </p:xfrm>
        <a:graphic xmlns:a="http://schemas.openxmlformats.org/drawingml/2006/main">
          <a:graphicData uri="http://schemas.openxmlformats.org/drawingml/2006/chart">
            <c:chart xmlns:r="http://schemas.openxmlformats.org/officeDocument/2006/relationships" xmlns:c="http://schemas.openxmlformats.org/drawingml/2006/chart" r:id="Rbc89eea4fe624d49"/>
          </a:graphicData>
        </a:graphic>
      </p:graphicFrame>
      <p:sp>
        <p:nvSpPr>
          <p:cNvPr id="5" name="">
            <a:extLst xmlns:a="http://schemas.openxmlformats.org/drawingml/2006/main">
              <a:ext uri="{FF2B5EF4-FFF2-40B4-BE49-F238E27FC236}">
                <a16:creationId xmlns:a16="http://schemas.microsoft.com/office/drawing/2014/main" id="{6D89DA39-70BB-4244-AA4C-7B79CFEA1DFA}"/>
              </a:ext>
            </a:extLst>
          </p:cNvPr>
          <p:cNvSpPr>
            <a:spLocks xmlns:a="http://schemas.openxmlformats.org/drawingml/2006/main" noGrp="1"/>
          </p:cNvSpPr>
          <p:nvPr/>
        </p:nvSpPr>
        <p:spPr>
          <a:xfrm xmlns:a="http://schemas.openxmlformats.org/drawingml/2006/main">
            <a:off x="8791575" y="236220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B85D35"/>
                </a:solidFill>
              </a:defRPr>
            </a:defPPr>
            <a:lvl1pPr>
              <a:buNone/>
              <a:defRPr sz="3450" b="1">
                <a:solidFill>
                  <a:srgbClr val="B85D35"/>
                </a:solidFill>
              </a:defRPr>
            </a:lvl1pPr>
            <a:lvl2pPr>
              <a:buNone/>
              <a:defRPr sz="3450" b="1">
                <a:solidFill>
                  <a:srgbClr val="B85D35"/>
                </a:solidFill>
              </a:defRPr>
            </a:lvl2pPr>
            <a:lvl3pPr>
              <a:buNone/>
              <a:defRPr sz="3450" b="1">
                <a:solidFill>
                  <a:srgbClr val="B85D35"/>
                </a:solidFill>
              </a:defRPr>
            </a:lvl3pPr>
            <a:lvl4pPr>
              <a:buNone/>
              <a:defRPr sz="3450" b="1">
                <a:solidFill>
                  <a:srgbClr val="B85D35"/>
                </a:solidFill>
              </a:defRPr>
            </a:lvl4pPr>
            <a:lvl5pPr>
              <a:buNone/>
              <a:defRPr sz="3450" b="1">
                <a:solidFill>
                  <a:srgbClr val="B85D35"/>
                </a:solidFill>
              </a:defRPr>
            </a:lvl5pPr>
            <a:lvl6pPr>
              <a:buNone/>
              <a:defRPr sz="3450" b="1">
                <a:solidFill>
                  <a:srgbClr val="B85D35"/>
                </a:solidFill>
              </a:defRPr>
            </a:lvl6pPr>
            <a:lvl7pPr>
              <a:buNone/>
              <a:defRPr sz="3450" b="1">
                <a:solidFill>
                  <a:srgbClr val="B85D35"/>
                </a:solidFill>
              </a:defRPr>
            </a:lvl7pPr>
            <a:lvl8pPr>
              <a:buNone/>
              <a:defRPr sz="3450" b="1">
                <a:solidFill>
                  <a:srgbClr val="B85D35"/>
                </a:solidFill>
              </a:defRPr>
            </a:lvl8pPr>
            <a:lvl9pPr>
              <a:buNone/>
              <a:defRPr sz="3450" b="1">
                <a:solidFill>
                  <a:srgbClr val="B85D35"/>
                </a:solidFill>
              </a:defRPr>
            </a:lvl9pPr>
          </a:lstStyle>
          <a:p xmlns:a="http://schemas.openxmlformats.org/drawingml/2006/main">
            <a:pPr>
              <a:buNone/>
              <a:defRPr sz="3450" b="1">
                <a:solidFill>
                  <a:srgbClr val="B85D35"/>
                </a:solidFill>
              </a:defRPr>
            </a:pPr>
            <a:r>
              <a:rPr sz="3450" b="1">
                <a:solidFill>
                  <a:srgbClr val="B85D35"/>
                </a:solidFill>
              </a:rPr>
              <a:t>9 warnings</a:t>
            </a:r>
          </a:p>
        </p:txBody>
      </p:sp>
      <p:sp>
        <p:nvSpPr>
          <p:cNvPr id="6" name="">
            <a:extLst xmlns:a="http://schemas.openxmlformats.org/drawingml/2006/main">
              <a:ext uri="{FF2B5EF4-FFF2-40B4-BE49-F238E27FC236}">
                <a16:creationId xmlns:a16="http://schemas.microsoft.com/office/drawing/2014/main" id="{F80FE637-3F7B-440B-ACBC-CA3896071AB5}"/>
              </a:ext>
            </a:extLst>
          </p:cNvPr>
          <p:cNvSpPr>
            <a:spLocks xmlns:a="http://schemas.openxmlformats.org/drawingml/2006/main" noGrp="1"/>
          </p:cNvSpPr>
          <p:nvPr/>
        </p:nvSpPr>
        <p:spPr>
          <a:xfrm xmlns:a="http://schemas.openxmlformats.org/drawingml/2006/main">
            <a:off x="8791575" y="36004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75" b="1">
                <a:solidFill>
                  <a:srgbClr val="123B32"/>
                </a:solidFill>
              </a:defRPr>
            </a:defPPr>
            <a:lvl1pPr>
              <a:buNone/>
              <a:defRPr sz="3075" b="1">
                <a:solidFill>
                  <a:srgbClr val="123B32"/>
                </a:solidFill>
              </a:defRPr>
            </a:lvl1pPr>
            <a:lvl2pPr>
              <a:buNone/>
              <a:defRPr sz="3075" b="1">
                <a:solidFill>
                  <a:srgbClr val="123B32"/>
                </a:solidFill>
              </a:defRPr>
            </a:lvl2pPr>
            <a:lvl3pPr>
              <a:buNone/>
              <a:defRPr sz="3075" b="1">
                <a:solidFill>
                  <a:srgbClr val="123B32"/>
                </a:solidFill>
              </a:defRPr>
            </a:lvl3pPr>
            <a:lvl4pPr>
              <a:buNone/>
              <a:defRPr sz="3075" b="1">
                <a:solidFill>
                  <a:srgbClr val="123B32"/>
                </a:solidFill>
              </a:defRPr>
            </a:lvl4pPr>
            <a:lvl5pPr>
              <a:buNone/>
              <a:defRPr sz="3075" b="1">
                <a:solidFill>
                  <a:srgbClr val="123B32"/>
                </a:solidFill>
              </a:defRPr>
            </a:lvl5pPr>
            <a:lvl6pPr>
              <a:buNone/>
              <a:defRPr sz="3075" b="1">
                <a:solidFill>
                  <a:srgbClr val="123B32"/>
                </a:solidFill>
              </a:defRPr>
            </a:lvl6pPr>
            <a:lvl7pPr>
              <a:buNone/>
              <a:defRPr sz="3075" b="1">
                <a:solidFill>
                  <a:srgbClr val="123B32"/>
                </a:solidFill>
              </a:defRPr>
            </a:lvl7pPr>
            <a:lvl8pPr>
              <a:buNone/>
              <a:defRPr sz="3075" b="1">
                <a:solidFill>
                  <a:srgbClr val="123B32"/>
                </a:solidFill>
              </a:defRPr>
            </a:lvl8pPr>
            <a:lvl9pPr>
              <a:buNone/>
              <a:defRPr sz="3075" b="1">
                <a:solidFill>
                  <a:srgbClr val="123B32"/>
                </a:solidFill>
              </a:defRPr>
            </a:lvl9pPr>
          </a:lstStyle>
          <a:p xmlns:a="http://schemas.openxmlformats.org/drawingml/2006/main">
            <a:pPr>
              <a:buNone/>
              <a:defRPr sz="3075" b="1">
                <a:solidFill>
                  <a:srgbClr val="123B32"/>
                </a:solidFill>
              </a:defRPr>
            </a:pPr>
            <a:r>
              <a:rPr sz="3075" b="1">
                <a:solidFill>
                  <a:srgbClr val="123B32"/>
                </a:solidFill>
              </a:rPr>
              <a:t>34 retained</a:t>
            </a:r>
          </a:p>
        </p:txBody>
      </p:sp>
      <p:sp>
        <p:nvSpPr>
          <p:cNvPr id="7" name="">
            <a:extLst xmlns:a="http://schemas.openxmlformats.org/drawingml/2006/main">
              <a:ext uri="{FF2B5EF4-FFF2-40B4-BE49-F238E27FC236}">
                <a16:creationId xmlns:a16="http://schemas.microsoft.com/office/drawing/2014/main" id="{79489E10-1E2B-4A68-A639-E27A5512F7CB}"/>
              </a:ext>
            </a:extLst>
          </p:cNvPr>
          <p:cNvSpPr>
            <a:spLocks xmlns:a="http://schemas.openxmlformats.org/drawingml/2006/main" noGrp="1"/>
          </p:cNvSpPr>
          <p:nvPr/>
        </p:nvSpPr>
        <p:spPr>
          <a:xfrm xmlns:a="http://schemas.openxmlformats.org/drawingml/2006/main">
            <a:off x="8791575" y="4667250"/>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B32"/>
                </a:solidFill>
              </a:defRPr>
            </a:defPPr>
            <a:lvl1pPr>
              <a:buNone/>
              <a:defRPr sz="2100" b="0">
                <a:solidFill>
                  <a:srgbClr val="123B32"/>
                </a:solidFill>
              </a:defRPr>
            </a:lvl1pPr>
            <a:lvl2pPr>
              <a:buNone/>
              <a:defRPr sz="2100" b="0">
                <a:solidFill>
                  <a:srgbClr val="123B32"/>
                </a:solidFill>
              </a:defRPr>
            </a:lvl2pPr>
            <a:lvl3pPr>
              <a:buNone/>
              <a:defRPr sz="2100" b="0">
                <a:solidFill>
                  <a:srgbClr val="123B32"/>
                </a:solidFill>
              </a:defRPr>
            </a:lvl3pPr>
            <a:lvl4pPr>
              <a:buNone/>
              <a:defRPr sz="2100" b="0">
                <a:solidFill>
                  <a:srgbClr val="123B32"/>
                </a:solidFill>
              </a:defRPr>
            </a:lvl4pPr>
            <a:lvl5pPr>
              <a:buNone/>
              <a:defRPr sz="2100" b="0">
                <a:solidFill>
                  <a:srgbClr val="123B32"/>
                </a:solidFill>
              </a:defRPr>
            </a:lvl5pPr>
            <a:lvl6pPr>
              <a:buNone/>
              <a:defRPr sz="2100" b="0">
                <a:solidFill>
                  <a:srgbClr val="123B32"/>
                </a:solidFill>
              </a:defRPr>
            </a:lvl6pPr>
            <a:lvl7pPr>
              <a:buNone/>
              <a:defRPr sz="2100" b="0">
                <a:solidFill>
                  <a:srgbClr val="123B32"/>
                </a:solidFill>
              </a:defRPr>
            </a:lvl7pPr>
            <a:lvl8pPr>
              <a:buNone/>
              <a:defRPr sz="2100" b="0">
                <a:solidFill>
                  <a:srgbClr val="123B32"/>
                </a:solidFill>
              </a:defRPr>
            </a:lvl8pPr>
            <a:lvl9pPr>
              <a:buNone/>
              <a:defRPr sz="2100" b="0">
                <a:solidFill>
                  <a:srgbClr val="123B32"/>
                </a:solidFill>
              </a:defRPr>
            </a:lvl9pPr>
          </a:lstStyle>
          <a:p xmlns:a="http://schemas.openxmlformats.org/drawingml/2006/main">
            <a:pPr>
              <a:buNone/>
              <a:defRPr sz="2100" b="0">
                <a:solidFill>
                  <a:srgbClr val="123B32"/>
                </a:solidFill>
              </a:defRPr>
            </a:pPr>
            <a:r>
              <a:rPr sz="2100" b="0">
                <a:solidFill>
                  <a:srgbClr val="123B32"/>
                </a:solidFill>
              </a:rPr>
              <a:t>Complete recordings</a:t>
            </a:r>
          </a:p>
          <a:p xmlns:a="http://schemas.openxmlformats.org/drawingml/2006/main">
            <a:pPr>
              <a:buNone/>
              <a:defRPr sz="2100" b="0">
                <a:solidFill>
                  <a:srgbClr val="123B32"/>
                </a:solidFill>
              </a:defRPr>
            </a:pPr>
            <a:r>
              <a:rPr sz="2100" b="0">
                <a:solidFill>
                  <a:srgbClr val="123B32"/>
                </a:solidFill>
              </a:rPr>
              <a:t>remain available</a:t>
            </a:r>
          </a:p>
        </p:txBody>
      </p:sp>
      <p:sp>
        <p:nvSpPr>
          <p:cNvPr id="8" name="">
            <a:extLst xmlns:a="http://schemas.openxmlformats.org/drawingml/2006/main">
              <a:ext uri="{FF2B5EF4-FFF2-40B4-BE49-F238E27FC236}">
                <a16:creationId xmlns:a16="http://schemas.microsoft.com/office/drawing/2014/main" id="{7927EC3F-A20B-4306-8212-3A97C23181D9}"/>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50-ms windows below −50 dBFS / flag at ≥80% / same observed distributions</a:t>
            </a:r>
          </a:p>
        </p:txBody>
      </p:sp>
    </p:spTree>
    <p:extLst>
      <p:ext uri="{BB962C8B-B14F-4D97-AF65-F5344CB8AC3E}">
        <p14:creationId xmlns:p14="http://schemas.microsoft.com/office/powerpoint/2010/main" val="1500839669"/>
      </p:ext>
    </p:extLst>
  </p:cSld>
</p:sld>
</file>

<file path=ppt/slides/slide13.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1D55C88-106B-4662-95A5-53D60DC71DB4}"/>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Five collections, 6,021 embeddings</a:t>
            </a:r>
          </a:p>
        </p:txBody>
      </p:sp>
      <p:sp>
        <p:nvSpPr>
          <p:cNvPr id="2" name="">
            <a:extLst xmlns:a="http://schemas.openxmlformats.org/drawingml/2006/main">
              <a:ext uri="{FF2B5EF4-FFF2-40B4-BE49-F238E27FC236}">
                <a16:creationId xmlns:a16="http://schemas.microsoft.com/office/drawing/2014/main" id="{5E78A28C-AFC5-4B00-AC41-C2FCA27F1BBE}"/>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13</a:t>
            </a:r>
          </a:p>
        </p:txBody>
      </p:sp>
      <p:sp>
        <p:nvSpPr>
          <p:cNvPr id="3" name="">
            <a:extLst xmlns:a="http://schemas.openxmlformats.org/drawingml/2006/main">
              <a:ext uri="{FF2B5EF4-FFF2-40B4-BE49-F238E27FC236}">
                <a16:creationId xmlns:a16="http://schemas.microsoft.com/office/drawing/2014/main" id="{718E531F-8AB2-4CC4-8A7D-6F02B642C44D}"/>
              </a:ext>
            </a:extLst>
          </p:cNvPr>
          <p:cNvSpPr>
            <a:spLocks xmlns:a="http://schemas.openxmlformats.org/drawingml/2006/main" noGrp="1"/>
          </p:cNvSpPr>
          <p:nvPr/>
        </p:nvSpPr>
        <p:spPr>
          <a:xfrm xmlns:a="http://schemas.openxmlformats.org/drawingml/2006/main">
            <a:off x="609600" y="1790700"/>
            <a:ext cx="504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123B32"/>
                </a:solidFill>
              </a:defRPr>
            </a:defPPr>
            <a:lvl1pPr>
              <a:buNone/>
              <a:defRPr sz="8400" b="1">
                <a:solidFill>
                  <a:srgbClr val="123B32"/>
                </a:solidFill>
              </a:defRPr>
            </a:lvl1pPr>
            <a:lvl2pPr>
              <a:buNone/>
              <a:defRPr sz="8400" b="1">
                <a:solidFill>
                  <a:srgbClr val="123B32"/>
                </a:solidFill>
              </a:defRPr>
            </a:lvl2pPr>
            <a:lvl3pPr>
              <a:buNone/>
              <a:defRPr sz="8400" b="1">
                <a:solidFill>
                  <a:srgbClr val="123B32"/>
                </a:solidFill>
              </a:defRPr>
            </a:lvl3pPr>
            <a:lvl4pPr>
              <a:buNone/>
              <a:defRPr sz="8400" b="1">
                <a:solidFill>
                  <a:srgbClr val="123B32"/>
                </a:solidFill>
              </a:defRPr>
            </a:lvl4pPr>
            <a:lvl5pPr>
              <a:buNone/>
              <a:defRPr sz="8400" b="1">
                <a:solidFill>
                  <a:srgbClr val="123B32"/>
                </a:solidFill>
              </a:defRPr>
            </a:lvl5pPr>
            <a:lvl6pPr>
              <a:buNone/>
              <a:defRPr sz="8400" b="1">
                <a:solidFill>
                  <a:srgbClr val="123B32"/>
                </a:solidFill>
              </a:defRPr>
            </a:lvl6pPr>
            <a:lvl7pPr>
              <a:buNone/>
              <a:defRPr sz="8400" b="1">
                <a:solidFill>
                  <a:srgbClr val="123B32"/>
                </a:solidFill>
              </a:defRPr>
            </a:lvl7pPr>
            <a:lvl8pPr>
              <a:buNone/>
              <a:defRPr sz="8400" b="1">
                <a:solidFill>
                  <a:srgbClr val="123B32"/>
                </a:solidFill>
              </a:defRPr>
            </a:lvl8pPr>
            <a:lvl9pPr>
              <a:buNone/>
              <a:defRPr sz="8400" b="1">
                <a:solidFill>
                  <a:srgbClr val="123B32"/>
                </a:solidFill>
              </a:defRPr>
            </a:lvl9pPr>
          </a:lstStyle>
          <a:p xmlns:a="http://schemas.openxmlformats.org/drawingml/2006/main">
            <a:pPr>
              <a:buNone/>
              <a:defRPr sz="8400" b="1">
                <a:solidFill>
                  <a:srgbClr val="123B32"/>
                </a:solidFill>
              </a:defRPr>
            </a:pPr>
            <a:r>
              <a:rPr sz="8400" b="1">
                <a:solidFill>
                  <a:srgbClr val="123B32"/>
                </a:solidFill>
              </a:rPr>
              <a:t>6,021</a:t>
            </a:r>
          </a:p>
        </p:txBody>
      </p:sp>
      <p:sp>
        <p:nvSpPr>
          <p:cNvPr id="4" name="">
            <a:extLst xmlns:a="http://schemas.openxmlformats.org/drawingml/2006/main">
              <a:ext uri="{FF2B5EF4-FFF2-40B4-BE49-F238E27FC236}">
                <a16:creationId xmlns:a16="http://schemas.microsoft.com/office/drawing/2014/main" id="{F1482BC0-3F60-44A0-90DD-6406124EB2CE}"/>
              </a:ext>
            </a:extLst>
          </p:cNvPr>
          <p:cNvSpPr>
            <a:spLocks xmlns:a="http://schemas.openxmlformats.org/drawingml/2006/main" noGrp="1"/>
          </p:cNvSpPr>
          <p:nvPr/>
        </p:nvSpPr>
        <p:spPr>
          <a:xfrm xmlns:a="http://schemas.openxmlformats.org/drawingml/2006/main">
            <a:off x="685800" y="341947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23B32"/>
                </a:solidFill>
              </a:defRPr>
            </a:defPPr>
            <a:lvl1pPr>
              <a:buNone/>
              <a:defRPr sz="2700" b="0">
                <a:solidFill>
                  <a:srgbClr val="123B32"/>
                </a:solidFill>
              </a:defRPr>
            </a:lvl1pPr>
            <a:lvl2pPr>
              <a:buNone/>
              <a:defRPr sz="2700" b="0">
                <a:solidFill>
                  <a:srgbClr val="123B32"/>
                </a:solidFill>
              </a:defRPr>
            </a:lvl2pPr>
            <a:lvl3pPr>
              <a:buNone/>
              <a:defRPr sz="2700" b="0">
                <a:solidFill>
                  <a:srgbClr val="123B32"/>
                </a:solidFill>
              </a:defRPr>
            </a:lvl3pPr>
            <a:lvl4pPr>
              <a:buNone/>
              <a:defRPr sz="2700" b="0">
                <a:solidFill>
                  <a:srgbClr val="123B32"/>
                </a:solidFill>
              </a:defRPr>
            </a:lvl4pPr>
            <a:lvl5pPr>
              <a:buNone/>
              <a:defRPr sz="2700" b="0">
                <a:solidFill>
                  <a:srgbClr val="123B32"/>
                </a:solidFill>
              </a:defRPr>
            </a:lvl5pPr>
            <a:lvl6pPr>
              <a:buNone/>
              <a:defRPr sz="2700" b="0">
                <a:solidFill>
                  <a:srgbClr val="123B32"/>
                </a:solidFill>
              </a:defRPr>
            </a:lvl6pPr>
            <a:lvl7pPr>
              <a:buNone/>
              <a:defRPr sz="2700" b="0">
                <a:solidFill>
                  <a:srgbClr val="123B32"/>
                </a:solidFill>
              </a:defRPr>
            </a:lvl7pPr>
            <a:lvl8pPr>
              <a:buNone/>
              <a:defRPr sz="2700" b="0">
                <a:solidFill>
                  <a:srgbClr val="123B32"/>
                </a:solidFill>
              </a:defRPr>
            </a:lvl8pPr>
            <a:lvl9pPr>
              <a:buNone/>
              <a:defRPr sz="2700" b="0">
                <a:solidFill>
                  <a:srgbClr val="123B32"/>
                </a:solidFill>
              </a:defRPr>
            </a:lvl9pPr>
          </a:lstStyle>
          <a:p xmlns:a="http://schemas.openxmlformats.org/drawingml/2006/main">
            <a:pPr>
              <a:buNone/>
              <a:defRPr sz="2700" b="0">
                <a:solidFill>
                  <a:srgbClr val="123B32"/>
                </a:solidFill>
              </a:defRPr>
            </a:pPr>
            <a:r>
              <a:rPr sz="2700" b="0">
                <a:solidFill>
                  <a:srgbClr val="123B32"/>
                </a:solidFill>
              </a:rPr>
              <a:t>embeddings</a:t>
            </a:r>
          </a:p>
          <a:p xmlns:a="http://schemas.openxmlformats.org/drawingml/2006/main">
            <a:pPr>
              <a:buNone/>
              <a:defRPr sz="2700" b="0">
                <a:solidFill>
                  <a:srgbClr val="123B32"/>
                </a:solidFill>
              </a:defRPr>
            </a:pPr>
            <a:r>
              <a:rPr sz="2700" b="0">
                <a:solidFill>
                  <a:srgbClr val="123B32"/>
                </a:solidFill>
              </a:rPr>
              <a:t>from 198 assets</a:t>
            </a:r>
          </a:p>
        </p:txBody>
      </p:sp>
      <p:sp>
        <p:nvSpPr>
          <p:cNvPr id="5" name="">
            <a:extLst xmlns:a="http://schemas.openxmlformats.org/drawingml/2006/main">
              <a:ext uri="{FF2B5EF4-FFF2-40B4-BE49-F238E27FC236}">
                <a16:creationId xmlns:a16="http://schemas.microsoft.com/office/drawing/2014/main" id="{CBFE928E-574A-4EFB-850B-AD643481FB21}"/>
              </a:ext>
            </a:extLst>
          </p:cNvPr>
          <p:cNvSpPr>
            <a:spLocks xmlns:a="http://schemas.openxmlformats.org/drawingml/2006/main" noGrp="1"/>
          </p:cNvSpPr>
          <p:nvPr/>
        </p:nvSpPr>
        <p:spPr>
          <a:xfrm xmlns:a="http://schemas.openxmlformats.org/drawingml/2006/main">
            <a:off x="5905500" y="1828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B32"/>
                </a:solidFill>
              </a:defRPr>
            </a:defPPr>
            <a:lvl1pPr>
              <a:buNone/>
              <a:defRPr sz="2175" b="0">
                <a:solidFill>
                  <a:srgbClr val="123B32"/>
                </a:solidFill>
              </a:defRPr>
            </a:lvl1pPr>
            <a:lvl2pPr>
              <a:buNone/>
              <a:defRPr sz="2175" b="0">
                <a:solidFill>
                  <a:srgbClr val="123B32"/>
                </a:solidFill>
              </a:defRPr>
            </a:lvl2pPr>
            <a:lvl3pPr>
              <a:buNone/>
              <a:defRPr sz="2175" b="0">
                <a:solidFill>
                  <a:srgbClr val="123B32"/>
                </a:solidFill>
              </a:defRPr>
            </a:lvl3pPr>
            <a:lvl4pPr>
              <a:buNone/>
              <a:defRPr sz="2175" b="0">
                <a:solidFill>
                  <a:srgbClr val="123B32"/>
                </a:solidFill>
              </a:defRPr>
            </a:lvl4pPr>
            <a:lvl5pPr>
              <a:buNone/>
              <a:defRPr sz="2175" b="0">
                <a:solidFill>
                  <a:srgbClr val="123B32"/>
                </a:solidFill>
              </a:defRPr>
            </a:lvl5pPr>
            <a:lvl6pPr>
              <a:buNone/>
              <a:defRPr sz="2175" b="0">
                <a:solidFill>
                  <a:srgbClr val="123B32"/>
                </a:solidFill>
              </a:defRPr>
            </a:lvl6pPr>
            <a:lvl7pPr>
              <a:buNone/>
              <a:defRPr sz="2175" b="0">
                <a:solidFill>
                  <a:srgbClr val="123B32"/>
                </a:solidFill>
              </a:defRPr>
            </a:lvl7pPr>
            <a:lvl8pPr>
              <a:buNone/>
              <a:defRPr sz="2175" b="0">
                <a:solidFill>
                  <a:srgbClr val="123B32"/>
                </a:solidFill>
              </a:defRPr>
            </a:lvl8pPr>
            <a:lvl9pPr>
              <a:buNone/>
              <a:defRPr sz="2175" b="0">
                <a:solidFill>
                  <a:srgbClr val="123B32"/>
                </a:solidFill>
              </a:defRPr>
            </a:lvl9pPr>
          </a:lstStyle>
          <a:p xmlns:a="http://schemas.openxmlformats.org/drawingml/2006/main">
            <a:pPr>
              <a:buNone/>
              <a:defRPr sz="2175" b="0">
                <a:solidFill>
                  <a:srgbClr val="123B32"/>
                </a:solidFill>
              </a:defRPr>
            </a:pPr>
            <a:r>
              <a:rPr sz="2175" b="0">
                <a:solidFill>
                  <a:srgbClr val="123B32"/>
                </a:solidFill>
              </a:rPr>
              <a:t>Image / CLIP</a:t>
            </a:r>
          </a:p>
        </p:txBody>
      </p:sp>
      <p:sp>
        <p:nvSpPr>
          <p:cNvPr id="6" name="">
            <a:extLst xmlns:a="http://schemas.openxmlformats.org/drawingml/2006/main">
              <a:ext uri="{FF2B5EF4-FFF2-40B4-BE49-F238E27FC236}">
                <a16:creationId xmlns:a16="http://schemas.microsoft.com/office/drawing/2014/main" id="{A7774D76-F118-4DBE-9D87-F4FA3292167E}"/>
              </a:ext>
            </a:extLst>
          </p:cNvPr>
          <p:cNvSpPr>
            <a:spLocks xmlns:a="http://schemas.openxmlformats.org/drawingml/2006/main" noGrp="1"/>
          </p:cNvSpPr>
          <p:nvPr/>
        </p:nvSpPr>
        <p:spPr>
          <a:xfrm xmlns:a="http://schemas.openxmlformats.org/drawingml/2006/main">
            <a:off x="10096500" y="182880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B32"/>
                </a:solidFill>
              </a:defRPr>
            </a:defPPr>
            <a:lvl1pPr>
              <a:buNone/>
              <a:defRPr sz="2550" b="1">
                <a:solidFill>
                  <a:srgbClr val="123B32"/>
                </a:solidFill>
              </a:defRPr>
            </a:lvl1pPr>
            <a:lvl2pPr>
              <a:buNone/>
              <a:defRPr sz="2550" b="1">
                <a:solidFill>
                  <a:srgbClr val="123B32"/>
                </a:solidFill>
              </a:defRPr>
            </a:lvl2pPr>
            <a:lvl3pPr>
              <a:buNone/>
              <a:defRPr sz="2550" b="1">
                <a:solidFill>
                  <a:srgbClr val="123B32"/>
                </a:solidFill>
              </a:defRPr>
            </a:lvl3pPr>
            <a:lvl4pPr>
              <a:buNone/>
              <a:defRPr sz="2550" b="1">
                <a:solidFill>
                  <a:srgbClr val="123B32"/>
                </a:solidFill>
              </a:defRPr>
            </a:lvl4pPr>
            <a:lvl5pPr>
              <a:buNone/>
              <a:defRPr sz="2550" b="1">
                <a:solidFill>
                  <a:srgbClr val="123B32"/>
                </a:solidFill>
              </a:defRPr>
            </a:lvl5pPr>
            <a:lvl6pPr>
              <a:buNone/>
              <a:defRPr sz="2550" b="1">
                <a:solidFill>
                  <a:srgbClr val="123B32"/>
                </a:solidFill>
              </a:defRPr>
            </a:lvl6pPr>
            <a:lvl7pPr>
              <a:buNone/>
              <a:defRPr sz="2550" b="1">
                <a:solidFill>
                  <a:srgbClr val="123B32"/>
                </a:solidFill>
              </a:defRPr>
            </a:lvl7pPr>
            <a:lvl8pPr>
              <a:buNone/>
              <a:defRPr sz="2550" b="1">
                <a:solidFill>
                  <a:srgbClr val="123B32"/>
                </a:solidFill>
              </a:defRPr>
            </a:lvl8pPr>
            <a:lvl9pPr>
              <a:buNone/>
              <a:defRPr sz="2550" b="1">
                <a:solidFill>
                  <a:srgbClr val="123B32"/>
                </a:solidFill>
              </a:defRPr>
            </a:lvl9pPr>
          </a:lstStyle>
          <a:p xmlns:a="http://schemas.openxmlformats.org/drawingml/2006/main">
            <a:pPr>
              <a:buNone/>
              <a:defRPr sz="2550" b="1">
                <a:solidFill>
                  <a:srgbClr val="123B32"/>
                </a:solidFill>
              </a:defRPr>
            </a:pPr>
            <a:r>
              <a:rPr sz="2550" b="1">
                <a:solidFill>
                  <a:srgbClr val="123B32"/>
                </a:solidFill>
              </a:rPr>
              <a:t>100</a:t>
            </a:r>
          </a:p>
        </p:txBody>
      </p:sp>
      <p:sp>
        <p:nvSpPr>
          <p:cNvPr id="7" name="">
            <a:extLst xmlns:a="http://schemas.openxmlformats.org/drawingml/2006/main">
              <a:ext uri="{FF2B5EF4-FFF2-40B4-BE49-F238E27FC236}">
                <a16:creationId xmlns:a16="http://schemas.microsoft.com/office/drawing/2014/main" id="{6F26D6B0-A7F7-4F3F-8F2D-6FDC037B1ABA}"/>
              </a:ext>
            </a:extLst>
          </p:cNvPr>
          <p:cNvSpPr>
            <a:spLocks xmlns:a="http://schemas.openxmlformats.org/drawingml/2006/main" noGrp="1"/>
          </p:cNvSpPr>
          <p:nvPr/>
        </p:nvSpPr>
        <p:spPr>
          <a:xfrm xmlns:a="http://schemas.openxmlformats.org/drawingml/2006/main">
            <a:off x="5905500" y="2590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B32"/>
                </a:solidFill>
              </a:defRPr>
            </a:defPPr>
            <a:lvl1pPr>
              <a:buNone/>
              <a:defRPr sz="2175" b="0">
                <a:solidFill>
                  <a:srgbClr val="123B32"/>
                </a:solidFill>
              </a:defRPr>
            </a:lvl1pPr>
            <a:lvl2pPr>
              <a:buNone/>
              <a:defRPr sz="2175" b="0">
                <a:solidFill>
                  <a:srgbClr val="123B32"/>
                </a:solidFill>
              </a:defRPr>
            </a:lvl2pPr>
            <a:lvl3pPr>
              <a:buNone/>
              <a:defRPr sz="2175" b="0">
                <a:solidFill>
                  <a:srgbClr val="123B32"/>
                </a:solidFill>
              </a:defRPr>
            </a:lvl3pPr>
            <a:lvl4pPr>
              <a:buNone/>
              <a:defRPr sz="2175" b="0">
                <a:solidFill>
                  <a:srgbClr val="123B32"/>
                </a:solidFill>
              </a:defRPr>
            </a:lvl4pPr>
            <a:lvl5pPr>
              <a:buNone/>
              <a:defRPr sz="2175" b="0">
                <a:solidFill>
                  <a:srgbClr val="123B32"/>
                </a:solidFill>
              </a:defRPr>
            </a:lvl5pPr>
            <a:lvl6pPr>
              <a:buNone/>
              <a:defRPr sz="2175" b="0">
                <a:solidFill>
                  <a:srgbClr val="123B32"/>
                </a:solidFill>
              </a:defRPr>
            </a:lvl6pPr>
            <a:lvl7pPr>
              <a:buNone/>
              <a:defRPr sz="2175" b="0">
                <a:solidFill>
                  <a:srgbClr val="123B32"/>
                </a:solidFill>
              </a:defRPr>
            </a:lvl7pPr>
            <a:lvl8pPr>
              <a:buNone/>
              <a:defRPr sz="2175" b="0">
                <a:solidFill>
                  <a:srgbClr val="123B32"/>
                </a:solidFill>
              </a:defRPr>
            </a:lvl8pPr>
            <a:lvl9pPr>
              <a:buNone/>
              <a:defRPr sz="2175" b="0">
                <a:solidFill>
                  <a:srgbClr val="123B32"/>
                </a:solidFill>
              </a:defRPr>
            </a:lvl9pPr>
          </a:lstStyle>
          <a:p xmlns:a="http://schemas.openxmlformats.org/drawingml/2006/main">
            <a:pPr>
              <a:buNone/>
              <a:defRPr sz="2175" b="0">
                <a:solidFill>
                  <a:srgbClr val="123B32"/>
                </a:solidFill>
              </a:defRPr>
            </a:pPr>
            <a:r>
              <a:rPr sz="2175" b="0">
                <a:solidFill>
                  <a:srgbClr val="123B32"/>
                </a:solidFill>
              </a:rPr>
              <a:t>Audio / CLAP</a:t>
            </a:r>
          </a:p>
        </p:txBody>
      </p:sp>
      <p:sp>
        <p:nvSpPr>
          <p:cNvPr id="8" name="">
            <a:extLst xmlns:a="http://schemas.openxmlformats.org/drawingml/2006/main">
              <a:ext uri="{FF2B5EF4-FFF2-40B4-BE49-F238E27FC236}">
                <a16:creationId xmlns:a16="http://schemas.microsoft.com/office/drawing/2014/main" id="{1B2DB0D4-D417-4BE4-A6B9-B9E2F377D15A}"/>
              </a:ext>
            </a:extLst>
          </p:cNvPr>
          <p:cNvSpPr>
            <a:spLocks xmlns:a="http://schemas.openxmlformats.org/drawingml/2006/main" noGrp="1"/>
          </p:cNvSpPr>
          <p:nvPr/>
        </p:nvSpPr>
        <p:spPr>
          <a:xfrm xmlns:a="http://schemas.openxmlformats.org/drawingml/2006/main">
            <a:off x="10096500" y="259080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B32"/>
                </a:solidFill>
              </a:defRPr>
            </a:defPPr>
            <a:lvl1pPr>
              <a:buNone/>
              <a:defRPr sz="2550" b="1">
                <a:solidFill>
                  <a:srgbClr val="123B32"/>
                </a:solidFill>
              </a:defRPr>
            </a:lvl1pPr>
            <a:lvl2pPr>
              <a:buNone/>
              <a:defRPr sz="2550" b="1">
                <a:solidFill>
                  <a:srgbClr val="123B32"/>
                </a:solidFill>
              </a:defRPr>
            </a:lvl2pPr>
            <a:lvl3pPr>
              <a:buNone/>
              <a:defRPr sz="2550" b="1">
                <a:solidFill>
                  <a:srgbClr val="123B32"/>
                </a:solidFill>
              </a:defRPr>
            </a:lvl3pPr>
            <a:lvl4pPr>
              <a:buNone/>
              <a:defRPr sz="2550" b="1">
                <a:solidFill>
                  <a:srgbClr val="123B32"/>
                </a:solidFill>
              </a:defRPr>
            </a:lvl4pPr>
            <a:lvl5pPr>
              <a:buNone/>
              <a:defRPr sz="2550" b="1">
                <a:solidFill>
                  <a:srgbClr val="123B32"/>
                </a:solidFill>
              </a:defRPr>
            </a:lvl5pPr>
            <a:lvl6pPr>
              <a:buNone/>
              <a:defRPr sz="2550" b="1">
                <a:solidFill>
                  <a:srgbClr val="123B32"/>
                </a:solidFill>
              </a:defRPr>
            </a:lvl6pPr>
            <a:lvl7pPr>
              <a:buNone/>
              <a:defRPr sz="2550" b="1">
                <a:solidFill>
                  <a:srgbClr val="123B32"/>
                </a:solidFill>
              </a:defRPr>
            </a:lvl7pPr>
            <a:lvl8pPr>
              <a:buNone/>
              <a:defRPr sz="2550" b="1">
                <a:solidFill>
                  <a:srgbClr val="123B32"/>
                </a:solidFill>
              </a:defRPr>
            </a:lvl8pPr>
            <a:lvl9pPr>
              <a:buNone/>
              <a:defRPr sz="2550" b="1">
                <a:solidFill>
                  <a:srgbClr val="123B32"/>
                </a:solidFill>
              </a:defRPr>
            </a:lvl9pPr>
          </a:lstStyle>
          <a:p xmlns:a="http://schemas.openxmlformats.org/drawingml/2006/main">
            <a:pPr>
              <a:buNone/>
              <a:defRPr sz="2550" b="1">
                <a:solidFill>
                  <a:srgbClr val="123B32"/>
                </a:solidFill>
              </a:defRPr>
            </a:pPr>
            <a:r>
              <a:rPr sz="2550" b="1">
                <a:solidFill>
                  <a:srgbClr val="123B32"/>
                </a:solidFill>
              </a:rPr>
              <a:t>357</a:t>
            </a:r>
          </a:p>
        </p:txBody>
      </p:sp>
      <p:sp>
        <p:nvSpPr>
          <p:cNvPr id="9" name="">
            <a:extLst xmlns:a="http://schemas.openxmlformats.org/drawingml/2006/main">
              <a:ext uri="{FF2B5EF4-FFF2-40B4-BE49-F238E27FC236}">
                <a16:creationId xmlns:a16="http://schemas.microsoft.com/office/drawing/2014/main" id="{EAA632C6-57E8-4518-814A-AA3FF7DB7CCE}"/>
              </a:ext>
            </a:extLst>
          </p:cNvPr>
          <p:cNvSpPr>
            <a:spLocks xmlns:a="http://schemas.openxmlformats.org/drawingml/2006/main" noGrp="1"/>
          </p:cNvSpPr>
          <p:nvPr/>
        </p:nvSpPr>
        <p:spPr>
          <a:xfrm xmlns:a="http://schemas.openxmlformats.org/drawingml/2006/main">
            <a:off x="5905500" y="3352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23B32"/>
                </a:solidFill>
              </a:defRPr>
            </a:defPPr>
            <a:lvl1pPr>
              <a:buNone/>
              <a:defRPr sz="2175" b="0">
                <a:solidFill>
                  <a:srgbClr val="123B32"/>
                </a:solidFill>
              </a:defRPr>
            </a:lvl1pPr>
            <a:lvl2pPr>
              <a:buNone/>
              <a:defRPr sz="2175" b="0">
                <a:solidFill>
                  <a:srgbClr val="123B32"/>
                </a:solidFill>
              </a:defRPr>
            </a:lvl2pPr>
            <a:lvl3pPr>
              <a:buNone/>
              <a:defRPr sz="2175" b="0">
                <a:solidFill>
                  <a:srgbClr val="123B32"/>
                </a:solidFill>
              </a:defRPr>
            </a:lvl3pPr>
            <a:lvl4pPr>
              <a:buNone/>
              <a:defRPr sz="2175" b="0">
                <a:solidFill>
                  <a:srgbClr val="123B32"/>
                </a:solidFill>
              </a:defRPr>
            </a:lvl4pPr>
            <a:lvl5pPr>
              <a:buNone/>
              <a:defRPr sz="2175" b="0">
                <a:solidFill>
                  <a:srgbClr val="123B32"/>
                </a:solidFill>
              </a:defRPr>
            </a:lvl5pPr>
            <a:lvl6pPr>
              <a:buNone/>
              <a:defRPr sz="2175" b="0">
                <a:solidFill>
                  <a:srgbClr val="123B32"/>
                </a:solidFill>
              </a:defRPr>
            </a:lvl6pPr>
            <a:lvl7pPr>
              <a:buNone/>
              <a:defRPr sz="2175" b="0">
                <a:solidFill>
                  <a:srgbClr val="123B32"/>
                </a:solidFill>
              </a:defRPr>
            </a:lvl7pPr>
            <a:lvl8pPr>
              <a:buNone/>
              <a:defRPr sz="2175" b="0">
                <a:solidFill>
                  <a:srgbClr val="123B32"/>
                </a:solidFill>
              </a:defRPr>
            </a:lvl8pPr>
            <a:lvl9pPr>
              <a:buNone/>
              <a:defRPr sz="2175" b="0">
                <a:solidFill>
                  <a:srgbClr val="123B32"/>
                </a:solidFill>
              </a:defRPr>
            </a:lvl9pPr>
          </a:lstStyle>
          <a:p xmlns:a="http://schemas.openxmlformats.org/drawingml/2006/main">
            <a:pPr>
              <a:buNone/>
              <a:defRPr sz="2175" b="0">
                <a:solidFill>
                  <a:srgbClr val="123B32"/>
                </a:solidFill>
              </a:defRPr>
            </a:pPr>
            <a:r>
              <a:rPr sz="2175" b="0">
                <a:solidFill>
                  <a:srgbClr val="123B32"/>
                </a:solidFill>
              </a:rPr>
              <a:t>Text / E5</a:t>
            </a:r>
          </a:p>
        </p:txBody>
      </p:sp>
      <p:sp>
        <p:nvSpPr>
          <p:cNvPr id="10" name="">
            <a:extLst xmlns:a="http://schemas.openxmlformats.org/drawingml/2006/main">
              <a:ext uri="{FF2B5EF4-FFF2-40B4-BE49-F238E27FC236}">
                <a16:creationId xmlns:a16="http://schemas.microsoft.com/office/drawing/2014/main" id="{99BFC510-FFAD-4C2F-A328-043BE9AFF514}"/>
              </a:ext>
            </a:extLst>
          </p:cNvPr>
          <p:cNvSpPr>
            <a:spLocks xmlns:a="http://schemas.openxmlformats.org/drawingml/2006/main" noGrp="1"/>
          </p:cNvSpPr>
          <p:nvPr/>
        </p:nvSpPr>
        <p:spPr>
          <a:xfrm xmlns:a="http://schemas.openxmlformats.org/drawingml/2006/main">
            <a:off x="10096500" y="335280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B32"/>
                </a:solidFill>
              </a:defRPr>
            </a:defPPr>
            <a:lvl1pPr>
              <a:buNone/>
              <a:defRPr sz="2550" b="1">
                <a:solidFill>
                  <a:srgbClr val="123B32"/>
                </a:solidFill>
              </a:defRPr>
            </a:lvl1pPr>
            <a:lvl2pPr>
              <a:buNone/>
              <a:defRPr sz="2550" b="1">
                <a:solidFill>
                  <a:srgbClr val="123B32"/>
                </a:solidFill>
              </a:defRPr>
            </a:lvl2pPr>
            <a:lvl3pPr>
              <a:buNone/>
              <a:defRPr sz="2550" b="1">
                <a:solidFill>
                  <a:srgbClr val="123B32"/>
                </a:solidFill>
              </a:defRPr>
            </a:lvl3pPr>
            <a:lvl4pPr>
              <a:buNone/>
              <a:defRPr sz="2550" b="1">
                <a:solidFill>
                  <a:srgbClr val="123B32"/>
                </a:solidFill>
              </a:defRPr>
            </a:lvl4pPr>
            <a:lvl5pPr>
              <a:buNone/>
              <a:defRPr sz="2550" b="1">
                <a:solidFill>
                  <a:srgbClr val="123B32"/>
                </a:solidFill>
              </a:defRPr>
            </a:lvl5pPr>
            <a:lvl6pPr>
              <a:buNone/>
              <a:defRPr sz="2550" b="1">
                <a:solidFill>
                  <a:srgbClr val="123B32"/>
                </a:solidFill>
              </a:defRPr>
            </a:lvl6pPr>
            <a:lvl7pPr>
              <a:buNone/>
              <a:defRPr sz="2550" b="1">
                <a:solidFill>
                  <a:srgbClr val="123B32"/>
                </a:solidFill>
              </a:defRPr>
            </a:lvl7pPr>
            <a:lvl8pPr>
              <a:buNone/>
              <a:defRPr sz="2550" b="1">
                <a:solidFill>
                  <a:srgbClr val="123B32"/>
                </a:solidFill>
              </a:defRPr>
            </a:lvl8pPr>
            <a:lvl9pPr>
              <a:buNone/>
              <a:defRPr sz="2550" b="1">
                <a:solidFill>
                  <a:srgbClr val="123B32"/>
                </a:solidFill>
              </a:defRPr>
            </a:lvl9pPr>
          </a:lstStyle>
          <a:p xmlns:a="http://schemas.openxmlformats.org/drawingml/2006/main">
            <a:pPr>
              <a:buNone/>
              <a:defRPr sz="2550" b="1">
                <a:solidFill>
                  <a:srgbClr val="123B32"/>
                </a:solidFill>
              </a:defRPr>
            </a:pPr>
            <a:r>
              <a:rPr sz="2550" b="1">
                <a:solidFill>
                  <a:srgbClr val="123B32"/>
                </a:solidFill>
              </a:rPr>
              <a:t>547</a:t>
            </a:r>
          </a:p>
        </p:txBody>
      </p:sp>
      <p:sp>
        <p:nvSpPr>
          <p:cNvPr id="11" name="">
            <a:extLst xmlns:a="http://schemas.openxmlformats.org/drawingml/2006/main">
              <a:ext uri="{FF2B5EF4-FFF2-40B4-BE49-F238E27FC236}">
                <a16:creationId xmlns:a16="http://schemas.microsoft.com/office/drawing/2014/main" id="{4DD39F00-A582-46C3-B470-5E7CCA1F5245}"/>
              </a:ext>
            </a:extLst>
          </p:cNvPr>
          <p:cNvSpPr>
            <a:spLocks xmlns:a="http://schemas.openxmlformats.org/drawingml/2006/main" noGrp="1"/>
          </p:cNvSpPr>
          <p:nvPr/>
        </p:nvSpPr>
        <p:spPr>
          <a:xfrm xmlns:a="http://schemas.openxmlformats.org/drawingml/2006/main">
            <a:off x="5905500" y="4114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Image + text / CLIP</a:t>
            </a:r>
          </a:p>
        </p:txBody>
      </p:sp>
      <p:sp>
        <p:nvSpPr>
          <p:cNvPr id="12" name="">
            <a:extLst xmlns:a="http://schemas.openxmlformats.org/drawingml/2006/main">
              <a:ext uri="{FF2B5EF4-FFF2-40B4-BE49-F238E27FC236}">
                <a16:creationId xmlns:a16="http://schemas.microsoft.com/office/drawing/2014/main" id="{10C4777E-735D-46E2-909C-2B8D1BB5D13E}"/>
              </a:ext>
            </a:extLst>
          </p:cNvPr>
          <p:cNvSpPr>
            <a:spLocks xmlns:a="http://schemas.openxmlformats.org/drawingml/2006/main" noGrp="1"/>
          </p:cNvSpPr>
          <p:nvPr/>
        </p:nvSpPr>
        <p:spPr>
          <a:xfrm xmlns:a="http://schemas.openxmlformats.org/drawingml/2006/main">
            <a:off x="10096500" y="411480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85D35"/>
                </a:solidFill>
              </a:defRPr>
            </a:defPPr>
            <a:lvl1pPr>
              <a:buNone/>
              <a:defRPr sz="2550" b="1">
                <a:solidFill>
                  <a:srgbClr val="B85D35"/>
                </a:solidFill>
              </a:defRPr>
            </a:lvl1pPr>
            <a:lvl2pPr>
              <a:buNone/>
              <a:defRPr sz="2550" b="1">
                <a:solidFill>
                  <a:srgbClr val="B85D35"/>
                </a:solidFill>
              </a:defRPr>
            </a:lvl2pPr>
            <a:lvl3pPr>
              <a:buNone/>
              <a:defRPr sz="2550" b="1">
                <a:solidFill>
                  <a:srgbClr val="B85D35"/>
                </a:solidFill>
              </a:defRPr>
            </a:lvl3pPr>
            <a:lvl4pPr>
              <a:buNone/>
              <a:defRPr sz="2550" b="1">
                <a:solidFill>
                  <a:srgbClr val="B85D35"/>
                </a:solidFill>
              </a:defRPr>
            </a:lvl4pPr>
            <a:lvl5pPr>
              <a:buNone/>
              <a:defRPr sz="2550" b="1">
                <a:solidFill>
                  <a:srgbClr val="B85D35"/>
                </a:solidFill>
              </a:defRPr>
            </a:lvl5pPr>
            <a:lvl6pPr>
              <a:buNone/>
              <a:defRPr sz="2550" b="1">
                <a:solidFill>
                  <a:srgbClr val="B85D35"/>
                </a:solidFill>
              </a:defRPr>
            </a:lvl6pPr>
            <a:lvl7pPr>
              <a:buNone/>
              <a:defRPr sz="2550" b="1">
                <a:solidFill>
                  <a:srgbClr val="B85D35"/>
                </a:solidFill>
              </a:defRPr>
            </a:lvl7pPr>
            <a:lvl8pPr>
              <a:buNone/>
              <a:defRPr sz="2550" b="1">
                <a:solidFill>
                  <a:srgbClr val="B85D35"/>
                </a:solidFill>
              </a:defRPr>
            </a:lvl8pPr>
            <a:lvl9pPr>
              <a:buNone/>
              <a:defRPr sz="2550" b="1">
                <a:solidFill>
                  <a:srgbClr val="B85D35"/>
                </a:solidFill>
              </a:defRPr>
            </a:lvl9pPr>
          </a:lstStyle>
          <a:p xmlns:a="http://schemas.openxmlformats.org/drawingml/2006/main">
            <a:pPr>
              <a:buNone/>
              <a:defRPr sz="2550" b="1">
                <a:solidFill>
                  <a:srgbClr val="B85D35"/>
                </a:solidFill>
              </a:defRPr>
            </a:pPr>
            <a:r>
              <a:rPr sz="2550" b="1">
                <a:solidFill>
                  <a:srgbClr val="B85D35"/>
                </a:solidFill>
              </a:rPr>
              <a:t>1,763</a:t>
            </a:r>
          </a:p>
        </p:txBody>
      </p:sp>
      <p:sp>
        <p:nvSpPr>
          <p:cNvPr id="13" name="">
            <a:extLst xmlns:a="http://schemas.openxmlformats.org/drawingml/2006/main">
              <a:ext uri="{FF2B5EF4-FFF2-40B4-BE49-F238E27FC236}">
                <a16:creationId xmlns:a16="http://schemas.microsoft.com/office/drawing/2014/main" id="{CAB766D8-D31A-467C-8CB0-423D31B73994}"/>
              </a:ext>
            </a:extLst>
          </p:cNvPr>
          <p:cNvSpPr>
            <a:spLocks xmlns:a="http://schemas.openxmlformats.org/drawingml/2006/main" noGrp="1"/>
          </p:cNvSpPr>
          <p:nvPr/>
        </p:nvSpPr>
        <p:spPr>
          <a:xfrm xmlns:a="http://schemas.openxmlformats.org/drawingml/2006/main">
            <a:off x="5905500" y="487680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Audio + text / CLAP</a:t>
            </a:r>
          </a:p>
        </p:txBody>
      </p:sp>
      <p:sp>
        <p:nvSpPr>
          <p:cNvPr id="14" name="">
            <a:extLst xmlns:a="http://schemas.openxmlformats.org/drawingml/2006/main">
              <a:ext uri="{FF2B5EF4-FFF2-40B4-BE49-F238E27FC236}">
                <a16:creationId xmlns:a16="http://schemas.microsoft.com/office/drawing/2014/main" id="{05E8A19D-8916-4AAC-9470-9A8859603E31}"/>
              </a:ext>
            </a:extLst>
          </p:cNvPr>
          <p:cNvSpPr>
            <a:spLocks xmlns:a="http://schemas.openxmlformats.org/drawingml/2006/main" noGrp="1"/>
          </p:cNvSpPr>
          <p:nvPr/>
        </p:nvSpPr>
        <p:spPr>
          <a:xfrm xmlns:a="http://schemas.openxmlformats.org/drawingml/2006/main">
            <a:off x="10096500" y="487680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85D35"/>
                </a:solidFill>
              </a:defRPr>
            </a:defPPr>
            <a:lvl1pPr>
              <a:buNone/>
              <a:defRPr sz="2550" b="1">
                <a:solidFill>
                  <a:srgbClr val="B85D35"/>
                </a:solidFill>
              </a:defRPr>
            </a:lvl1pPr>
            <a:lvl2pPr>
              <a:buNone/>
              <a:defRPr sz="2550" b="1">
                <a:solidFill>
                  <a:srgbClr val="B85D35"/>
                </a:solidFill>
              </a:defRPr>
            </a:lvl2pPr>
            <a:lvl3pPr>
              <a:buNone/>
              <a:defRPr sz="2550" b="1">
                <a:solidFill>
                  <a:srgbClr val="B85D35"/>
                </a:solidFill>
              </a:defRPr>
            </a:lvl3pPr>
            <a:lvl4pPr>
              <a:buNone/>
              <a:defRPr sz="2550" b="1">
                <a:solidFill>
                  <a:srgbClr val="B85D35"/>
                </a:solidFill>
              </a:defRPr>
            </a:lvl4pPr>
            <a:lvl5pPr>
              <a:buNone/>
              <a:defRPr sz="2550" b="1">
                <a:solidFill>
                  <a:srgbClr val="B85D35"/>
                </a:solidFill>
              </a:defRPr>
            </a:lvl5pPr>
            <a:lvl6pPr>
              <a:buNone/>
              <a:defRPr sz="2550" b="1">
                <a:solidFill>
                  <a:srgbClr val="B85D35"/>
                </a:solidFill>
              </a:defRPr>
            </a:lvl6pPr>
            <a:lvl7pPr>
              <a:buNone/>
              <a:defRPr sz="2550" b="1">
                <a:solidFill>
                  <a:srgbClr val="B85D35"/>
                </a:solidFill>
              </a:defRPr>
            </a:lvl7pPr>
            <a:lvl8pPr>
              <a:buNone/>
              <a:defRPr sz="2550" b="1">
                <a:solidFill>
                  <a:srgbClr val="B85D35"/>
                </a:solidFill>
              </a:defRPr>
            </a:lvl8pPr>
            <a:lvl9pPr>
              <a:buNone/>
              <a:defRPr sz="2550" b="1">
                <a:solidFill>
                  <a:srgbClr val="B85D35"/>
                </a:solidFill>
              </a:defRPr>
            </a:lvl9pPr>
          </a:lstStyle>
          <a:p xmlns:a="http://schemas.openxmlformats.org/drawingml/2006/main">
            <a:pPr>
              <a:buNone/>
              <a:defRPr sz="2550" b="1">
                <a:solidFill>
                  <a:srgbClr val="B85D35"/>
                </a:solidFill>
              </a:defRPr>
            </a:pPr>
            <a:r>
              <a:rPr sz="2550" b="1">
                <a:solidFill>
                  <a:srgbClr val="B85D35"/>
                </a:solidFill>
              </a:rPr>
              <a:t>3,254</a:t>
            </a:r>
          </a:p>
        </p:txBody>
      </p:sp>
      <p:sp>
        <p:nvSpPr>
          <p:cNvPr id="15" name="">
            <a:extLst xmlns:a="http://schemas.openxmlformats.org/drawingml/2006/main">
              <a:ext uri="{FF2B5EF4-FFF2-40B4-BE49-F238E27FC236}">
                <a16:creationId xmlns:a16="http://schemas.microsoft.com/office/drawing/2014/main" id="{E366B535-1264-4995-BF4B-2435015D94CB}"/>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Reuse requires source/model compatibility and exact segment coverage</a:t>
            </a:r>
          </a:p>
        </p:txBody>
      </p:sp>
    </p:spTree>
    <p:extLst>
      <p:ext uri="{BB962C8B-B14F-4D97-AF65-F5344CB8AC3E}">
        <p14:creationId xmlns:p14="http://schemas.microsoft.com/office/powerpoint/2010/main" val="320324095"/>
      </p:ext>
    </p:extLst>
  </p:cSld>
</p:sld>
</file>

<file path=ppt/slides/slide14.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72558C40-B935-4CA6-9143-2277E8798E2A}"/>
              </a:ext>
            </a:extLst>
          </p:cNvPr>
          <p:cNvCxnSpPr>
            <a:stCxn xmlns:a="http://schemas.openxmlformats.org/drawingml/2006/main" id="21" idx="3"/>
            <a:endCxn xmlns:a="http://schemas.openxmlformats.org/drawingml/2006/main" id="23" idx="1"/>
          </p:cNvCxnSpPr>
          <p:nvPr/>
        </p:nvCxnSpPr>
        <p:spPr>
          <a:xfrm xmlns:a="http://schemas.openxmlformats.org/drawingml/2006/main">
            <a:off x="6953250" y="4652963"/>
            <a:ext cx="8572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0F904AB7-8C82-4970-BA41-3ADBB369B2DB}"/>
              </a:ext>
            </a:extLst>
          </p:cNvPr>
          <p:cNvCxnSpPr>
            <a:stCxn xmlns:a="http://schemas.openxmlformats.org/drawingml/2006/main" id="19" idx="3"/>
            <a:endCxn xmlns:a="http://schemas.openxmlformats.org/drawingml/2006/main" id="21" idx="1"/>
          </p:cNvCxnSpPr>
          <p:nvPr/>
        </p:nvCxnSpPr>
        <p:spPr>
          <a:xfrm xmlns:a="http://schemas.openxmlformats.org/drawingml/2006/main">
            <a:off x="3752850" y="4652963"/>
            <a:ext cx="8191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07FC85DF-9EA7-4E96-A3CA-E97B736B7D50}"/>
              </a:ext>
            </a:extLst>
          </p:cNvPr>
          <p:cNvCxnSpPr>
            <a:stCxn xmlns:a="http://schemas.openxmlformats.org/drawingml/2006/main" id="13" idx="3"/>
            <a:endCxn xmlns:a="http://schemas.openxmlformats.org/drawingml/2006/main" id="15" idx="1"/>
          </p:cNvCxnSpPr>
          <p:nvPr/>
        </p:nvCxnSpPr>
        <p:spPr>
          <a:xfrm xmlns:a="http://schemas.openxmlformats.org/drawingml/2006/main">
            <a:off x="6953250" y="3481388"/>
            <a:ext cx="8572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C9ADF7F2-B40B-416D-84D6-CAFF0D87DC38}"/>
              </a:ext>
            </a:extLst>
          </p:cNvPr>
          <p:cNvCxnSpPr>
            <a:stCxn xmlns:a="http://schemas.openxmlformats.org/drawingml/2006/main" id="11" idx="3"/>
            <a:endCxn xmlns:a="http://schemas.openxmlformats.org/drawingml/2006/main" id="13" idx="1"/>
          </p:cNvCxnSpPr>
          <p:nvPr/>
        </p:nvCxnSpPr>
        <p:spPr>
          <a:xfrm xmlns:a="http://schemas.openxmlformats.org/drawingml/2006/main">
            <a:off x="3752850" y="3481388"/>
            <a:ext cx="8191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64B382AD-4516-4759-B3F5-645515929917}"/>
              </a:ext>
            </a:extLst>
          </p:cNvPr>
          <p:cNvCxnSpPr>
            <a:stCxn xmlns:a="http://schemas.openxmlformats.org/drawingml/2006/main" id="5" idx="3"/>
            <a:endCxn xmlns:a="http://schemas.openxmlformats.org/drawingml/2006/main" id="7" idx="1"/>
          </p:cNvCxnSpPr>
          <p:nvPr/>
        </p:nvCxnSpPr>
        <p:spPr>
          <a:xfrm xmlns:a="http://schemas.openxmlformats.org/drawingml/2006/main">
            <a:off x="6953250" y="2309813"/>
            <a:ext cx="8572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58E5EA5A-AA24-4EE2-9802-52ED00CF322D}"/>
              </a:ext>
            </a:extLst>
          </p:cNvPr>
          <p:cNvCxnSpPr>
            <a:stCxn xmlns:a="http://schemas.openxmlformats.org/drawingml/2006/main" id="3" idx="3"/>
            <a:endCxn xmlns:a="http://schemas.openxmlformats.org/drawingml/2006/main" id="5" idx="1"/>
          </p:cNvCxnSpPr>
          <p:nvPr/>
        </p:nvCxnSpPr>
        <p:spPr>
          <a:xfrm xmlns:a="http://schemas.openxmlformats.org/drawingml/2006/main">
            <a:off x="3752850" y="2309813"/>
            <a:ext cx="819150"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sp>
        <p:nvSpPr>
          <p:cNvPr id="28" name="">
            <a:extLst xmlns:a="http://schemas.openxmlformats.org/drawingml/2006/main">
              <a:ext uri="{FF2B5EF4-FFF2-40B4-BE49-F238E27FC236}">
                <a16:creationId xmlns:a16="http://schemas.microsoft.com/office/drawing/2014/main" id="{11C294B8-4CE7-4A4F-A0CD-D52A5E04FBD1}"/>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Three encoders, three relationships</a:t>
            </a:r>
          </a:p>
        </p:txBody>
      </p:sp>
      <p:sp>
        <p:nvSpPr>
          <p:cNvPr id="2" name="">
            <a:extLst xmlns:a="http://schemas.openxmlformats.org/drawingml/2006/main">
              <a:ext uri="{FF2B5EF4-FFF2-40B4-BE49-F238E27FC236}">
                <a16:creationId xmlns:a16="http://schemas.microsoft.com/office/drawing/2014/main" id="{A537E89F-A194-4F51-8F88-1E5BB9F38B04}"/>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14</a:t>
            </a:r>
          </a:p>
        </p:txBody>
      </p:sp>
      <p:sp>
        <p:nvSpPr>
          <p:cNvPr id="3" name="">
            <a:extLst xmlns:a="http://schemas.openxmlformats.org/drawingml/2006/main">
              <a:ext uri="{FF2B5EF4-FFF2-40B4-BE49-F238E27FC236}">
                <a16:creationId xmlns:a16="http://schemas.microsoft.com/office/drawing/2014/main" id="{297698DF-B02D-4B27-A57F-B20B452688C1}"/>
              </a:ext>
            </a:extLst>
          </p:cNvPr>
          <p:cNvSpPr>
            <a:spLocks xmlns:a="http://schemas.openxmlformats.org/drawingml/2006/main" noGrp="1"/>
          </p:cNvSpPr>
          <p:nvPr/>
        </p:nvSpPr>
        <p:spPr>
          <a:xfrm xmlns:a="http://schemas.openxmlformats.org/drawingml/2006/main">
            <a:off x="609600" y="1952625"/>
            <a:ext cx="31432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4" name="">
            <a:extLst xmlns:a="http://schemas.openxmlformats.org/drawingml/2006/main">
              <a:ext uri="{FF2B5EF4-FFF2-40B4-BE49-F238E27FC236}">
                <a16:creationId xmlns:a16="http://schemas.microsoft.com/office/drawing/2014/main" id="{20A8B570-EC82-4BED-94B5-B1D9B566D007}"/>
              </a:ext>
            </a:extLst>
          </p:cNvPr>
          <p:cNvSpPr>
            <a:spLocks xmlns:a="http://schemas.openxmlformats.org/drawingml/2006/main" noGrp="1"/>
          </p:cNvSpPr>
          <p:nvPr/>
        </p:nvSpPr>
        <p:spPr>
          <a:xfrm xmlns:a="http://schemas.openxmlformats.org/drawingml/2006/main">
            <a:off x="771525" y="2105025"/>
            <a:ext cx="2819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Image + text</a:t>
            </a:r>
          </a:p>
        </p:txBody>
      </p:sp>
      <p:sp>
        <p:nvSpPr>
          <p:cNvPr id="5" name="">
            <a:extLst xmlns:a="http://schemas.openxmlformats.org/drawingml/2006/main">
              <a:ext uri="{FF2B5EF4-FFF2-40B4-BE49-F238E27FC236}">
                <a16:creationId xmlns:a16="http://schemas.microsoft.com/office/drawing/2014/main" id="{279CD065-32F0-4C42-8ED2-C50607664233}"/>
              </a:ext>
            </a:extLst>
          </p:cNvPr>
          <p:cNvSpPr>
            <a:spLocks xmlns:a="http://schemas.openxmlformats.org/drawingml/2006/main" noGrp="1"/>
          </p:cNvSpPr>
          <p:nvPr/>
        </p:nvSpPr>
        <p:spPr>
          <a:xfrm xmlns:a="http://schemas.openxmlformats.org/drawingml/2006/main">
            <a:off x="4572000" y="1952625"/>
            <a:ext cx="2381250" cy="714375"/>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6" name="">
            <a:extLst xmlns:a="http://schemas.openxmlformats.org/drawingml/2006/main">
              <a:ext uri="{FF2B5EF4-FFF2-40B4-BE49-F238E27FC236}">
                <a16:creationId xmlns:a16="http://schemas.microsoft.com/office/drawing/2014/main" id="{4218EDC9-D6B0-431C-83E9-439F6DDF04C6}"/>
              </a:ext>
            </a:extLst>
          </p:cNvPr>
          <p:cNvSpPr>
            <a:spLocks xmlns:a="http://schemas.openxmlformats.org/drawingml/2006/main" noGrp="1"/>
          </p:cNvSpPr>
          <p:nvPr/>
        </p:nvSpPr>
        <p:spPr>
          <a:xfrm xmlns:a="http://schemas.openxmlformats.org/drawingml/2006/main">
            <a:off x="4733925" y="2105025"/>
            <a:ext cx="205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buNone/>
              <a:defRPr sz="2400" b="1">
                <a:solidFill>
                  <a:srgbClr val="123B32"/>
                </a:solidFill>
              </a:defRPr>
            </a:lvl1pPr>
            <a:lvl2pPr>
              <a:buNone/>
              <a:defRPr sz="2400" b="1">
                <a:solidFill>
                  <a:srgbClr val="123B32"/>
                </a:solidFill>
              </a:defRPr>
            </a:lvl2pPr>
            <a:lvl3pPr>
              <a:buNone/>
              <a:defRPr sz="2400" b="1">
                <a:solidFill>
                  <a:srgbClr val="123B32"/>
                </a:solidFill>
              </a:defRPr>
            </a:lvl3pPr>
            <a:lvl4pPr>
              <a:buNone/>
              <a:defRPr sz="2400" b="1">
                <a:solidFill>
                  <a:srgbClr val="123B32"/>
                </a:solidFill>
              </a:defRPr>
            </a:lvl4pPr>
            <a:lvl5pPr>
              <a:buNone/>
              <a:defRPr sz="2400" b="1">
                <a:solidFill>
                  <a:srgbClr val="123B32"/>
                </a:solidFill>
              </a:defRPr>
            </a:lvl5pPr>
            <a:lvl6pPr>
              <a:buNone/>
              <a:defRPr sz="2400" b="1">
                <a:solidFill>
                  <a:srgbClr val="123B32"/>
                </a:solidFill>
              </a:defRPr>
            </a:lvl6pPr>
            <a:lvl7pPr>
              <a:buNone/>
              <a:defRPr sz="2400" b="1">
                <a:solidFill>
                  <a:srgbClr val="123B32"/>
                </a:solidFill>
              </a:defRPr>
            </a:lvl7pPr>
            <a:lvl8pPr>
              <a:buNone/>
              <a:defRPr sz="2400" b="1">
                <a:solidFill>
                  <a:srgbClr val="123B32"/>
                </a:solidFill>
              </a:defRPr>
            </a:lvl8pPr>
            <a:lvl9pPr>
              <a:buNone/>
              <a:defRPr sz="2400" b="1">
                <a:solidFill>
                  <a:srgbClr val="123B32"/>
                </a:solidFill>
              </a:defRPr>
            </a:lvl9pPr>
          </a:lstStyle>
          <a:p xmlns:a="http://schemas.openxmlformats.org/drawingml/2006/main">
            <a:pPr>
              <a:buNone/>
              <a:defRPr sz="2400" b="1">
                <a:solidFill>
                  <a:srgbClr val="123B32"/>
                </a:solidFill>
              </a:defRPr>
            </a:pPr>
            <a:r>
              <a:rPr sz="2400" b="1">
                <a:solidFill>
                  <a:srgbClr val="123B32"/>
                </a:solidFill>
              </a:rPr>
              <a:t>CLIP</a:t>
            </a:r>
          </a:p>
        </p:txBody>
      </p:sp>
      <p:sp>
        <p:nvSpPr>
          <p:cNvPr id="7" name="">
            <a:extLst xmlns:a="http://schemas.openxmlformats.org/drawingml/2006/main">
              <a:ext uri="{FF2B5EF4-FFF2-40B4-BE49-F238E27FC236}">
                <a16:creationId xmlns:a16="http://schemas.microsoft.com/office/drawing/2014/main" id="{53E3B1B4-1778-49C4-B78D-703F3EA8782D}"/>
              </a:ext>
            </a:extLst>
          </p:cNvPr>
          <p:cNvSpPr>
            <a:spLocks xmlns:a="http://schemas.openxmlformats.org/drawingml/2006/main" noGrp="1"/>
          </p:cNvSpPr>
          <p:nvPr/>
        </p:nvSpPr>
        <p:spPr>
          <a:xfrm xmlns:a="http://schemas.openxmlformats.org/drawingml/2006/main">
            <a:off x="7810500" y="1952625"/>
            <a:ext cx="37147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8" name="">
            <a:extLst xmlns:a="http://schemas.openxmlformats.org/drawingml/2006/main">
              <a:ext uri="{FF2B5EF4-FFF2-40B4-BE49-F238E27FC236}">
                <a16:creationId xmlns:a16="http://schemas.microsoft.com/office/drawing/2014/main" id="{B9A74D8E-AA1D-4569-87E6-7910282F3426}"/>
              </a:ext>
            </a:extLst>
          </p:cNvPr>
          <p:cNvSpPr>
            <a:spLocks xmlns:a="http://schemas.openxmlformats.org/drawingml/2006/main" noGrp="1"/>
          </p:cNvSpPr>
          <p:nvPr/>
        </p:nvSpPr>
        <p:spPr>
          <a:xfrm xmlns:a="http://schemas.openxmlformats.org/drawingml/2006/main">
            <a:off x="7972425" y="2105025"/>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Visual concepts</a:t>
            </a:r>
          </a:p>
        </p:txBody>
      </p:sp>
      <p:sp>
        <p:nvSpPr>
          <p:cNvPr id="11" name="">
            <a:extLst xmlns:a="http://schemas.openxmlformats.org/drawingml/2006/main">
              <a:ext uri="{FF2B5EF4-FFF2-40B4-BE49-F238E27FC236}">
                <a16:creationId xmlns:a16="http://schemas.microsoft.com/office/drawing/2014/main" id="{5378B854-2E0D-486F-9782-2C615956B2CD}"/>
              </a:ext>
            </a:extLst>
          </p:cNvPr>
          <p:cNvSpPr>
            <a:spLocks xmlns:a="http://schemas.openxmlformats.org/drawingml/2006/main" noGrp="1"/>
          </p:cNvSpPr>
          <p:nvPr/>
        </p:nvSpPr>
        <p:spPr>
          <a:xfrm xmlns:a="http://schemas.openxmlformats.org/drawingml/2006/main">
            <a:off x="609600" y="3124200"/>
            <a:ext cx="31432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2" name="">
            <a:extLst xmlns:a="http://schemas.openxmlformats.org/drawingml/2006/main">
              <a:ext uri="{FF2B5EF4-FFF2-40B4-BE49-F238E27FC236}">
                <a16:creationId xmlns:a16="http://schemas.microsoft.com/office/drawing/2014/main" id="{7364A2BB-47C2-47AD-B0BF-9F70299993C3}"/>
              </a:ext>
            </a:extLst>
          </p:cNvPr>
          <p:cNvSpPr>
            <a:spLocks xmlns:a="http://schemas.openxmlformats.org/drawingml/2006/main" noGrp="1"/>
          </p:cNvSpPr>
          <p:nvPr/>
        </p:nvSpPr>
        <p:spPr>
          <a:xfrm xmlns:a="http://schemas.openxmlformats.org/drawingml/2006/main">
            <a:off x="771525" y="3276600"/>
            <a:ext cx="2819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Audio + text</a:t>
            </a:r>
          </a:p>
        </p:txBody>
      </p:sp>
      <p:sp>
        <p:nvSpPr>
          <p:cNvPr id="13" name="">
            <a:extLst xmlns:a="http://schemas.openxmlformats.org/drawingml/2006/main">
              <a:ext uri="{FF2B5EF4-FFF2-40B4-BE49-F238E27FC236}">
                <a16:creationId xmlns:a16="http://schemas.microsoft.com/office/drawing/2014/main" id="{B366FB8A-E4CE-4F0B-8A0D-6540D6915C4A}"/>
              </a:ext>
            </a:extLst>
          </p:cNvPr>
          <p:cNvSpPr>
            <a:spLocks xmlns:a="http://schemas.openxmlformats.org/drawingml/2006/main" noGrp="1"/>
          </p:cNvSpPr>
          <p:nvPr/>
        </p:nvSpPr>
        <p:spPr>
          <a:xfrm xmlns:a="http://schemas.openxmlformats.org/drawingml/2006/main">
            <a:off x="4572000" y="3124200"/>
            <a:ext cx="2381250" cy="714375"/>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14" name="">
            <a:extLst xmlns:a="http://schemas.openxmlformats.org/drawingml/2006/main">
              <a:ext uri="{FF2B5EF4-FFF2-40B4-BE49-F238E27FC236}">
                <a16:creationId xmlns:a16="http://schemas.microsoft.com/office/drawing/2014/main" id="{85731691-B028-45D5-A75A-98C248C9D0B8}"/>
              </a:ext>
            </a:extLst>
          </p:cNvPr>
          <p:cNvSpPr>
            <a:spLocks xmlns:a="http://schemas.openxmlformats.org/drawingml/2006/main" noGrp="1"/>
          </p:cNvSpPr>
          <p:nvPr/>
        </p:nvSpPr>
        <p:spPr>
          <a:xfrm xmlns:a="http://schemas.openxmlformats.org/drawingml/2006/main">
            <a:off x="4733925" y="3276600"/>
            <a:ext cx="205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buNone/>
              <a:defRPr sz="2400" b="1">
                <a:solidFill>
                  <a:srgbClr val="123B32"/>
                </a:solidFill>
              </a:defRPr>
            </a:lvl1pPr>
            <a:lvl2pPr>
              <a:buNone/>
              <a:defRPr sz="2400" b="1">
                <a:solidFill>
                  <a:srgbClr val="123B32"/>
                </a:solidFill>
              </a:defRPr>
            </a:lvl2pPr>
            <a:lvl3pPr>
              <a:buNone/>
              <a:defRPr sz="2400" b="1">
                <a:solidFill>
                  <a:srgbClr val="123B32"/>
                </a:solidFill>
              </a:defRPr>
            </a:lvl3pPr>
            <a:lvl4pPr>
              <a:buNone/>
              <a:defRPr sz="2400" b="1">
                <a:solidFill>
                  <a:srgbClr val="123B32"/>
                </a:solidFill>
              </a:defRPr>
            </a:lvl4pPr>
            <a:lvl5pPr>
              <a:buNone/>
              <a:defRPr sz="2400" b="1">
                <a:solidFill>
                  <a:srgbClr val="123B32"/>
                </a:solidFill>
              </a:defRPr>
            </a:lvl5pPr>
            <a:lvl6pPr>
              <a:buNone/>
              <a:defRPr sz="2400" b="1">
                <a:solidFill>
                  <a:srgbClr val="123B32"/>
                </a:solidFill>
              </a:defRPr>
            </a:lvl6pPr>
            <a:lvl7pPr>
              <a:buNone/>
              <a:defRPr sz="2400" b="1">
                <a:solidFill>
                  <a:srgbClr val="123B32"/>
                </a:solidFill>
              </a:defRPr>
            </a:lvl7pPr>
            <a:lvl8pPr>
              <a:buNone/>
              <a:defRPr sz="2400" b="1">
                <a:solidFill>
                  <a:srgbClr val="123B32"/>
                </a:solidFill>
              </a:defRPr>
            </a:lvl8pPr>
            <a:lvl9pPr>
              <a:buNone/>
              <a:defRPr sz="2400" b="1">
                <a:solidFill>
                  <a:srgbClr val="123B32"/>
                </a:solidFill>
              </a:defRPr>
            </a:lvl9pPr>
          </a:lstStyle>
          <a:p xmlns:a="http://schemas.openxmlformats.org/drawingml/2006/main">
            <a:pPr>
              <a:buNone/>
              <a:defRPr sz="2400" b="1">
                <a:solidFill>
                  <a:srgbClr val="123B32"/>
                </a:solidFill>
              </a:defRPr>
            </a:pPr>
            <a:r>
              <a:rPr sz="2400" b="1">
                <a:solidFill>
                  <a:srgbClr val="123B32"/>
                </a:solidFill>
              </a:rPr>
              <a:t>CLAP</a:t>
            </a:r>
          </a:p>
        </p:txBody>
      </p:sp>
      <p:sp>
        <p:nvSpPr>
          <p:cNvPr id="15" name="">
            <a:extLst xmlns:a="http://schemas.openxmlformats.org/drawingml/2006/main">
              <a:ext uri="{FF2B5EF4-FFF2-40B4-BE49-F238E27FC236}">
                <a16:creationId xmlns:a16="http://schemas.microsoft.com/office/drawing/2014/main" id="{53F309A1-8272-403A-BC9B-FCB0043E2158}"/>
              </a:ext>
            </a:extLst>
          </p:cNvPr>
          <p:cNvSpPr>
            <a:spLocks xmlns:a="http://schemas.openxmlformats.org/drawingml/2006/main" noGrp="1"/>
          </p:cNvSpPr>
          <p:nvPr/>
        </p:nvSpPr>
        <p:spPr>
          <a:xfrm xmlns:a="http://schemas.openxmlformats.org/drawingml/2006/main">
            <a:off x="7810500" y="3124200"/>
            <a:ext cx="37147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6" name="">
            <a:extLst xmlns:a="http://schemas.openxmlformats.org/drawingml/2006/main">
              <a:ext uri="{FF2B5EF4-FFF2-40B4-BE49-F238E27FC236}">
                <a16:creationId xmlns:a16="http://schemas.microsoft.com/office/drawing/2014/main" id="{397686A5-3292-460A-9244-0727D06CB0E8}"/>
              </a:ext>
            </a:extLst>
          </p:cNvPr>
          <p:cNvSpPr>
            <a:spLocks xmlns:a="http://schemas.openxmlformats.org/drawingml/2006/main" noGrp="1"/>
          </p:cNvSpPr>
          <p:nvPr/>
        </p:nvSpPr>
        <p:spPr>
          <a:xfrm xmlns:a="http://schemas.openxmlformats.org/drawingml/2006/main">
            <a:off x="7972425" y="3276600"/>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Sound descriptions</a:t>
            </a:r>
          </a:p>
        </p:txBody>
      </p:sp>
      <p:sp>
        <p:nvSpPr>
          <p:cNvPr id="19" name="">
            <a:extLst xmlns:a="http://schemas.openxmlformats.org/drawingml/2006/main">
              <a:ext uri="{FF2B5EF4-FFF2-40B4-BE49-F238E27FC236}">
                <a16:creationId xmlns:a16="http://schemas.microsoft.com/office/drawing/2014/main" id="{BFC50404-C678-4302-A3E9-0BF50F2AC1B1}"/>
              </a:ext>
            </a:extLst>
          </p:cNvPr>
          <p:cNvSpPr>
            <a:spLocks xmlns:a="http://schemas.openxmlformats.org/drawingml/2006/main" noGrp="1"/>
          </p:cNvSpPr>
          <p:nvPr/>
        </p:nvSpPr>
        <p:spPr>
          <a:xfrm xmlns:a="http://schemas.openxmlformats.org/drawingml/2006/main">
            <a:off x="609600" y="4295775"/>
            <a:ext cx="31432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20" name="">
            <a:extLst xmlns:a="http://schemas.openxmlformats.org/drawingml/2006/main">
              <a:ext uri="{FF2B5EF4-FFF2-40B4-BE49-F238E27FC236}">
                <a16:creationId xmlns:a16="http://schemas.microsoft.com/office/drawing/2014/main" id="{13D4E562-2785-4C84-94FB-A75FAF77A94E}"/>
              </a:ext>
            </a:extLst>
          </p:cNvPr>
          <p:cNvSpPr>
            <a:spLocks xmlns:a="http://schemas.openxmlformats.org/drawingml/2006/main" noGrp="1"/>
          </p:cNvSpPr>
          <p:nvPr/>
        </p:nvSpPr>
        <p:spPr>
          <a:xfrm xmlns:a="http://schemas.openxmlformats.org/drawingml/2006/main">
            <a:off x="771525" y="4448175"/>
            <a:ext cx="2819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Multilingual text</a:t>
            </a:r>
          </a:p>
        </p:txBody>
      </p:sp>
      <p:sp>
        <p:nvSpPr>
          <p:cNvPr id="21" name="">
            <a:extLst xmlns:a="http://schemas.openxmlformats.org/drawingml/2006/main">
              <a:ext uri="{FF2B5EF4-FFF2-40B4-BE49-F238E27FC236}">
                <a16:creationId xmlns:a16="http://schemas.microsoft.com/office/drawing/2014/main" id="{AF9783D8-8DC9-4474-8770-B74A8E68078D}"/>
              </a:ext>
            </a:extLst>
          </p:cNvPr>
          <p:cNvSpPr>
            <a:spLocks xmlns:a="http://schemas.openxmlformats.org/drawingml/2006/main" noGrp="1"/>
          </p:cNvSpPr>
          <p:nvPr/>
        </p:nvSpPr>
        <p:spPr>
          <a:xfrm xmlns:a="http://schemas.openxmlformats.org/drawingml/2006/main">
            <a:off x="4572000" y="4295775"/>
            <a:ext cx="2381250" cy="714375"/>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22" name="">
            <a:extLst xmlns:a="http://schemas.openxmlformats.org/drawingml/2006/main">
              <a:ext uri="{FF2B5EF4-FFF2-40B4-BE49-F238E27FC236}">
                <a16:creationId xmlns:a16="http://schemas.microsoft.com/office/drawing/2014/main" id="{63D6143F-1130-4EC4-93F8-CBB7840B5DC0}"/>
              </a:ext>
            </a:extLst>
          </p:cNvPr>
          <p:cNvSpPr>
            <a:spLocks xmlns:a="http://schemas.openxmlformats.org/drawingml/2006/main" noGrp="1"/>
          </p:cNvSpPr>
          <p:nvPr/>
        </p:nvSpPr>
        <p:spPr>
          <a:xfrm xmlns:a="http://schemas.openxmlformats.org/drawingml/2006/main">
            <a:off x="4733925" y="4448175"/>
            <a:ext cx="2057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buNone/>
              <a:defRPr sz="2400" b="1">
                <a:solidFill>
                  <a:srgbClr val="123B32"/>
                </a:solidFill>
              </a:defRPr>
            </a:lvl1pPr>
            <a:lvl2pPr>
              <a:buNone/>
              <a:defRPr sz="2400" b="1">
                <a:solidFill>
                  <a:srgbClr val="123B32"/>
                </a:solidFill>
              </a:defRPr>
            </a:lvl2pPr>
            <a:lvl3pPr>
              <a:buNone/>
              <a:defRPr sz="2400" b="1">
                <a:solidFill>
                  <a:srgbClr val="123B32"/>
                </a:solidFill>
              </a:defRPr>
            </a:lvl3pPr>
            <a:lvl4pPr>
              <a:buNone/>
              <a:defRPr sz="2400" b="1">
                <a:solidFill>
                  <a:srgbClr val="123B32"/>
                </a:solidFill>
              </a:defRPr>
            </a:lvl4pPr>
            <a:lvl5pPr>
              <a:buNone/>
              <a:defRPr sz="2400" b="1">
                <a:solidFill>
                  <a:srgbClr val="123B32"/>
                </a:solidFill>
              </a:defRPr>
            </a:lvl5pPr>
            <a:lvl6pPr>
              <a:buNone/>
              <a:defRPr sz="2400" b="1">
                <a:solidFill>
                  <a:srgbClr val="123B32"/>
                </a:solidFill>
              </a:defRPr>
            </a:lvl6pPr>
            <a:lvl7pPr>
              <a:buNone/>
              <a:defRPr sz="2400" b="1">
                <a:solidFill>
                  <a:srgbClr val="123B32"/>
                </a:solidFill>
              </a:defRPr>
            </a:lvl7pPr>
            <a:lvl8pPr>
              <a:buNone/>
              <a:defRPr sz="2400" b="1">
                <a:solidFill>
                  <a:srgbClr val="123B32"/>
                </a:solidFill>
              </a:defRPr>
            </a:lvl8pPr>
            <a:lvl9pPr>
              <a:buNone/>
              <a:defRPr sz="2400" b="1">
                <a:solidFill>
                  <a:srgbClr val="123B32"/>
                </a:solidFill>
              </a:defRPr>
            </a:lvl9pPr>
          </a:lstStyle>
          <a:p xmlns:a="http://schemas.openxmlformats.org/drawingml/2006/main">
            <a:pPr>
              <a:buNone/>
              <a:defRPr sz="2400" b="1">
                <a:solidFill>
                  <a:srgbClr val="123B32"/>
                </a:solidFill>
              </a:defRPr>
            </a:pPr>
            <a:r>
              <a:rPr sz="2400" b="1">
                <a:solidFill>
                  <a:srgbClr val="123B32"/>
                </a:solidFill>
              </a:rPr>
              <a:t>E5 small</a:t>
            </a:r>
          </a:p>
        </p:txBody>
      </p:sp>
      <p:sp>
        <p:nvSpPr>
          <p:cNvPr id="23" name="">
            <a:extLst xmlns:a="http://schemas.openxmlformats.org/drawingml/2006/main">
              <a:ext uri="{FF2B5EF4-FFF2-40B4-BE49-F238E27FC236}">
                <a16:creationId xmlns:a16="http://schemas.microsoft.com/office/drawing/2014/main" id="{2E2A8B51-F839-4AFD-882A-C0ACCFF390DD}"/>
              </a:ext>
            </a:extLst>
          </p:cNvPr>
          <p:cNvSpPr>
            <a:spLocks xmlns:a="http://schemas.openxmlformats.org/drawingml/2006/main" noGrp="1"/>
          </p:cNvSpPr>
          <p:nvPr/>
        </p:nvSpPr>
        <p:spPr>
          <a:xfrm xmlns:a="http://schemas.openxmlformats.org/drawingml/2006/main">
            <a:off x="7810500" y="4295775"/>
            <a:ext cx="3714750" cy="7143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24" name="">
            <a:extLst xmlns:a="http://schemas.openxmlformats.org/drawingml/2006/main">
              <a:ext uri="{FF2B5EF4-FFF2-40B4-BE49-F238E27FC236}">
                <a16:creationId xmlns:a16="http://schemas.microsoft.com/office/drawing/2014/main" id="{8462C8C3-1E12-4779-A704-F1D763081A4E}"/>
              </a:ext>
            </a:extLst>
          </p:cNvPr>
          <p:cNvSpPr>
            <a:spLocks xmlns:a="http://schemas.openxmlformats.org/drawingml/2006/main" noGrp="1"/>
          </p:cNvSpPr>
          <p:nvPr/>
        </p:nvSpPr>
        <p:spPr>
          <a:xfrm xmlns:a="http://schemas.openxmlformats.org/drawingml/2006/main">
            <a:off x="7972425" y="4448175"/>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Compact retrieval</a:t>
            </a:r>
          </a:p>
        </p:txBody>
      </p:sp>
      <p:sp>
        <p:nvSpPr>
          <p:cNvPr id="27" name="">
            <a:extLst xmlns:a="http://schemas.openxmlformats.org/drawingml/2006/main">
              <a:ext uri="{FF2B5EF4-FFF2-40B4-BE49-F238E27FC236}">
                <a16:creationId xmlns:a16="http://schemas.microsoft.com/office/drawing/2014/main" id="{71E1418C-5533-483D-B62C-D755A904AE3F}"/>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Aligned space: cosine / across models: combine ranks (RRF)</a:t>
            </a:r>
          </a:p>
        </p:txBody>
      </p:sp>
    </p:spTree>
    <p:extLst>
      <p:ext uri="{BB962C8B-B14F-4D97-AF65-F5344CB8AC3E}">
        <p14:creationId xmlns:p14="http://schemas.microsoft.com/office/powerpoint/2010/main" val="1968060029"/>
      </p:ext>
    </p:extLst>
  </p:cSld>
</p:sld>
</file>

<file path=ppt/slides/slide15.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66F8A3-F987-42E1-837D-9F759B49E1FA}"/>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Similarity is an angle, not a probability</a:t>
            </a:r>
          </a:p>
        </p:txBody>
      </p:sp>
      <p:sp>
        <p:nvSpPr>
          <p:cNvPr id="2" name="">
            <a:extLst xmlns:a="http://schemas.openxmlformats.org/drawingml/2006/main">
              <a:ext uri="{FF2B5EF4-FFF2-40B4-BE49-F238E27FC236}">
                <a16:creationId xmlns:a16="http://schemas.microsoft.com/office/drawing/2014/main" id="{C48171F3-4E64-4B67-AA52-4A4BF4B942B9}"/>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15</a:t>
            </a:r>
          </a:p>
        </p:txBody>
      </p:sp>
      <p:sp>
        <p:nvSpPr>
          <p:cNvPr id="3" name="">
            <a:extLst xmlns:a="http://schemas.openxmlformats.org/drawingml/2006/main">
              <a:ext uri="{FF2B5EF4-FFF2-40B4-BE49-F238E27FC236}">
                <a16:creationId xmlns:a16="http://schemas.microsoft.com/office/drawing/2014/main" id="{D63A95B1-6A54-459F-87BC-654B651DFF9B}"/>
              </a:ext>
            </a:extLst>
          </p:cNvPr>
          <p:cNvSpPr>
            <a:spLocks xmlns:a="http://schemas.openxmlformats.org/drawingml/2006/main" noGrp="1"/>
          </p:cNvSpPr>
          <p:nvPr/>
        </p:nvSpPr>
        <p:spPr>
          <a:xfrm xmlns:a="http://schemas.openxmlformats.org/drawingml/2006/main">
            <a:off x="619125" y="14573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B85D35"/>
                </a:solidFill>
              </a:defRPr>
            </a:defPPr>
            <a:lvl1pPr>
              <a:defRPr sz="2850" b="1">
                <a:solidFill>
                  <a:srgbClr val="B85D35"/>
                </a:solidFill>
              </a:defRPr>
            </a:lvl1pPr>
            <a:lvl2pPr>
              <a:defRPr sz="2850" b="1">
                <a:solidFill>
                  <a:srgbClr val="B85D35"/>
                </a:solidFill>
              </a:defRPr>
            </a:lvl2pPr>
            <a:lvl3pPr>
              <a:defRPr sz="2850" b="1">
                <a:solidFill>
                  <a:srgbClr val="B85D35"/>
                </a:solidFill>
              </a:defRPr>
            </a:lvl3pPr>
            <a:lvl4pPr>
              <a:defRPr sz="2850" b="1">
                <a:solidFill>
                  <a:srgbClr val="B85D35"/>
                </a:solidFill>
              </a:defRPr>
            </a:lvl4pPr>
            <a:lvl5pPr>
              <a:defRPr sz="2850" b="1">
                <a:solidFill>
                  <a:srgbClr val="B85D35"/>
                </a:solidFill>
              </a:defRPr>
            </a:lvl5pPr>
            <a:lvl6pPr>
              <a:defRPr sz="2850" b="1">
                <a:solidFill>
                  <a:srgbClr val="B85D35"/>
                </a:solidFill>
              </a:defRPr>
            </a:lvl6pPr>
            <a:lvl7pPr>
              <a:defRPr sz="2850" b="1">
                <a:solidFill>
                  <a:srgbClr val="B85D35"/>
                </a:solidFill>
              </a:defRPr>
            </a:lvl7pPr>
            <a:lvl8pPr>
              <a:defRPr sz="2850" b="1">
                <a:solidFill>
                  <a:srgbClr val="B85D35"/>
                </a:solidFill>
              </a:defRPr>
            </a:lvl8pPr>
            <a:lvl9pPr>
              <a:defRPr sz="2850" b="1">
                <a:solidFill>
                  <a:srgbClr val="B85D35"/>
                </a:solidFill>
              </a:defRPr>
            </a:lvl9pPr>
          </a:lstStyle>
          <a:p xmlns:a="http://schemas.openxmlformats.org/drawingml/2006/main">
            <a:pPr>
              <a:defRPr sz="2850" b="1">
                <a:solidFill>
                  <a:srgbClr val="B85D35"/>
                </a:solidFill>
              </a:defRPr>
            </a:pPr>
            <a:r>
              <a:rPr sz="2850" b="1">
                <a:solidFill>
                  <a:srgbClr val="B85D35"/>
                </a:solidFill>
              </a:rPr>
              <a:t>cos(q, x) = (q · x) / (||q|| ||x||)</a:t>
            </a:r>
          </a:p>
        </p:txBody>
      </p:sp>
      <p:sp>
        <p:nvSpPr>
          <p:cNvPr id="4" name="">
            <a:extLst xmlns:a="http://schemas.openxmlformats.org/drawingml/2006/main">
              <a:ext uri="{FF2B5EF4-FFF2-40B4-BE49-F238E27FC236}">
                <a16:creationId xmlns:a16="http://schemas.microsoft.com/office/drawing/2014/main" id="{E639FB4A-1115-42BC-9DC4-F3793CAC13A3}"/>
              </a:ext>
            </a:extLst>
          </p:cNvPr>
          <p:cNvSpPr>
            <a:spLocks xmlns:a="http://schemas.openxmlformats.org/drawingml/2006/main" noGrp="1"/>
          </p:cNvSpPr>
          <p:nvPr/>
        </p:nvSpPr>
        <p:spPr>
          <a:xfrm xmlns:a="http://schemas.openxmlformats.org/drawingml/2006/main">
            <a:off x="619125" y="21621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75C"/>
                </a:solidFill>
              </a:defRPr>
            </a:defPPr>
            <a:lvl1pPr>
              <a:defRPr sz="2100" b="0">
                <a:solidFill>
                  <a:srgbClr val="52675C"/>
                </a:solidFill>
              </a:defRPr>
            </a:lvl1pPr>
            <a:lvl2pPr>
              <a:defRPr sz="2100" b="0">
                <a:solidFill>
                  <a:srgbClr val="52675C"/>
                </a:solidFill>
              </a:defRPr>
            </a:lvl2pPr>
            <a:lvl3pPr>
              <a:defRPr sz="2100" b="0">
                <a:solidFill>
                  <a:srgbClr val="52675C"/>
                </a:solidFill>
              </a:defRPr>
            </a:lvl3pPr>
            <a:lvl4pPr>
              <a:defRPr sz="2100" b="0">
                <a:solidFill>
                  <a:srgbClr val="52675C"/>
                </a:solidFill>
              </a:defRPr>
            </a:lvl4pPr>
            <a:lvl5pPr>
              <a:defRPr sz="2100" b="0">
                <a:solidFill>
                  <a:srgbClr val="52675C"/>
                </a:solidFill>
              </a:defRPr>
            </a:lvl5pPr>
            <a:lvl6pPr>
              <a:defRPr sz="2100" b="0">
                <a:solidFill>
                  <a:srgbClr val="52675C"/>
                </a:solidFill>
              </a:defRPr>
            </a:lvl6pPr>
            <a:lvl7pPr>
              <a:defRPr sz="2100" b="0">
                <a:solidFill>
                  <a:srgbClr val="52675C"/>
                </a:solidFill>
              </a:defRPr>
            </a:lvl7pPr>
            <a:lvl8pPr>
              <a:defRPr sz="2100" b="0">
                <a:solidFill>
                  <a:srgbClr val="52675C"/>
                </a:solidFill>
              </a:defRPr>
            </a:lvl8pPr>
            <a:lvl9pPr>
              <a:defRPr sz="2100" b="0">
                <a:solidFill>
                  <a:srgbClr val="52675C"/>
                </a:solidFill>
              </a:defRPr>
            </a:lvl9pPr>
          </a:lstStyle>
          <a:p xmlns:a="http://schemas.openxmlformats.org/drawingml/2006/main">
            <a:pPr>
              <a:defRPr sz="2100" b="0">
                <a:solidFill>
                  <a:srgbClr val="52675C"/>
                </a:solidFill>
              </a:defRPr>
            </a:pPr>
            <a:r>
              <a:rPr sz="2100" b="0">
                <a:solidFill>
                  <a:srgbClr val="52675C"/>
                </a:solidFill>
              </a:rPr>
              <a:t>Illustrative 2D unit vectors: q = (1, 0)  /  cosine = dot product</a:t>
            </a:r>
          </a:p>
        </p:txBody>
      </p:sp>
      <p:graphicFrame>
        <p:nvGraphicFramePr>
          <p:cNvPr id="5" name="">
            <a:extLst xmlns:a="http://schemas.openxmlformats.org/drawingml/2006/main">
              <a:ext uri="{FF2B5EF4-FFF2-40B4-BE49-F238E27FC236}">
                <a16:creationId xmlns:a16="http://schemas.microsoft.com/office/drawing/2014/main" id="{E935A7A2-1E73-4CD0-BF8C-360F78BA0D41}"/>
              </a:ext>
            </a:extLst>
          </p:cNvPr>
          <p:cNvGraphicFramePr/>
          <p:nvPr/>
        </p:nvGraphicFramePr>
        <p:xfrm>
          <a:off xmlns:a="http://schemas.openxmlformats.org/drawingml/2006/main" x="609600" y="2838450"/>
          <a:ext xmlns:a="http://schemas.openxmlformats.org/drawingml/2006/main" cx="10953750" cy="2476500"/>
        </p:xfrm>
        <a:graphic xmlns:a="http://schemas.openxmlformats.org/drawingml/2006/main">
          <a:graphicData uri="http://schemas.openxmlformats.org/drawingml/2006/table">
            <a:tbl>
              <a:tblPr/>
              <a:tblGrid>
                <a:gridCol w="4476750"/>
                <a:gridCol w="2190750"/>
                <a:gridCol w="4286250"/>
              </a:tblGrid>
              <a:tr h="619125">
                <a:tc>
                  <a:txBody>
                    <a:bodyPr/>
                    <a:lstStyle/>
                    <a:p>
                      <a:r>
                        <a:rPr sz="2025" b="1">
                          <a:solidFill>
                            <a:srgbClr val="F5F1E7"/>
                          </a:solidFill>
                          <a:latin typeface="Arial"/>
                          <a:ea typeface="Arial"/>
                          <a:cs typeface="Arial"/>
                        </a:rPr>
                        <a:t>Candidate vector x</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Cosine</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Relative alignment</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619125">
                <a:tc>
                  <a:txBody>
                    <a:bodyPr/>
                    <a:lstStyle/>
                    <a:p>
                      <a:r>
                        <a:rPr sz="1950">
                          <a:solidFill>
                            <a:srgbClr val="123B32"/>
                          </a:solidFill>
                          <a:latin typeface="Arial"/>
                          <a:ea typeface="Arial"/>
                          <a:cs typeface="Arial"/>
                        </a:rPr>
                        <a:t>(0.96, 0.28)</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0.96</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Closest of these three</a:t>
                      </a:r>
                    </a:p>
                  </a:txBody>
                  <a:tcPr marL="91440" marR="91440" marT="45720" marB="45720">
                    <a:lnR w="6668">
                      <a:solidFill>
                        <a:srgbClr val="A2B5A4"/>
                      </a:solidFill>
                      <a:prstDash val="solid"/>
                    </a:lnR>
                    <a:lnB w="6668">
                      <a:solidFill>
                        <a:srgbClr val="A2B5A4"/>
                      </a:solidFill>
                      <a:prstDash val="solid"/>
                    </a:lnB>
                    <a:solidFill>
                      <a:srgbClr val="F5F1E7"/>
                    </a:solidFill>
                  </a:tcPr>
                </a:tc>
              </a:tr>
              <a:tr h="619125">
                <a:tc>
                  <a:txBody>
                    <a:bodyPr/>
                    <a:lstStyle/>
                    <a:p>
                      <a:r>
                        <a:rPr sz="1950">
                          <a:solidFill>
                            <a:srgbClr val="123B32"/>
                          </a:solidFill>
                          <a:latin typeface="Arial"/>
                          <a:ea typeface="Arial"/>
                          <a:cs typeface="Arial"/>
                        </a:rPr>
                        <a:t>(0.60, 0.80)</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0.60</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Less aligned</a:t>
                      </a:r>
                    </a:p>
                  </a:txBody>
                  <a:tcPr marL="91440" marR="91440" marT="45720" marB="45720">
                    <a:lnR w="6668">
                      <a:solidFill>
                        <a:srgbClr val="A2B5A4"/>
                      </a:solidFill>
                      <a:prstDash val="solid"/>
                    </a:lnR>
                    <a:lnB w="6668">
                      <a:solidFill>
                        <a:srgbClr val="A2B5A4"/>
                      </a:solidFill>
                      <a:prstDash val="solid"/>
                    </a:lnB>
                    <a:solidFill>
                      <a:srgbClr val="F5F1E7"/>
                    </a:solidFill>
                  </a:tcPr>
                </a:tc>
              </a:tr>
              <a:tr h="619125">
                <a:tc>
                  <a:txBody>
                    <a:bodyPr/>
                    <a:lstStyle/>
                    <a:p>
                      <a:r>
                        <a:rPr sz="1950">
                          <a:solidFill>
                            <a:srgbClr val="123B32"/>
                          </a:solidFill>
                          <a:latin typeface="Arial"/>
                          <a:ea typeface="Arial"/>
                          <a:cs typeface="Arial"/>
                        </a:rPr>
                        <a:t>(0.00, 1.00)</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0.00</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Perpendicular to q</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sp>
        <p:nvSpPr>
          <p:cNvPr id="6" name="">
            <a:extLst xmlns:a="http://schemas.openxmlformats.org/drawingml/2006/main">
              <a:ext uri="{FF2B5EF4-FFF2-40B4-BE49-F238E27FC236}">
                <a16:creationId xmlns:a16="http://schemas.microsoft.com/office/drawing/2014/main" id="{2601AC29-120C-4B9A-A01E-88A61C3CFD34}"/>
              </a:ext>
            </a:extLst>
          </p:cNvPr>
          <p:cNvSpPr>
            <a:spLocks xmlns:a="http://schemas.openxmlformats.org/drawingml/2006/main" noGrp="1"/>
          </p:cNvSpPr>
          <p:nvPr/>
        </p:nvSpPr>
        <p:spPr>
          <a:xfrm xmlns:a="http://schemas.openxmlformats.org/drawingml/2006/main">
            <a:off x="619125" y="55530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defRPr sz="2175" b="1">
                <a:solidFill>
                  <a:srgbClr val="123B32"/>
                </a:solidFill>
              </a:defRPr>
            </a:lvl1pPr>
            <a:lvl2pPr>
              <a:defRPr sz="2175" b="1">
                <a:solidFill>
                  <a:srgbClr val="123B32"/>
                </a:solidFill>
              </a:defRPr>
            </a:lvl2pPr>
            <a:lvl3pPr>
              <a:defRPr sz="2175" b="1">
                <a:solidFill>
                  <a:srgbClr val="123B32"/>
                </a:solidFill>
              </a:defRPr>
            </a:lvl3pPr>
            <a:lvl4pPr>
              <a:defRPr sz="2175" b="1">
                <a:solidFill>
                  <a:srgbClr val="123B32"/>
                </a:solidFill>
              </a:defRPr>
            </a:lvl4pPr>
            <a:lvl5pPr>
              <a:defRPr sz="2175" b="1">
                <a:solidFill>
                  <a:srgbClr val="123B32"/>
                </a:solidFill>
              </a:defRPr>
            </a:lvl5pPr>
            <a:lvl6pPr>
              <a:defRPr sz="2175" b="1">
                <a:solidFill>
                  <a:srgbClr val="123B32"/>
                </a:solidFill>
              </a:defRPr>
            </a:lvl6pPr>
            <a:lvl7pPr>
              <a:defRPr sz="2175" b="1">
                <a:solidFill>
                  <a:srgbClr val="123B32"/>
                </a:solidFill>
              </a:defRPr>
            </a:lvl7pPr>
            <a:lvl8pPr>
              <a:defRPr sz="2175" b="1">
                <a:solidFill>
                  <a:srgbClr val="123B32"/>
                </a:solidFill>
              </a:defRPr>
            </a:lvl8pPr>
            <a:lvl9pPr>
              <a:defRPr sz="2175" b="1">
                <a:solidFill>
                  <a:srgbClr val="123B32"/>
                </a:solidFill>
              </a:defRPr>
            </a:lvl9pPr>
          </a:lstStyle>
          <a:p xmlns:a="http://schemas.openxmlformats.org/drawingml/2006/main">
            <a:pPr>
              <a:defRPr sz="2175" b="1">
                <a:solidFill>
                  <a:srgbClr val="123B32"/>
                </a:solidFill>
              </a:defRPr>
            </a:pPr>
            <a:r>
              <a:rPr sz="2175" b="1">
                <a:solidFill>
                  <a:srgbClr val="123B32"/>
                </a:solidFill>
              </a:rPr>
              <a:t>Higher = closer in this space. No universal relevance threshold.</a:t>
            </a:r>
          </a:p>
        </p:txBody>
      </p:sp>
      <p:sp>
        <p:nvSpPr>
          <p:cNvPr id="7" name="">
            <a:extLst xmlns:a="http://schemas.openxmlformats.org/drawingml/2006/main">
              <a:ext uri="{FF2B5EF4-FFF2-40B4-BE49-F238E27FC236}">
                <a16:creationId xmlns:a16="http://schemas.microsoft.com/office/drawing/2014/main" id="{C04CC71A-1078-4195-934E-A8D7E2ACEDCE}"/>
              </a:ext>
            </a:extLst>
          </p:cNvPr>
          <p:cNvSpPr>
            <a:spLocks xmlns:a="http://schemas.openxmlformats.org/drawingml/2006/main" noGrp="1"/>
          </p:cNvSpPr>
          <p:nvPr/>
        </p:nvSpPr>
        <p:spPr>
          <a:xfrm xmlns:a="http://schemas.openxmlformats.org/drawingml/2006/main">
            <a:off x="619125" y="60960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defRPr sz="1800" b="0">
                <a:solidFill>
                  <a:srgbClr val="52675C"/>
                </a:solidFill>
              </a:defRPr>
            </a:lvl1pPr>
            <a:lvl2pPr>
              <a:defRPr sz="1800" b="0">
                <a:solidFill>
                  <a:srgbClr val="52675C"/>
                </a:solidFill>
              </a:defRPr>
            </a:lvl2pPr>
            <a:lvl3pPr>
              <a:defRPr sz="1800" b="0">
                <a:solidFill>
                  <a:srgbClr val="52675C"/>
                </a:solidFill>
              </a:defRPr>
            </a:lvl3pPr>
            <a:lvl4pPr>
              <a:defRPr sz="1800" b="0">
                <a:solidFill>
                  <a:srgbClr val="52675C"/>
                </a:solidFill>
              </a:defRPr>
            </a:lvl4pPr>
            <a:lvl5pPr>
              <a:defRPr sz="1800" b="0">
                <a:solidFill>
                  <a:srgbClr val="52675C"/>
                </a:solidFill>
              </a:defRPr>
            </a:lvl5pPr>
            <a:lvl6pPr>
              <a:defRPr sz="1800" b="0">
                <a:solidFill>
                  <a:srgbClr val="52675C"/>
                </a:solidFill>
              </a:defRPr>
            </a:lvl6pPr>
            <a:lvl7pPr>
              <a:defRPr sz="1800" b="0">
                <a:solidFill>
                  <a:srgbClr val="52675C"/>
                </a:solidFill>
              </a:defRPr>
            </a:lvl7pPr>
            <a:lvl8pPr>
              <a:defRPr sz="1800" b="0">
                <a:solidFill>
                  <a:srgbClr val="52675C"/>
                </a:solidFill>
              </a:defRPr>
            </a:lvl8pPr>
            <a:lvl9pPr>
              <a:defRPr sz="1800" b="0">
                <a:solidFill>
                  <a:srgbClr val="52675C"/>
                </a:solidFill>
              </a:defRPr>
            </a:lvl9pPr>
          </a:lstStyle>
          <a:p xmlns:a="http://schemas.openxmlformats.org/drawingml/2006/main">
            <a:pPr>
              <a:defRPr sz="1800" b="0">
                <a:solidFill>
                  <a:srgbClr val="52675C"/>
                </a:solidFill>
              </a:defRPr>
            </a:pPr>
            <a:r>
              <a:rPr sz="1800" b="0">
                <a:solidFill>
                  <a:srgbClr val="52675C"/>
                </a:solidFill>
              </a:rPr>
              <a:t>Production: 384 / 512 dimensions. A score of 0.96 is not 96% confidence.</a:t>
            </a:r>
          </a:p>
        </p:txBody>
      </p:sp>
    </p:spTree>
    <p:extLst>
      <p:ext uri="{BB962C8B-B14F-4D97-AF65-F5344CB8AC3E}">
        <p14:creationId xmlns:p14="http://schemas.microsoft.com/office/powerpoint/2010/main" val="1669279188"/>
      </p:ext>
    </p:extLst>
  </p:cSld>
</p:sld>
</file>

<file path=ppt/slides/slide16.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cxnSp>
        <p:nvCxnSpPr>
          <p:cNvPr id="35" name="">
            <a:extLst xmlns:a="http://schemas.openxmlformats.org/drawingml/2006/main">
              <a:ext uri="{FF2B5EF4-FFF2-40B4-BE49-F238E27FC236}">
                <a16:creationId xmlns:a16="http://schemas.microsoft.com/office/drawing/2014/main" id="{93BC188D-362A-405C-8B6F-6ED65A55B0C3}"/>
              </a:ext>
            </a:extLst>
          </p:cNvPr>
          <p:cNvCxnSpPr>
            <a:stCxn xmlns:a="http://schemas.openxmlformats.org/drawingml/2006/main" id="17" idx="2"/>
            <a:endCxn xmlns:a="http://schemas.openxmlformats.org/drawingml/2006/main" id="16" idx="6"/>
          </p:cNvCxnSpPr>
          <p:nvPr/>
        </p:nvCxnSpPr>
        <p:spPr>
          <a:xfrm xmlns:a="http://schemas.openxmlformats.org/drawingml/2006/main" flipH="1">
            <a:off x="4371975" y="4624388"/>
            <a:ext cx="533400" cy="0"/>
          </a:xfrm>
          <a:prstGeom xmlns:a="http://schemas.openxmlformats.org/drawingml/2006/main" prst="straightConnector1">
            <a:avLst/>
          </a:prstGeom>
          <a:ln xmlns:a="http://schemas.openxmlformats.org/drawingml/2006/main" w="28575">
            <a:solidFill>
              <a:srgbClr val="B85D35"/>
            </a:solidFill>
            <a:tailEnd type="arrow" w="med" len="med"/>
          </a:ln>
        </p:spPr>
      </p:cxnSp>
      <p:cxnSp>
        <p:nvCxnSpPr>
          <p:cNvPr id="34" name="">
            <a:extLst xmlns:a="http://schemas.openxmlformats.org/drawingml/2006/main">
              <a:ext uri="{FF2B5EF4-FFF2-40B4-BE49-F238E27FC236}">
                <a16:creationId xmlns:a16="http://schemas.microsoft.com/office/drawing/2014/main" id="{9E56A72D-5F5D-4279-99B7-CEB2B9575A22}"/>
              </a:ext>
            </a:extLst>
          </p:cNvPr>
          <p:cNvCxnSpPr>
            <a:stCxn xmlns:a="http://schemas.openxmlformats.org/drawingml/2006/main" id="9" idx="4"/>
            <a:endCxn xmlns:a="http://schemas.openxmlformats.org/drawingml/2006/main" id="17" idx="0"/>
          </p:cNvCxnSpPr>
          <p:nvPr/>
        </p:nvCxnSpPr>
        <p:spPr>
          <a:xfrm xmlns:a="http://schemas.openxmlformats.org/drawingml/2006/main">
            <a:off x="5043488" y="3733800"/>
            <a:ext cx="0" cy="752475"/>
          </a:xfrm>
          <a:prstGeom xmlns:a="http://schemas.openxmlformats.org/drawingml/2006/main" prst="straightConnector1">
            <a:avLst/>
          </a:prstGeom>
          <a:ln xmlns:a="http://schemas.openxmlformats.org/drawingml/2006/main" w="28575">
            <a:solidFill>
              <a:srgbClr val="B85D35"/>
            </a:solidFill>
            <a:tailEnd type="arrow" w="med" len="med"/>
          </a:ln>
        </p:spPr>
      </p:cxnSp>
      <p:cxnSp>
        <p:nvCxnSpPr>
          <p:cNvPr id="33" name="">
            <a:extLst xmlns:a="http://schemas.openxmlformats.org/drawingml/2006/main">
              <a:ext uri="{FF2B5EF4-FFF2-40B4-BE49-F238E27FC236}">
                <a16:creationId xmlns:a16="http://schemas.microsoft.com/office/drawing/2014/main" id="{D3EC7B27-776E-417F-985E-137B9C88B193}"/>
              </a:ext>
            </a:extLst>
          </p:cNvPr>
          <p:cNvCxnSpPr>
            <a:stCxn xmlns:a="http://schemas.openxmlformats.org/drawingml/2006/main" id="5" idx="4"/>
            <a:endCxn xmlns:a="http://schemas.openxmlformats.org/drawingml/2006/main" id="9" idx="0"/>
          </p:cNvCxnSpPr>
          <p:nvPr/>
        </p:nvCxnSpPr>
        <p:spPr>
          <a:xfrm xmlns:a="http://schemas.openxmlformats.org/drawingml/2006/main">
            <a:off x="5043488" y="2705100"/>
            <a:ext cx="0" cy="752475"/>
          </a:xfrm>
          <a:prstGeom xmlns:a="http://schemas.openxmlformats.org/drawingml/2006/main" prst="straightConnector1">
            <a:avLst/>
          </a:prstGeom>
          <a:ln xmlns:a="http://schemas.openxmlformats.org/drawingml/2006/main" w="28575">
            <a:solidFill>
              <a:srgbClr val="B85D35"/>
            </a:solidFill>
            <a:tailEnd type="arrow" w="med" len="med"/>
          </a:ln>
        </p:spPr>
      </p:cxnSp>
      <p:cxnSp>
        <p:nvCxnSpPr>
          <p:cNvPr id="32" name="">
            <a:extLst xmlns:a="http://schemas.openxmlformats.org/drawingml/2006/main">
              <a:ext uri="{FF2B5EF4-FFF2-40B4-BE49-F238E27FC236}">
                <a16:creationId xmlns:a16="http://schemas.microsoft.com/office/drawing/2014/main" id="{3D82B025-F209-4127-AF94-662E327A8D25}"/>
              </a:ext>
            </a:extLst>
          </p:cNvPr>
          <p:cNvCxnSpPr>
            <a:stCxn xmlns:a="http://schemas.openxmlformats.org/drawingml/2006/main" id="18" idx="6"/>
            <a:endCxn xmlns:a="http://schemas.openxmlformats.org/drawingml/2006/main" id="19" idx="2"/>
          </p:cNvCxnSpPr>
          <p:nvPr/>
        </p:nvCxnSpPr>
        <p:spPr>
          <a:xfrm xmlns:a="http://schemas.openxmlformats.org/drawingml/2006/main">
            <a:off x="6181725" y="4624388"/>
            <a:ext cx="819150" cy="0"/>
          </a:xfrm>
          <a:prstGeom xmlns:a="http://schemas.openxmlformats.org/drawingml/2006/main" prst="straightConnector1">
            <a:avLst/>
          </a:prstGeom>
          <a:ln xmlns:a="http://schemas.openxmlformats.org/drawingml/2006/main" w="17145">
            <a:solidFill>
              <a:srgbClr val="A2B5A4"/>
            </a:solidFill>
          </a:ln>
        </p:spPr>
      </p:cxnSp>
      <p:cxnSp>
        <p:nvCxnSpPr>
          <p:cNvPr id="31" name="">
            <a:extLst xmlns:a="http://schemas.openxmlformats.org/drawingml/2006/main">
              <a:ext uri="{FF2B5EF4-FFF2-40B4-BE49-F238E27FC236}">
                <a16:creationId xmlns:a16="http://schemas.microsoft.com/office/drawing/2014/main" id="{204D88BA-DD73-420C-AB9D-E184956329E9}"/>
              </a:ext>
            </a:extLst>
          </p:cNvPr>
          <p:cNvCxnSpPr>
            <a:stCxn xmlns:a="http://schemas.openxmlformats.org/drawingml/2006/main" id="17" idx="6"/>
            <a:endCxn xmlns:a="http://schemas.openxmlformats.org/drawingml/2006/main" id="18" idx="2"/>
          </p:cNvCxnSpPr>
          <p:nvPr/>
        </p:nvCxnSpPr>
        <p:spPr>
          <a:xfrm xmlns:a="http://schemas.openxmlformats.org/drawingml/2006/main">
            <a:off x="5181600" y="4624388"/>
            <a:ext cx="723900" cy="0"/>
          </a:xfrm>
          <a:prstGeom xmlns:a="http://schemas.openxmlformats.org/drawingml/2006/main" prst="straightConnector1">
            <a:avLst/>
          </a:prstGeom>
          <a:ln xmlns:a="http://schemas.openxmlformats.org/drawingml/2006/main" w="17145">
            <a:solidFill>
              <a:srgbClr val="A2B5A4"/>
            </a:solidFill>
          </a:ln>
        </p:spPr>
      </p:cxnSp>
      <p:cxnSp>
        <p:nvCxnSpPr>
          <p:cNvPr id="30" name="">
            <a:extLst xmlns:a="http://schemas.openxmlformats.org/drawingml/2006/main">
              <a:ext uri="{FF2B5EF4-FFF2-40B4-BE49-F238E27FC236}">
                <a16:creationId xmlns:a16="http://schemas.microsoft.com/office/drawing/2014/main" id="{F77FBBBF-139B-48AB-B687-F5E5355F22DA}"/>
              </a:ext>
            </a:extLst>
          </p:cNvPr>
          <p:cNvCxnSpPr>
            <a:stCxn xmlns:a="http://schemas.openxmlformats.org/drawingml/2006/main" id="16" idx="6"/>
            <a:endCxn xmlns:a="http://schemas.openxmlformats.org/drawingml/2006/main" id="17" idx="2"/>
          </p:cNvCxnSpPr>
          <p:nvPr/>
        </p:nvCxnSpPr>
        <p:spPr>
          <a:xfrm xmlns:a="http://schemas.openxmlformats.org/drawingml/2006/main">
            <a:off x="4371975" y="4624388"/>
            <a:ext cx="533400" cy="0"/>
          </a:xfrm>
          <a:prstGeom xmlns:a="http://schemas.openxmlformats.org/drawingml/2006/main" prst="straightConnector1">
            <a:avLst/>
          </a:prstGeom>
          <a:ln xmlns:a="http://schemas.openxmlformats.org/drawingml/2006/main" w="17145">
            <a:solidFill>
              <a:srgbClr val="A2B5A4"/>
            </a:solidFill>
          </a:ln>
        </p:spPr>
      </p:cxnSp>
      <p:cxnSp>
        <p:nvCxnSpPr>
          <p:cNvPr id="29" name="">
            <a:extLst xmlns:a="http://schemas.openxmlformats.org/drawingml/2006/main">
              <a:ext uri="{FF2B5EF4-FFF2-40B4-BE49-F238E27FC236}">
                <a16:creationId xmlns:a16="http://schemas.microsoft.com/office/drawing/2014/main" id="{92B986E0-1A2B-4095-A07E-851C5EA99690}"/>
              </a:ext>
            </a:extLst>
          </p:cNvPr>
          <p:cNvCxnSpPr>
            <a:stCxn xmlns:a="http://schemas.openxmlformats.org/drawingml/2006/main" id="15" idx="6"/>
            <a:endCxn xmlns:a="http://schemas.openxmlformats.org/drawingml/2006/main" id="16" idx="2"/>
          </p:cNvCxnSpPr>
          <p:nvPr/>
        </p:nvCxnSpPr>
        <p:spPr>
          <a:xfrm xmlns:a="http://schemas.openxmlformats.org/drawingml/2006/main">
            <a:off x="3609975" y="4624388"/>
            <a:ext cx="485775" cy="0"/>
          </a:xfrm>
          <a:prstGeom xmlns:a="http://schemas.openxmlformats.org/drawingml/2006/main" prst="straightConnector1">
            <a:avLst/>
          </a:prstGeom>
          <a:ln xmlns:a="http://schemas.openxmlformats.org/drawingml/2006/main" w="17145">
            <a:solidFill>
              <a:srgbClr val="A2B5A4"/>
            </a:solidFill>
          </a:ln>
        </p:spPr>
      </p:cxnSp>
      <p:cxnSp>
        <p:nvCxnSpPr>
          <p:cNvPr id="28" name="">
            <a:extLst xmlns:a="http://schemas.openxmlformats.org/drawingml/2006/main">
              <a:ext uri="{FF2B5EF4-FFF2-40B4-BE49-F238E27FC236}">
                <a16:creationId xmlns:a16="http://schemas.microsoft.com/office/drawing/2014/main" id="{8E94E574-C855-4FAF-B570-7FD1BCB58C4A}"/>
              </a:ext>
            </a:extLst>
          </p:cNvPr>
          <p:cNvCxnSpPr>
            <a:stCxn xmlns:a="http://schemas.openxmlformats.org/drawingml/2006/main" id="14" idx="6"/>
            <a:endCxn xmlns:a="http://schemas.openxmlformats.org/drawingml/2006/main" id="15" idx="2"/>
          </p:cNvCxnSpPr>
          <p:nvPr/>
        </p:nvCxnSpPr>
        <p:spPr>
          <a:xfrm xmlns:a="http://schemas.openxmlformats.org/drawingml/2006/main">
            <a:off x="2800350" y="4624388"/>
            <a:ext cx="533400" cy="0"/>
          </a:xfrm>
          <a:prstGeom xmlns:a="http://schemas.openxmlformats.org/drawingml/2006/main" prst="straightConnector1">
            <a:avLst/>
          </a:prstGeom>
          <a:ln xmlns:a="http://schemas.openxmlformats.org/drawingml/2006/main" w="17145">
            <a:solidFill>
              <a:srgbClr val="A2B5A4"/>
            </a:solidFill>
          </a:ln>
        </p:spPr>
      </p:cxnSp>
      <p:cxnSp>
        <p:nvCxnSpPr>
          <p:cNvPr id="27" name="">
            <a:extLst xmlns:a="http://schemas.openxmlformats.org/drawingml/2006/main">
              <a:ext uri="{FF2B5EF4-FFF2-40B4-BE49-F238E27FC236}">
                <a16:creationId xmlns:a16="http://schemas.microsoft.com/office/drawing/2014/main" id="{8F8227E9-01F4-49BF-9258-458FD276C23A}"/>
              </a:ext>
            </a:extLst>
          </p:cNvPr>
          <p:cNvCxnSpPr>
            <a:stCxn xmlns:a="http://schemas.openxmlformats.org/drawingml/2006/main" id="13" idx="6"/>
            <a:endCxn xmlns:a="http://schemas.openxmlformats.org/drawingml/2006/main" id="14" idx="2"/>
          </p:cNvCxnSpPr>
          <p:nvPr/>
        </p:nvCxnSpPr>
        <p:spPr>
          <a:xfrm xmlns:a="http://schemas.openxmlformats.org/drawingml/2006/main">
            <a:off x="1990725" y="4624388"/>
            <a:ext cx="533400" cy="0"/>
          </a:xfrm>
          <a:prstGeom xmlns:a="http://schemas.openxmlformats.org/drawingml/2006/main" prst="straightConnector1">
            <a:avLst/>
          </a:prstGeom>
          <a:ln xmlns:a="http://schemas.openxmlformats.org/drawingml/2006/main" w="17145">
            <a:solidFill>
              <a:srgbClr val="A2B5A4"/>
            </a:solidFill>
          </a:ln>
        </p:spPr>
      </p:cxnSp>
      <p:cxnSp>
        <p:nvCxnSpPr>
          <p:cNvPr id="26" name="">
            <a:extLst xmlns:a="http://schemas.openxmlformats.org/drawingml/2006/main">
              <a:ext uri="{FF2B5EF4-FFF2-40B4-BE49-F238E27FC236}">
                <a16:creationId xmlns:a16="http://schemas.microsoft.com/office/drawing/2014/main" id="{0D2F0740-0D6B-4B32-9046-27424676CB45}"/>
              </a:ext>
            </a:extLst>
          </p:cNvPr>
          <p:cNvCxnSpPr>
            <a:stCxn xmlns:a="http://schemas.openxmlformats.org/drawingml/2006/main" id="12" idx="6"/>
            <a:endCxn xmlns:a="http://schemas.openxmlformats.org/drawingml/2006/main" id="13" idx="2"/>
          </p:cNvCxnSpPr>
          <p:nvPr/>
        </p:nvCxnSpPr>
        <p:spPr>
          <a:xfrm xmlns:a="http://schemas.openxmlformats.org/drawingml/2006/main">
            <a:off x="1228725" y="4624388"/>
            <a:ext cx="485775" cy="0"/>
          </a:xfrm>
          <a:prstGeom xmlns:a="http://schemas.openxmlformats.org/drawingml/2006/main" prst="straightConnector1">
            <a:avLst/>
          </a:prstGeom>
          <a:ln xmlns:a="http://schemas.openxmlformats.org/drawingml/2006/main" w="17145">
            <a:solidFill>
              <a:srgbClr val="A2B5A4"/>
            </a:solidFill>
          </a:ln>
        </p:spPr>
      </p:cxnSp>
      <p:cxnSp>
        <p:nvCxnSpPr>
          <p:cNvPr id="25" name="">
            <a:extLst xmlns:a="http://schemas.openxmlformats.org/drawingml/2006/main">
              <a:ext uri="{FF2B5EF4-FFF2-40B4-BE49-F238E27FC236}">
                <a16:creationId xmlns:a16="http://schemas.microsoft.com/office/drawing/2014/main" id="{635BAD84-8204-4C7F-AFB1-B7B8955F72B1}"/>
              </a:ext>
            </a:extLst>
          </p:cNvPr>
          <p:cNvCxnSpPr>
            <a:stCxn xmlns:a="http://schemas.openxmlformats.org/drawingml/2006/main" id="10" idx="6"/>
            <a:endCxn xmlns:a="http://schemas.openxmlformats.org/drawingml/2006/main" id="11" idx="2"/>
          </p:cNvCxnSpPr>
          <p:nvPr/>
        </p:nvCxnSpPr>
        <p:spPr>
          <a:xfrm xmlns:a="http://schemas.openxmlformats.org/drawingml/2006/main">
            <a:off x="6181725" y="3595688"/>
            <a:ext cx="819150" cy="0"/>
          </a:xfrm>
          <a:prstGeom xmlns:a="http://schemas.openxmlformats.org/drawingml/2006/main" prst="straightConnector1">
            <a:avLst/>
          </a:prstGeom>
          <a:ln xmlns:a="http://schemas.openxmlformats.org/drawingml/2006/main" w="17145">
            <a:solidFill>
              <a:srgbClr val="A2B5A4"/>
            </a:solidFill>
          </a:ln>
        </p:spPr>
      </p:cxnSp>
      <p:cxnSp>
        <p:nvCxnSpPr>
          <p:cNvPr id="24" name="">
            <a:extLst xmlns:a="http://schemas.openxmlformats.org/drawingml/2006/main">
              <a:ext uri="{FF2B5EF4-FFF2-40B4-BE49-F238E27FC236}">
                <a16:creationId xmlns:a16="http://schemas.microsoft.com/office/drawing/2014/main" id="{475F4324-E0B0-4DD7-AAB9-1659C4B8E69C}"/>
              </a:ext>
            </a:extLst>
          </p:cNvPr>
          <p:cNvCxnSpPr>
            <a:stCxn xmlns:a="http://schemas.openxmlformats.org/drawingml/2006/main" id="9" idx="6"/>
            <a:endCxn xmlns:a="http://schemas.openxmlformats.org/drawingml/2006/main" id="10" idx="2"/>
          </p:cNvCxnSpPr>
          <p:nvPr/>
        </p:nvCxnSpPr>
        <p:spPr>
          <a:xfrm xmlns:a="http://schemas.openxmlformats.org/drawingml/2006/main">
            <a:off x="5181600" y="3595688"/>
            <a:ext cx="723900" cy="0"/>
          </a:xfrm>
          <a:prstGeom xmlns:a="http://schemas.openxmlformats.org/drawingml/2006/main" prst="straightConnector1">
            <a:avLst/>
          </a:prstGeom>
          <a:ln xmlns:a="http://schemas.openxmlformats.org/drawingml/2006/main" w="17145">
            <a:solidFill>
              <a:srgbClr val="A2B5A4"/>
            </a:solidFill>
          </a:ln>
        </p:spPr>
      </p:cxnSp>
      <p:cxnSp>
        <p:nvCxnSpPr>
          <p:cNvPr id="23" name="">
            <a:extLst xmlns:a="http://schemas.openxmlformats.org/drawingml/2006/main">
              <a:ext uri="{FF2B5EF4-FFF2-40B4-BE49-F238E27FC236}">
                <a16:creationId xmlns:a16="http://schemas.microsoft.com/office/drawing/2014/main" id="{4E9450BB-79AB-4DB2-9841-919A5C0F815C}"/>
              </a:ext>
            </a:extLst>
          </p:cNvPr>
          <p:cNvCxnSpPr>
            <a:stCxn xmlns:a="http://schemas.openxmlformats.org/drawingml/2006/main" id="8" idx="6"/>
            <a:endCxn xmlns:a="http://schemas.openxmlformats.org/drawingml/2006/main" id="9" idx="2"/>
          </p:cNvCxnSpPr>
          <p:nvPr/>
        </p:nvCxnSpPr>
        <p:spPr>
          <a:xfrm xmlns:a="http://schemas.openxmlformats.org/drawingml/2006/main">
            <a:off x="3609975" y="3595688"/>
            <a:ext cx="1295400" cy="0"/>
          </a:xfrm>
          <a:prstGeom xmlns:a="http://schemas.openxmlformats.org/drawingml/2006/main" prst="straightConnector1">
            <a:avLst/>
          </a:prstGeom>
          <a:ln xmlns:a="http://schemas.openxmlformats.org/drawingml/2006/main" w="17145">
            <a:solidFill>
              <a:srgbClr val="A2B5A4"/>
            </a:solidFill>
          </a:ln>
        </p:spPr>
      </p:cxnSp>
      <p:cxnSp>
        <p:nvCxnSpPr>
          <p:cNvPr id="22" name="">
            <a:extLst xmlns:a="http://schemas.openxmlformats.org/drawingml/2006/main">
              <a:ext uri="{FF2B5EF4-FFF2-40B4-BE49-F238E27FC236}">
                <a16:creationId xmlns:a16="http://schemas.microsoft.com/office/drawing/2014/main" id="{D40EC7E3-ACE8-400B-A4A5-310ABBAAB367}"/>
              </a:ext>
            </a:extLst>
          </p:cNvPr>
          <p:cNvCxnSpPr>
            <a:stCxn xmlns:a="http://schemas.openxmlformats.org/drawingml/2006/main" id="7" idx="6"/>
            <a:endCxn xmlns:a="http://schemas.openxmlformats.org/drawingml/2006/main" id="8" idx="2"/>
          </p:cNvCxnSpPr>
          <p:nvPr/>
        </p:nvCxnSpPr>
        <p:spPr>
          <a:xfrm xmlns:a="http://schemas.openxmlformats.org/drawingml/2006/main">
            <a:off x="1990725" y="3595688"/>
            <a:ext cx="1343025" cy="0"/>
          </a:xfrm>
          <a:prstGeom xmlns:a="http://schemas.openxmlformats.org/drawingml/2006/main" prst="straightConnector1">
            <a:avLst/>
          </a:prstGeom>
          <a:ln xmlns:a="http://schemas.openxmlformats.org/drawingml/2006/main" w="17145">
            <a:solidFill>
              <a:srgbClr val="A2B5A4"/>
            </a:solidFill>
          </a:ln>
        </p:spPr>
      </p:cxnSp>
      <p:cxnSp>
        <p:nvCxnSpPr>
          <p:cNvPr id="21" name="">
            <a:extLst xmlns:a="http://schemas.openxmlformats.org/drawingml/2006/main">
              <a:ext uri="{FF2B5EF4-FFF2-40B4-BE49-F238E27FC236}">
                <a16:creationId xmlns:a16="http://schemas.microsoft.com/office/drawing/2014/main" id="{7F5C6F75-6A53-45BD-96BC-26308F1C6535}"/>
              </a:ext>
            </a:extLst>
          </p:cNvPr>
          <p:cNvCxnSpPr>
            <a:stCxn xmlns:a="http://schemas.openxmlformats.org/drawingml/2006/main" id="5" idx="6"/>
            <a:endCxn xmlns:a="http://schemas.openxmlformats.org/drawingml/2006/main" id="6" idx="2"/>
          </p:cNvCxnSpPr>
          <p:nvPr/>
        </p:nvCxnSpPr>
        <p:spPr>
          <a:xfrm xmlns:a="http://schemas.openxmlformats.org/drawingml/2006/main">
            <a:off x="5181600" y="2566988"/>
            <a:ext cx="1819275" cy="0"/>
          </a:xfrm>
          <a:prstGeom xmlns:a="http://schemas.openxmlformats.org/drawingml/2006/main" prst="straightConnector1">
            <a:avLst/>
          </a:prstGeom>
          <a:ln xmlns:a="http://schemas.openxmlformats.org/drawingml/2006/main" w="17145">
            <a:solidFill>
              <a:srgbClr val="A2B5A4"/>
            </a:solidFill>
          </a:ln>
        </p:spPr>
      </p:cxnSp>
      <p:cxnSp>
        <p:nvCxnSpPr>
          <p:cNvPr id="20" name="">
            <a:extLst xmlns:a="http://schemas.openxmlformats.org/drawingml/2006/main">
              <a:ext uri="{FF2B5EF4-FFF2-40B4-BE49-F238E27FC236}">
                <a16:creationId xmlns:a16="http://schemas.microsoft.com/office/drawing/2014/main" id="{23A1285B-2878-40A2-B8CA-B52A525AB754}"/>
              </a:ext>
            </a:extLst>
          </p:cNvPr>
          <p:cNvCxnSpPr>
            <a:stCxn xmlns:a="http://schemas.openxmlformats.org/drawingml/2006/main" id="4" idx="6"/>
            <a:endCxn xmlns:a="http://schemas.openxmlformats.org/drawingml/2006/main" id="5" idx="2"/>
          </p:cNvCxnSpPr>
          <p:nvPr/>
        </p:nvCxnSpPr>
        <p:spPr>
          <a:xfrm xmlns:a="http://schemas.openxmlformats.org/drawingml/2006/main">
            <a:off x="1990725" y="2566988"/>
            <a:ext cx="2914650" cy="0"/>
          </a:xfrm>
          <a:prstGeom xmlns:a="http://schemas.openxmlformats.org/drawingml/2006/main" prst="straightConnector1">
            <a:avLst/>
          </a:prstGeom>
          <a:ln xmlns:a="http://schemas.openxmlformats.org/drawingml/2006/main" w="28575">
            <a:solidFill>
              <a:srgbClr val="B85D35"/>
            </a:solidFill>
            <a:tailEnd type="arrow" w="med" len="med"/>
          </a:ln>
        </p:spPr>
      </p:cxnSp>
      <p:sp>
        <p:nvSpPr>
          <p:cNvPr id="43" name="">
            <a:extLst xmlns:a="http://schemas.openxmlformats.org/drawingml/2006/main">
              <a:ext uri="{FF2B5EF4-FFF2-40B4-BE49-F238E27FC236}">
                <a16:creationId xmlns:a16="http://schemas.microsoft.com/office/drawing/2014/main" id="{D0B10C89-0500-4563-B22B-ECE26A042B6E}"/>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Finding neighbours: HNSW in Chroma</a:t>
            </a:r>
          </a:p>
        </p:txBody>
      </p:sp>
      <p:sp>
        <p:nvSpPr>
          <p:cNvPr id="2" name="">
            <a:extLst xmlns:a="http://schemas.openxmlformats.org/drawingml/2006/main">
              <a:ext uri="{FF2B5EF4-FFF2-40B4-BE49-F238E27FC236}">
                <a16:creationId xmlns:a16="http://schemas.microsoft.com/office/drawing/2014/main" id="{6C752970-B657-467C-B888-400D6AF7C6A9}"/>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16</a:t>
            </a:r>
          </a:p>
        </p:txBody>
      </p:sp>
      <p:sp>
        <p:nvSpPr>
          <p:cNvPr id="3" name="">
            <a:extLst xmlns:a="http://schemas.openxmlformats.org/drawingml/2006/main">
              <a:ext uri="{FF2B5EF4-FFF2-40B4-BE49-F238E27FC236}">
                <a16:creationId xmlns:a16="http://schemas.microsoft.com/office/drawing/2014/main" id="{D5B7B22E-04C9-4E64-87E8-06FCBEAE8E68}"/>
              </a:ext>
            </a:extLst>
          </p:cNvPr>
          <p:cNvSpPr>
            <a:spLocks xmlns:a="http://schemas.openxmlformats.org/drawingml/2006/main" noGrp="1"/>
          </p:cNvSpPr>
          <p:nvPr/>
        </p:nvSpPr>
        <p:spPr>
          <a:xfrm xmlns:a="http://schemas.openxmlformats.org/drawingml/2006/main">
            <a:off x="619125" y="14382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85D35"/>
                </a:solidFill>
              </a:defRPr>
            </a:defPPr>
            <a:lvl1pPr>
              <a:defRPr sz="2175" b="1">
                <a:solidFill>
                  <a:srgbClr val="B85D35"/>
                </a:solidFill>
              </a:defRPr>
            </a:lvl1pPr>
            <a:lvl2pPr>
              <a:defRPr sz="2175" b="1">
                <a:solidFill>
                  <a:srgbClr val="B85D35"/>
                </a:solidFill>
              </a:defRPr>
            </a:lvl2pPr>
            <a:lvl3pPr>
              <a:defRPr sz="2175" b="1">
                <a:solidFill>
                  <a:srgbClr val="B85D35"/>
                </a:solidFill>
              </a:defRPr>
            </a:lvl3pPr>
            <a:lvl4pPr>
              <a:defRPr sz="2175" b="1">
                <a:solidFill>
                  <a:srgbClr val="B85D35"/>
                </a:solidFill>
              </a:defRPr>
            </a:lvl4pPr>
            <a:lvl5pPr>
              <a:defRPr sz="2175" b="1">
                <a:solidFill>
                  <a:srgbClr val="B85D35"/>
                </a:solidFill>
              </a:defRPr>
            </a:lvl5pPr>
            <a:lvl6pPr>
              <a:defRPr sz="2175" b="1">
                <a:solidFill>
                  <a:srgbClr val="B85D35"/>
                </a:solidFill>
              </a:defRPr>
            </a:lvl6pPr>
            <a:lvl7pPr>
              <a:defRPr sz="2175" b="1">
                <a:solidFill>
                  <a:srgbClr val="B85D35"/>
                </a:solidFill>
              </a:defRPr>
            </a:lvl7pPr>
            <a:lvl8pPr>
              <a:defRPr sz="2175" b="1">
                <a:solidFill>
                  <a:srgbClr val="B85D35"/>
                </a:solidFill>
              </a:defRPr>
            </a:lvl8pPr>
            <a:lvl9pPr>
              <a:defRPr sz="2175" b="1">
                <a:solidFill>
                  <a:srgbClr val="B85D35"/>
                </a:solidFill>
              </a:defRPr>
            </a:lvl9pPr>
          </a:lstStyle>
          <a:p xmlns:a="http://schemas.openxmlformats.org/drawingml/2006/main">
            <a:pPr>
              <a:defRPr sz="2175" b="1">
                <a:solidFill>
                  <a:srgbClr val="B85D35"/>
                </a:solidFill>
              </a:defRPr>
            </a:pPr>
            <a:r>
              <a:rPr sz="2175" b="1">
                <a:solidFill>
                  <a:srgbClr val="B85D35"/>
                </a:solidFill>
              </a:rPr>
              <a:t>Hierarchical Navigable Small World / approximate nearest neighbours</a:t>
            </a:r>
          </a:p>
        </p:txBody>
      </p:sp>
      <p:sp>
        <p:nvSpPr>
          <p:cNvPr id="4" name="">
            <a:extLst xmlns:a="http://schemas.openxmlformats.org/drawingml/2006/main">
              <a:ext uri="{FF2B5EF4-FFF2-40B4-BE49-F238E27FC236}">
                <a16:creationId xmlns:a16="http://schemas.microsoft.com/office/drawing/2014/main" id="{E29BC8FD-8508-4379-8018-1BB020A653C1}"/>
              </a:ext>
            </a:extLst>
          </p:cNvPr>
          <p:cNvSpPr>
            <a:spLocks xmlns:a="http://schemas.openxmlformats.org/drawingml/2006/main" noGrp="1"/>
          </p:cNvSpPr>
          <p:nvPr/>
        </p:nvSpPr>
        <p:spPr>
          <a:xfrm xmlns:a="http://schemas.openxmlformats.org/drawingml/2006/main">
            <a:off x="1714500" y="24288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5" name="">
            <a:extLst xmlns:a="http://schemas.openxmlformats.org/drawingml/2006/main">
              <a:ext uri="{FF2B5EF4-FFF2-40B4-BE49-F238E27FC236}">
                <a16:creationId xmlns:a16="http://schemas.microsoft.com/office/drawing/2014/main" id="{1B3AC08D-E202-4A2C-81B5-EFC15AC5CFB4}"/>
              </a:ext>
            </a:extLst>
          </p:cNvPr>
          <p:cNvSpPr>
            <a:spLocks xmlns:a="http://schemas.openxmlformats.org/drawingml/2006/main" noGrp="1"/>
          </p:cNvSpPr>
          <p:nvPr/>
        </p:nvSpPr>
        <p:spPr>
          <a:xfrm xmlns:a="http://schemas.openxmlformats.org/drawingml/2006/main">
            <a:off x="4905375" y="2428875"/>
            <a:ext cx="276225" cy="276225"/>
          </a:xfrm>
          <a:prstGeom xmlns:a="http://schemas.openxmlformats.org/drawingml/2006/main" prst="ellipse">
            <a:avLst/>
          </a:prstGeom>
          <a:solidFill xmlns:a="http://schemas.openxmlformats.org/drawingml/2006/main">
            <a:srgbClr val="B85D35"/>
          </a:solidFill>
          <a:ln xmlns:a="http://schemas.openxmlformats.org/drawingml/2006/main" w="17145">
            <a:solidFill>
              <a:srgbClr val="B85D35"/>
            </a:solidFill>
          </a:ln>
        </p:spPr>
      </p:sp>
      <p:sp>
        <p:nvSpPr>
          <p:cNvPr id="6" name="">
            <a:extLst xmlns:a="http://schemas.openxmlformats.org/drawingml/2006/main">
              <a:ext uri="{FF2B5EF4-FFF2-40B4-BE49-F238E27FC236}">
                <a16:creationId xmlns:a16="http://schemas.microsoft.com/office/drawing/2014/main" id="{E296A496-0FD1-4CF2-8F0B-28363924D55C}"/>
              </a:ext>
            </a:extLst>
          </p:cNvPr>
          <p:cNvSpPr>
            <a:spLocks xmlns:a="http://schemas.openxmlformats.org/drawingml/2006/main" noGrp="1"/>
          </p:cNvSpPr>
          <p:nvPr/>
        </p:nvSpPr>
        <p:spPr>
          <a:xfrm xmlns:a="http://schemas.openxmlformats.org/drawingml/2006/main">
            <a:off x="7000875" y="24288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7" name="">
            <a:extLst xmlns:a="http://schemas.openxmlformats.org/drawingml/2006/main">
              <a:ext uri="{FF2B5EF4-FFF2-40B4-BE49-F238E27FC236}">
                <a16:creationId xmlns:a16="http://schemas.microsoft.com/office/drawing/2014/main" id="{6ECEB87E-0A7D-44C2-B9C8-6AB1729CCF67}"/>
              </a:ext>
            </a:extLst>
          </p:cNvPr>
          <p:cNvSpPr>
            <a:spLocks xmlns:a="http://schemas.openxmlformats.org/drawingml/2006/main" noGrp="1"/>
          </p:cNvSpPr>
          <p:nvPr/>
        </p:nvSpPr>
        <p:spPr>
          <a:xfrm xmlns:a="http://schemas.openxmlformats.org/drawingml/2006/main">
            <a:off x="1714500" y="34575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8" name="">
            <a:extLst xmlns:a="http://schemas.openxmlformats.org/drawingml/2006/main">
              <a:ext uri="{FF2B5EF4-FFF2-40B4-BE49-F238E27FC236}">
                <a16:creationId xmlns:a16="http://schemas.microsoft.com/office/drawing/2014/main" id="{3AC82F4B-EEFF-40C6-8904-6AB875FF458D}"/>
              </a:ext>
            </a:extLst>
          </p:cNvPr>
          <p:cNvSpPr>
            <a:spLocks xmlns:a="http://schemas.openxmlformats.org/drawingml/2006/main" noGrp="1"/>
          </p:cNvSpPr>
          <p:nvPr/>
        </p:nvSpPr>
        <p:spPr>
          <a:xfrm xmlns:a="http://schemas.openxmlformats.org/drawingml/2006/main">
            <a:off x="3333750" y="34575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9" name="">
            <a:extLst xmlns:a="http://schemas.openxmlformats.org/drawingml/2006/main">
              <a:ext uri="{FF2B5EF4-FFF2-40B4-BE49-F238E27FC236}">
                <a16:creationId xmlns:a16="http://schemas.microsoft.com/office/drawing/2014/main" id="{BA7A9AD7-2B22-4D0F-ACF3-2B252BB9A1CA}"/>
              </a:ext>
            </a:extLst>
          </p:cNvPr>
          <p:cNvSpPr>
            <a:spLocks xmlns:a="http://schemas.openxmlformats.org/drawingml/2006/main" noGrp="1"/>
          </p:cNvSpPr>
          <p:nvPr/>
        </p:nvSpPr>
        <p:spPr>
          <a:xfrm xmlns:a="http://schemas.openxmlformats.org/drawingml/2006/main">
            <a:off x="4905375" y="3457575"/>
            <a:ext cx="276225" cy="276225"/>
          </a:xfrm>
          <a:prstGeom xmlns:a="http://schemas.openxmlformats.org/drawingml/2006/main" prst="ellipse">
            <a:avLst/>
          </a:prstGeom>
          <a:solidFill xmlns:a="http://schemas.openxmlformats.org/drawingml/2006/main">
            <a:srgbClr val="B85D35"/>
          </a:solidFill>
          <a:ln xmlns:a="http://schemas.openxmlformats.org/drawingml/2006/main" w="17145">
            <a:solidFill>
              <a:srgbClr val="B85D35"/>
            </a:solidFill>
          </a:ln>
        </p:spPr>
      </p:sp>
      <p:sp>
        <p:nvSpPr>
          <p:cNvPr id="10" name="">
            <a:extLst xmlns:a="http://schemas.openxmlformats.org/drawingml/2006/main">
              <a:ext uri="{FF2B5EF4-FFF2-40B4-BE49-F238E27FC236}">
                <a16:creationId xmlns:a16="http://schemas.microsoft.com/office/drawing/2014/main" id="{120479DD-0AAD-4385-A8B7-1D1370F01142}"/>
              </a:ext>
            </a:extLst>
          </p:cNvPr>
          <p:cNvSpPr>
            <a:spLocks xmlns:a="http://schemas.openxmlformats.org/drawingml/2006/main" noGrp="1"/>
          </p:cNvSpPr>
          <p:nvPr/>
        </p:nvSpPr>
        <p:spPr>
          <a:xfrm xmlns:a="http://schemas.openxmlformats.org/drawingml/2006/main">
            <a:off x="5905500" y="34575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1" name="">
            <a:extLst xmlns:a="http://schemas.openxmlformats.org/drawingml/2006/main">
              <a:ext uri="{FF2B5EF4-FFF2-40B4-BE49-F238E27FC236}">
                <a16:creationId xmlns:a16="http://schemas.microsoft.com/office/drawing/2014/main" id="{243EC712-5DC1-4A3F-AC86-E38744CF9A3A}"/>
              </a:ext>
            </a:extLst>
          </p:cNvPr>
          <p:cNvSpPr>
            <a:spLocks xmlns:a="http://schemas.openxmlformats.org/drawingml/2006/main" noGrp="1"/>
          </p:cNvSpPr>
          <p:nvPr/>
        </p:nvSpPr>
        <p:spPr>
          <a:xfrm xmlns:a="http://schemas.openxmlformats.org/drawingml/2006/main">
            <a:off x="7000875" y="34575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2" name="">
            <a:extLst xmlns:a="http://schemas.openxmlformats.org/drawingml/2006/main">
              <a:ext uri="{FF2B5EF4-FFF2-40B4-BE49-F238E27FC236}">
                <a16:creationId xmlns:a16="http://schemas.microsoft.com/office/drawing/2014/main" id="{71735258-4AB8-4389-9D52-4A7E88F61A53}"/>
              </a:ext>
            </a:extLst>
          </p:cNvPr>
          <p:cNvSpPr>
            <a:spLocks xmlns:a="http://schemas.openxmlformats.org/drawingml/2006/main" noGrp="1"/>
          </p:cNvSpPr>
          <p:nvPr/>
        </p:nvSpPr>
        <p:spPr>
          <a:xfrm xmlns:a="http://schemas.openxmlformats.org/drawingml/2006/main">
            <a:off x="952500"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3" name="">
            <a:extLst xmlns:a="http://schemas.openxmlformats.org/drawingml/2006/main">
              <a:ext uri="{FF2B5EF4-FFF2-40B4-BE49-F238E27FC236}">
                <a16:creationId xmlns:a16="http://schemas.microsoft.com/office/drawing/2014/main" id="{0428EED6-D329-4FE1-A300-FBCE73C6AF80}"/>
              </a:ext>
            </a:extLst>
          </p:cNvPr>
          <p:cNvSpPr>
            <a:spLocks xmlns:a="http://schemas.openxmlformats.org/drawingml/2006/main" noGrp="1"/>
          </p:cNvSpPr>
          <p:nvPr/>
        </p:nvSpPr>
        <p:spPr>
          <a:xfrm xmlns:a="http://schemas.openxmlformats.org/drawingml/2006/main">
            <a:off x="1714500"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4" name="">
            <a:extLst xmlns:a="http://schemas.openxmlformats.org/drawingml/2006/main">
              <a:ext uri="{FF2B5EF4-FFF2-40B4-BE49-F238E27FC236}">
                <a16:creationId xmlns:a16="http://schemas.microsoft.com/office/drawing/2014/main" id="{BC5F217C-6415-4F13-A657-ADFBAEB54058}"/>
              </a:ext>
            </a:extLst>
          </p:cNvPr>
          <p:cNvSpPr>
            <a:spLocks xmlns:a="http://schemas.openxmlformats.org/drawingml/2006/main" noGrp="1"/>
          </p:cNvSpPr>
          <p:nvPr/>
        </p:nvSpPr>
        <p:spPr>
          <a:xfrm xmlns:a="http://schemas.openxmlformats.org/drawingml/2006/main">
            <a:off x="2524125"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5" name="">
            <a:extLst xmlns:a="http://schemas.openxmlformats.org/drawingml/2006/main">
              <a:ext uri="{FF2B5EF4-FFF2-40B4-BE49-F238E27FC236}">
                <a16:creationId xmlns:a16="http://schemas.microsoft.com/office/drawing/2014/main" id="{A928BF6D-68E9-4410-8127-C2BF9363EBF1}"/>
              </a:ext>
            </a:extLst>
          </p:cNvPr>
          <p:cNvSpPr>
            <a:spLocks xmlns:a="http://schemas.openxmlformats.org/drawingml/2006/main" noGrp="1"/>
          </p:cNvSpPr>
          <p:nvPr/>
        </p:nvSpPr>
        <p:spPr>
          <a:xfrm xmlns:a="http://schemas.openxmlformats.org/drawingml/2006/main">
            <a:off x="3333750"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6" name="">
            <a:extLst xmlns:a="http://schemas.openxmlformats.org/drawingml/2006/main">
              <a:ext uri="{FF2B5EF4-FFF2-40B4-BE49-F238E27FC236}">
                <a16:creationId xmlns:a16="http://schemas.microsoft.com/office/drawing/2014/main" id="{4B737264-79C9-42BC-BE2F-516259C98C21}"/>
              </a:ext>
            </a:extLst>
          </p:cNvPr>
          <p:cNvSpPr>
            <a:spLocks xmlns:a="http://schemas.openxmlformats.org/drawingml/2006/main" noGrp="1"/>
          </p:cNvSpPr>
          <p:nvPr/>
        </p:nvSpPr>
        <p:spPr>
          <a:xfrm xmlns:a="http://schemas.openxmlformats.org/drawingml/2006/main">
            <a:off x="4095750" y="4486275"/>
            <a:ext cx="276225" cy="276225"/>
          </a:xfrm>
          <a:prstGeom xmlns:a="http://schemas.openxmlformats.org/drawingml/2006/main" prst="ellipse">
            <a:avLst/>
          </a:prstGeom>
          <a:solidFill xmlns:a="http://schemas.openxmlformats.org/drawingml/2006/main">
            <a:srgbClr val="B85D35"/>
          </a:solidFill>
          <a:ln xmlns:a="http://schemas.openxmlformats.org/drawingml/2006/main" w="17145">
            <a:solidFill>
              <a:srgbClr val="B85D35"/>
            </a:solidFill>
          </a:ln>
        </p:spPr>
      </p:sp>
      <p:sp>
        <p:nvSpPr>
          <p:cNvPr id="17" name="">
            <a:extLst xmlns:a="http://schemas.openxmlformats.org/drawingml/2006/main">
              <a:ext uri="{FF2B5EF4-FFF2-40B4-BE49-F238E27FC236}">
                <a16:creationId xmlns:a16="http://schemas.microsoft.com/office/drawing/2014/main" id="{23E19AD1-653A-428F-B859-0811AE7CB254}"/>
              </a:ext>
            </a:extLst>
          </p:cNvPr>
          <p:cNvSpPr>
            <a:spLocks xmlns:a="http://schemas.openxmlformats.org/drawingml/2006/main" noGrp="1"/>
          </p:cNvSpPr>
          <p:nvPr/>
        </p:nvSpPr>
        <p:spPr>
          <a:xfrm xmlns:a="http://schemas.openxmlformats.org/drawingml/2006/main">
            <a:off x="4905375"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8" name="">
            <a:extLst xmlns:a="http://schemas.openxmlformats.org/drawingml/2006/main">
              <a:ext uri="{FF2B5EF4-FFF2-40B4-BE49-F238E27FC236}">
                <a16:creationId xmlns:a16="http://schemas.microsoft.com/office/drawing/2014/main" id="{658322C8-ADD2-45AA-93CA-76E2A95E13B6}"/>
              </a:ext>
            </a:extLst>
          </p:cNvPr>
          <p:cNvSpPr>
            <a:spLocks xmlns:a="http://schemas.openxmlformats.org/drawingml/2006/main" noGrp="1"/>
          </p:cNvSpPr>
          <p:nvPr/>
        </p:nvSpPr>
        <p:spPr>
          <a:xfrm xmlns:a="http://schemas.openxmlformats.org/drawingml/2006/main">
            <a:off x="5905500"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19" name="">
            <a:extLst xmlns:a="http://schemas.openxmlformats.org/drawingml/2006/main">
              <a:ext uri="{FF2B5EF4-FFF2-40B4-BE49-F238E27FC236}">
                <a16:creationId xmlns:a16="http://schemas.microsoft.com/office/drawing/2014/main" id="{22F81776-D54A-405B-B08C-3264A39B4543}"/>
              </a:ext>
            </a:extLst>
          </p:cNvPr>
          <p:cNvSpPr>
            <a:spLocks xmlns:a="http://schemas.openxmlformats.org/drawingml/2006/main" noGrp="1"/>
          </p:cNvSpPr>
          <p:nvPr/>
        </p:nvSpPr>
        <p:spPr>
          <a:xfrm xmlns:a="http://schemas.openxmlformats.org/drawingml/2006/main">
            <a:off x="7000875" y="4486275"/>
            <a:ext cx="276225" cy="276225"/>
          </a:xfrm>
          <a:prstGeom xmlns:a="http://schemas.openxmlformats.org/drawingml/2006/main" prst="ellipse">
            <a:avLst/>
          </a:prstGeom>
          <a:solidFill xmlns:a="http://schemas.openxmlformats.org/drawingml/2006/main">
            <a:srgbClr val="DCE5D2"/>
          </a:solidFill>
          <a:ln xmlns:a="http://schemas.openxmlformats.org/drawingml/2006/main" w="17145">
            <a:solidFill>
              <a:srgbClr val="123B32"/>
            </a:solidFill>
          </a:ln>
        </p:spPr>
      </p:sp>
      <p:sp>
        <p:nvSpPr>
          <p:cNvPr id="36" name="">
            <a:extLst xmlns:a="http://schemas.openxmlformats.org/drawingml/2006/main">
              <a:ext uri="{FF2B5EF4-FFF2-40B4-BE49-F238E27FC236}">
                <a16:creationId xmlns:a16="http://schemas.microsoft.com/office/drawing/2014/main" id="{50F23650-8D68-45B9-A23A-F58C584F976B}"/>
              </a:ext>
            </a:extLst>
          </p:cNvPr>
          <p:cNvSpPr>
            <a:spLocks xmlns:a="http://schemas.openxmlformats.org/drawingml/2006/main" noGrp="1"/>
          </p:cNvSpPr>
          <p:nvPr/>
        </p:nvSpPr>
        <p:spPr>
          <a:xfrm xmlns:a="http://schemas.openxmlformats.org/drawingml/2006/main">
            <a:off x="619125" y="20478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5C"/>
                </a:solidFill>
              </a:defRPr>
            </a:defPPr>
            <a:lvl1pPr>
              <a:defRPr sz="1725" b="0">
                <a:solidFill>
                  <a:srgbClr val="52675C"/>
                </a:solidFill>
              </a:defRPr>
            </a:lvl1pPr>
            <a:lvl2pPr>
              <a:defRPr sz="1725" b="0">
                <a:solidFill>
                  <a:srgbClr val="52675C"/>
                </a:solidFill>
              </a:defRPr>
            </a:lvl2pPr>
            <a:lvl3pPr>
              <a:defRPr sz="1725" b="0">
                <a:solidFill>
                  <a:srgbClr val="52675C"/>
                </a:solidFill>
              </a:defRPr>
            </a:lvl3pPr>
            <a:lvl4pPr>
              <a:defRPr sz="1725" b="0">
                <a:solidFill>
                  <a:srgbClr val="52675C"/>
                </a:solidFill>
              </a:defRPr>
            </a:lvl4pPr>
            <a:lvl5pPr>
              <a:defRPr sz="1725" b="0">
                <a:solidFill>
                  <a:srgbClr val="52675C"/>
                </a:solidFill>
              </a:defRPr>
            </a:lvl5pPr>
            <a:lvl6pPr>
              <a:defRPr sz="1725" b="0">
                <a:solidFill>
                  <a:srgbClr val="52675C"/>
                </a:solidFill>
              </a:defRPr>
            </a:lvl6pPr>
            <a:lvl7pPr>
              <a:defRPr sz="1725" b="0">
                <a:solidFill>
                  <a:srgbClr val="52675C"/>
                </a:solidFill>
              </a:defRPr>
            </a:lvl7pPr>
            <a:lvl8pPr>
              <a:defRPr sz="1725" b="0">
                <a:solidFill>
                  <a:srgbClr val="52675C"/>
                </a:solidFill>
              </a:defRPr>
            </a:lvl8pPr>
            <a:lvl9pPr>
              <a:defRPr sz="1725" b="0">
                <a:solidFill>
                  <a:srgbClr val="52675C"/>
                </a:solidFill>
              </a:defRPr>
            </a:lvl9pPr>
          </a:lstStyle>
          <a:p xmlns:a="http://schemas.openxmlformats.org/drawingml/2006/main">
            <a:pPr>
              <a:defRPr sz="1725" b="0">
                <a:solidFill>
                  <a:srgbClr val="52675C"/>
                </a:solidFill>
              </a:defRPr>
            </a:pPr>
            <a:r>
              <a:rPr sz="1725" b="0">
                <a:solidFill>
                  <a:srgbClr val="52675C"/>
                </a:solidFill>
              </a:rPr>
              <a:t>Sparse</a:t>
            </a:r>
          </a:p>
        </p:txBody>
      </p:sp>
      <p:sp>
        <p:nvSpPr>
          <p:cNvPr id="37" name="">
            <a:extLst xmlns:a="http://schemas.openxmlformats.org/drawingml/2006/main">
              <a:ext uri="{FF2B5EF4-FFF2-40B4-BE49-F238E27FC236}">
                <a16:creationId xmlns:a16="http://schemas.microsoft.com/office/drawing/2014/main" id="{46C59F9E-81C9-4108-8819-08FB79BB9B03}"/>
              </a:ext>
            </a:extLst>
          </p:cNvPr>
          <p:cNvSpPr>
            <a:spLocks xmlns:a="http://schemas.openxmlformats.org/drawingml/2006/main" noGrp="1"/>
          </p:cNvSpPr>
          <p:nvPr/>
        </p:nvSpPr>
        <p:spPr>
          <a:xfrm xmlns:a="http://schemas.openxmlformats.org/drawingml/2006/main">
            <a:off x="619125" y="49815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5C"/>
                </a:solidFill>
              </a:defRPr>
            </a:defPPr>
            <a:lvl1pPr>
              <a:defRPr sz="1725" b="0">
                <a:solidFill>
                  <a:srgbClr val="52675C"/>
                </a:solidFill>
              </a:defRPr>
            </a:lvl1pPr>
            <a:lvl2pPr>
              <a:defRPr sz="1725" b="0">
                <a:solidFill>
                  <a:srgbClr val="52675C"/>
                </a:solidFill>
              </a:defRPr>
            </a:lvl2pPr>
            <a:lvl3pPr>
              <a:defRPr sz="1725" b="0">
                <a:solidFill>
                  <a:srgbClr val="52675C"/>
                </a:solidFill>
              </a:defRPr>
            </a:lvl3pPr>
            <a:lvl4pPr>
              <a:defRPr sz="1725" b="0">
                <a:solidFill>
                  <a:srgbClr val="52675C"/>
                </a:solidFill>
              </a:defRPr>
            </a:lvl4pPr>
            <a:lvl5pPr>
              <a:defRPr sz="1725" b="0">
                <a:solidFill>
                  <a:srgbClr val="52675C"/>
                </a:solidFill>
              </a:defRPr>
            </a:lvl5pPr>
            <a:lvl6pPr>
              <a:defRPr sz="1725" b="0">
                <a:solidFill>
                  <a:srgbClr val="52675C"/>
                </a:solidFill>
              </a:defRPr>
            </a:lvl6pPr>
            <a:lvl7pPr>
              <a:defRPr sz="1725" b="0">
                <a:solidFill>
                  <a:srgbClr val="52675C"/>
                </a:solidFill>
              </a:defRPr>
            </a:lvl7pPr>
            <a:lvl8pPr>
              <a:defRPr sz="1725" b="0">
                <a:solidFill>
                  <a:srgbClr val="52675C"/>
                </a:solidFill>
              </a:defRPr>
            </a:lvl8pPr>
            <a:lvl9pPr>
              <a:defRPr sz="1725" b="0">
                <a:solidFill>
                  <a:srgbClr val="52675C"/>
                </a:solidFill>
              </a:defRPr>
            </a:lvl9pPr>
          </a:lstStyle>
          <a:p xmlns:a="http://schemas.openxmlformats.org/drawingml/2006/main">
            <a:pPr>
              <a:defRPr sz="1725" b="0">
                <a:solidFill>
                  <a:srgbClr val="52675C"/>
                </a:solidFill>
              </a:defRPr>
            </a:pPr>
            <a:r>
              <a:rPr sz="1725" b="0">
                <a:solidFill>
                  <a:srgbClr val="52675C"/>
                </a:solidFill>
              </a:rPr>
              <a:t>Denser</a:t>
            </a:r>
          </a:p>
        </p:txBody>
      </p:sp>
      <p:sp>
        <p:nvSpPr>
          <p:cNvPr id="38" name="">
            <a:extLst xmlns:a="http://schemas.openxmlformats.org/drawingml/2006/main">
              <a:ext uri="{FF2B5EF4-FFF2-40B4-BE49-F238E27FC236}">
                <a16:creationId xmlns:a16="http://schemas.microsoft.com/office/drawing/2014/main" id="{5AD54EEC-39C0-4233-8244-4B38F378F2AA}"/>
              </a:ext>
            </a:extLst>
          </p:cNvPr>
          <p:cNvSpPr>
            <a:spLocks xmlns:a="http://schemas.openxmlformats.org/drawingml/2006/main" noGrp="1"/>
          </p:cNvSpPr>
          <p:nvPr/>
        </p:nvSpPr>
        <p:spPr>
          <a:xfrm xmlns:a="http://schemas.openxmlformats.org/drawingml/2006/main">
            <a:off x="8010525" y="23431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defRPr sz="2400" b="1">
                <a:solidFill>
                  <a:srgbClr val="123B32"/>
                </a:solidFill>
              </a:defRPr>
            </a:lvl1pPr>
            <a:lvl2pPr>
              <a:defRPr sz="2400" b="1">
                <a:solidFill>
                  <a:srgbClr val="123B32"/>
                </a:solidFill>
              </a:defRPr>
            </a:lvl2pPr>
            <a:lvl3pPr>
              <a:defRPr sz="2400" b="1">
                <a:solidFill>
                  <a:srgbClr val="123B32"/>
                </a:solidFill>
              </a:defRPr>
            </a:lvl3pPr>
            <a:lvl4pPr>
              <a:defRPr sz="2400" b="1">
                <a:solidFill>
                  <a:srgbClr val="123B32"/>
                </a:solidFill>
              </a:defRPr>
            </a:lvl4pPr>
            <a:lvl5pPr>
              <a:defRPr sz="2400" b="1">
                <a:solidFill>
                  <a:srgbClr val="123B32"/>
                </a:solidFill>
              </a:defRPr>
            </a:lvl5pPr>
            <a:lvl6pPr>
              <a:defRPr sz="2400" b="1">
                <a:solidFill>
                  <a:srgbClr val="123B32"/>
                </a:solidFill>
              </a:defRPr>
            </a:lvl6pPr>
            <a:lvl7pPr>
              <a:defRPr sz="2400" b="1">
                <a:solidFill>
                  <a:srgbClr val="123B32"/>
                </a:solidFill>
              </a:defRPr>
            </a:lvl7pPr>
            <a:lvl8pPr>
              <a:defRPr sz="2400" b="1">
                <a:solidFill>
                  <a:srgbClr val="123B32"/>
                </a:solidFill>
              </a:defRPr>
            </a:lvl8pPr>
            <a:lvl9pPr>
              <a:defRPr sz="2400" b="1">
                <a:solidFill>
                  <a:srgbClr val="123B32"/>
                </a:solidFill>
              </a:defRPr>
            </a:lvl9pPr>
          </a:lstStyle>
          <a:p xmlns:a="http://schemas.openxmlformats.org/drawingml/2006/main">
            <a:pPr>
              <a:defRPr sz="2400" b="1">
                <a:solidFill>
                  <a:srgbClr val="123B32"/>
                </a:solidFill>
              </a:defRPr>
            </a:pPr>
            <a:r>
              <a:rPr sz="2400" b="1">
                <a:solidFill>
                  <a:srgbClr val="123B32"/>
                </a:solidFill>
              </a:rPr>
              <a:t>Longer hops</a:t>
            </a:r>
          </a:p>
        </p:txBody>
      </p:sp>
      <p:sp>
        <p:nvSpPr>
          <p:cNvPr id="39" name="">
            <a:extLst xmlns:a="http://schemas.openxmlformats.org/drawingml/2006/main">
              <a:ext uri="{FF2B5EF4-FFF2-40B4-BE49-F238E27FC236}">
                <a16:creationId xmlns:a16="http://schemas.microsoft.com/office/drawing/2014/main" id="{EA91D3E3-F51E-455B-A84A-76AC88D2CC94}"/>
              </a:ext>
            </a:extLst>
          </p:cNvPr>
          <p:cNvSpPr>
            <a:spLocks xmlns:a="http://schemas.openxmlformats.org/drawingml/2006/main" noGrp="1"/>
          </p:cNvSpPr>
          <p:nvPr/>
        </p:nvSpPr>
        <p:spPr>
          <a:xfrm xmlns:a="http://schemas.openxmlformats.org/drawingml/2006/main">
            <a:off x="8010525" y="33718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defRPr sz="2400" b="1">
                <a:solidFill>
                  <a:srgbClr val="123B32"/>
                </a:solidFill>
              </a:defRPr>
            </a:lvl1pPr>
            <a:lvl2pPr>
              <a:defRPr sz="2400" b="1">
                <a:solidFill>
                  <a:srgbClr val="123B32"/>
                </a:solidFill>
              </a:defRPr>
            </a:lvl2pPr>
            <a:lvl3pPr>
              <a:defRPr sz="2400" b="1">
                <a:solidFill>
                  <a:srgbClr val="123B32"/>
                </a:solidFill>
              </a:defRPr>
            </a:lvl3pPr>
            <a:lvl4pPr>
              <a:defRPr sz="2400" b="1">
                <a:solidFill>
                  <a:srgbClr val="123B32"/>
                </a:solidFill>
              </a:defRPr>
            </a:lvl4pPr>
            <a:lvl5pPr>
              <a:defRPr sz="2400" b="1">
                <a:solidFill>
                  <a:srgbClr val="123B32"/>
                </a:solidFill>
              </a:defRPr>
            </a:lvl5pPr>
            <a:lvl6pPr>
              <a:defRPr sz="2400" b="1">
                <a:solidFill>
                  <a:srgbClr val="123B32"/>
                </a:solidFill>
              </a:defRPr>
            </a:lvl6pPr>
            <a:lvl7pPr>
              <a:defRPr sz="2400" b="1">
                <a:solidFill>
                  <a:srgbClr val="123B32"/>
                </a:solidFill>
              </a:defRPr>
            </a:lvl7pPr>
            <a:lvl8pPr>
              <a:defRPr sz="2400" b="1">
                <a:solidFill>
                  <a:srgbClr val="123B32"/>
                </a:solidFill>
              </a:defRPr>
            </a:lvl8pPr>
            <a:lvl9pPr>
              <a:defRPr sz="2400" b="1">
                <a:solidFill>
                  <a:srgbClr val="123B32"/>
                </a:solidFill>
              </a:defRPr>
            </a:lvl9pPr>
          </a:lstStyle>
          <a:p xmlns:a="http://schemas.openxmlformats.org/drawingml/2006/main">
            <a:pPr>
              <a:defRPr sz="2400" b="1">
                <a:solidFill>
                  <a:srgbClr val="123B32"/>
                </a:solidFill>
              </a:defRPr>
            </a:pPr>
            <a:r>
              <a:rPr sz="2400" b="1">
                <a:solidFill>
                  <a:srgbClr val="123B32"/>
                </a:solidFill>
              </a:rPr>
              <a:t>Refine locally</a:t>
            </a:r>
          </a:p>
        </p:txBody>
      </p:sp>
      <p:sp>
        <p:nvSpPr>
          <p:cNvPr id="40" name="">
            <a:extLst xmlns:a="http://schemas.openxmlformats.org/drawingml/2006/main">
              <a:ext uri="{FF2B5EF4-FFF2-40B4-BE49-F238E27FC236}">
                <a16:creationId xmlns:a16="http://schemas.microsoft.com/office/drawing/2014/main" id="{B94A5840-ED50-4246-A382-0CA2F612693F}"/>
              </a:ext>
            </a:extLst>
          </p:cNvPr>
          <p:cNvSpPr>
            <a:spLocks xmlns:a="http://schemas.openxmlformats.org/drawingml/2006/main" noGrp="1"/>
          </p:cNvSpPr>
          <p:nvPr/>
        </p:nvSpPr>
        <p:spPr>
          <a:xfrm xmlns:a="http://schemas.openxmlformats.org/drawingml/2006/main">
            <a:off x="8010525" y="443865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defRPr sz="2100" b="1">
                <a:solidFill>
                  <a:srgbClr val="123B32"/>
                </a:solidFill>
              </a:defRPr>
            </a:lvl1pPr>
            <a:lvl2pPr>
              <a:defRPr sz="2100" b="1">
                <a:solidFill>
                  <a:srgbClr val="123B32"/>
                </a:solidFill>
              </a:defRPr>
            </a:lvl2pPr>
            <a:lvl3pPr>
              <a:defRPr sz="2100" b="1">
                <a:solidFill>
                  <a:srgbClr val="123B32"/>
                </a:solidFill>
              </a:defRPr>
            </a:lvl3pPr>
            <a:lvl4pPr>
              <a:defRPr sz="2100" b="1">
                <a:solidFill>
                  <a:srgbClr val="123B32"/>
                </a:solidFill>
              </a:defRPr>
            </a:lvl4pPr>
            <a:lvl5pPr>
              <a:defRPr sz="2100" b="1">
                <a:solidFill>
                  <a:srgbClr val="123B32"/>
                </a:solidFill>
              </a:defRPr>
            </a:lvl5pPr>
            <a:lvl6pPr>
              <a:defRPr sz="2100" b="1">
                <a:solidFill>
                  <a:srgbClr val="123B32"/>
                </a:solidFill>
              </a:defRPr>
            </a:lvl6pPr>
            <a:lvl7pPr>
              <a:defRPr sz="2100" b="1">
                <a:solidFill>
                  <a:srgbClr val="123B32"/>
                </a:solidFill>
              </a:defRPr>
            </a:lvl7pPr>
            <a:lvl8pPr>
              <a:defRPr sz="2100" b="1">
                <a:solidFill>
                  <a:srgbClr val="123B32"/>
                </a:solidFill>
              </a:defRPr>
            </a:lvl8pPr>
            <a:lvl9pPr>
              <a:defRPr sz="2100" b="1">
                <a:solidFill>
                  <a:srgbClr val="123B32"/>
                </a:solidFill>
              </a:defRPr>
            </a:lvl9pPr>
          </a:lstStyle>
          <a:p xmlns:a="http://schemas.openxmlformats.org/drawingml/2006/main">
            <a:pPr>
              <a:defRPr sz="2100" b="1">
                <a:solidFill>
                  <a:srgbClr val="123B32"/>
                </a:solidFill>
              </a:defRPr>
            </a:pPr>
            <a:r>
              <a:rPr sz="2100" b="1">
                <a:solidFill>
                  <a:srgbClr val="123B32"/>
                </a:solidFill>
              </a:rPr>
              <a:t>Cosine ranks candidates</a:t>
            </a:r>
          </a:p>
        </p:txBody>
      </p:sp>
      <p:sp>
        <p:nvSpPr>
          <p:cNvPr id="41" name="">
            <a:extLst xmlns:a="http://schemas.openxmlformats.org/drawingml/2006/main">
              <a:ext uri="{FF2B5EF4-FFF2-40B4-BE49-F238E27FC236}">
                <a16:creationId xmlns:a16="http://schemas.microsoft.com/office/drawing/2014/main" id="{0FD10A82-8A82-4646-99E5-E7946DCA1F60}"/>
              </a:ext>
            </a:extLst>
          </p:cNvPr>
          <p:cNvSpPr>
            <a:spLocks xmlns:a="http://schemas.openxmlformats.org/drawingml/2006/main" noGrp="1"/>
          </p:cNvSpPr>
          <p:nvPr/>
        </p:nvSpPr>
        <p:spPr>
          <a:xfrm xmlns:a="http://schemas.openxmlformats.org/drawingml/2006/main">
            <a:off x="619125" y="55340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3B32"/>
                </a:solidFill>
              </a:defRPr>
            </a:defPPr>
            <a:lvl1pPr>
              <a:defRPr sz="2250" b="1">
                <a:solidFill>
                  <a:srgbClr val="123B32"/>
                </a:solidFill>
              </a:defRPr>
            </a:lvl1pPr>
            <a:lvl2pPr>
              <a:defRPr sz="2250" b="1">
                <a:solidFill>
                  <a:srgbClr val="123B32"/>
                </a:solidFill>
              </a:defRPr>
            </a:lvl2pPr>
            <a:lvl3pPr>
              <a:defRPr sz="2250" b="1">
                <a:solidFill>
                  <a:srgbClr val="123B32"/>
                </a:solidFill>
              </a:defRPr>
            </a:lvl3pPr>
            <a:lvl4pPr>
              <a:defRPr sz="2250" b="1">
                <a:solidFill>
                  <a:srgbClr val="123B32"/>
                </a:solidFill>
              </a:defRPr>
            </a:lvl4pPr>
            <a:lvl5pPr>
              <a:defRPr sz="2250" b="1">
                <a:solidFill>
                  <a:srgbClr val="123B32"/>
                </a:solidFill>
              </a:defRPr>
            </a:lvl5pPr>
            <a:lvl6pPr>
              <a:defRPr sz="2250" b="1">
                <a:solidFill>
                  <a:srgbClr val="123B32"/>
                </a:solidFill>
              </a:defRPr>
            </a:lvl6pPr>
            <a:lvl7pPr>
              <a:defRPr sz="2250" b="1">
                <a:solidFill>
                  <a:srgbClr val="123B32"/>
                </a:solidFill>
              </a:defRPr>
            </a:lvl7pPr>
            <a:lvl8pPr>
              <a:defRPr sz="2250" b="1">
                <a:solidFill>
                  <a:srgbClr val="123B32"/>
                </a:solidFill>
              </a:defRPr>
            </a:lvl8pPr>
            <a:lvl9pPr>
              <a:defRPr sz="2250" b="1">
                <a:solidFill>
                  <a:srgbClr val="123B32"/>
                </a:solidFill>
              </a:defRPr>
            </a:lvl9pPr>
          </a:lstStyle>
          <a:p xmlns:a="http://schemas.openxmlformats.org/drawingml/2006/main">
            <a:pPr>
              <a:defRPr sz="2250" b="1">
                <a:solidFill>
                  <a:srgbClr val="123B32"/>
                </a:solidFill>
              </a:defRPr>
            </a:pPr>
            <a:r>
              <a:rPr sz="2250" b="1">
                <a:solidFill>
                  <a:srgbClr val="123B32"/>
                </a:solidFill>
              </a:rPr>
              <a:t>Our exact path: scan all eligible vectors when N &lt;= 64</a:t>
            </a:r>
          </a:p>
        </p:txBody>
      </p:sp>
      <p:sp>
        <p:nvSpPr>
          <p:cNvPr id="42" name="">
            <a:extLst xmlns:a="http://schemas.openxmlformats.org/drawingml/2006/main">
              <a:ext uri="{FF2B5EF4-FFF2-40B4-BE49-F238E27FC236}">
                <a16:creationId xmlns:a16="http://schemas.microsoft.com/office/drawing/2014/main" id="{D176E3DC-792D-4CBE-9450-5E70810A5FE2}"/>
              </a:ext>
            </a:extLst>
          </p:cNvPr>
          <p:cNvSpPr>
            <a:spLocks xmlns:a="http://schemas.openxmlformats.org/drawingml/2006/main" noGrp="1"/>
          </p:cNvSpPr>
          <p:nvPr/>
        </p:nvSpPr>
        <p:spPr>
          <a:xfrm xmlns:a="http://schemas.openxmlformats.org/drawingml/2006/main">
            <a:off x="619125" y="61055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5C"/>
                </a:solidFill>
              </a:defRPr>
            </a:defPPr>
            <a:lvl1pPr>
              <a:defRPr sz="1725" b="0">
                <a:solidFill>
                  <a:srgbClr val="52675C"/>
                </a:solidFill>
              </a:defRPr>
            </a:lvl1pPr>
            <a:lvl2pPr>
              <a:defRPr sz="1725" b="0">
                <a:solidFill>
                  <a:srgbClr val="52675C"/>
                </a:solidFill>
              </a:defRPr>
            </a:lvl2pPr>
            <a:lvl3pPr>
              <a:defRPr sz="1725" b="0">
                <a:solidFill>
                  <a:srgbClr val="52675C"/>
                </a:solidFill>
              </a:defRPr>
            </a:lvl3pPr>
            <a:lvl4pPr>
              <a:defRPr sz="1725" b="0">
                <a:solidFill>
                  <a:srgbClr val="52675C"/>
                </a:solidFill>
              </a:defRPr>
            </a:lvl4pPr>
            <a:lvl5pPr>
              <a:defRPr sz="1725" b="0">
                <a:solidFill>
                  <a:srgbClr val="52675C"/>
                </a:solidFill>
              </a:defRPr>
            </a:lvl5pPr>
            <a:lvl6pPr>
              <a:defRPr sz="1725" b="0">
                <a:solidFill>
                  <a:srgbClr val="52675C"/>
                </a:solidFill>
              </a:defRPr>
            </a:lvl6pPr>
            <a:lvl7pPr>
              <a:defRPr sz="1725" b="0">
                <a:solidFill>
                  <a:srgbClr val="52675C"/>
                </a:solidFill>
              </a:defRPr>
            </a:lvl7pPr>
            <a:lvl8pPr>
              <a:defRPr sz="1725" b="0">
                <a:solidFill>
                  <a:srgbClr val="52675C"/>
                </a:solidFill>
              </a:defRPr>
            </a:lvl8pPr>
            <a:lvl9pPr>
              <a:defRPr sz="1725" b="0">
                <a:solidFill>
                  <a:srgbClr val="52675C"/>
                </a:solidFill>
              </a:defRPr>
            </a:lvl9pPr>
          </a:lstStyle>
          <a:p xmlns:a="http://schemas.openxmlformats.org/drawingml/2006/main">
            <a:pPr>
              <a:defRPr sz="1725" b="0">
                <a:solidFill>
                  <a:srgbClr val="52675C"/>
                </a:solidFill>
              </a:defRPr>
            </a:pPr>
            <a:r>
              <a:rPr sz="1725" b="0">
                <a:solidFill>
                  <a:srgbClr val="52675C"/>
                </a:solidFill>
              </a:rPr>
              <a:t>Schematic graph / ANN may miss a true neighbour / no measured recall claim</a:t>
            </a:r>
          </a:p>
        </p:txBody>
      </p:sp>
    </p:spTree>
    <p:extLst>
      <p:ext uri="{BB962C8B-B14F-4D97-AF65-F5344CB8AC3E}">
        <p14:creationId xmlns:p14="http://schemas.microsoft.com/office/powerpoint/2010/main" val="770684235"/>
      </p:ext>
    </p:extLst>
  </p:cSld>
</p:sld>
</file>

<file path=ppt/slides/slide17.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9C269D-61A3-4E4A-A729-3CB58F7934D3}"/>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Task 1: a real image query</a:t>
            </a:r>
          </a:p>
        </p:txBody>
      </p:sp>
      <p:sp>
        <p:nvSpPr>
          <p:cNvPr id="2" name="">
            <a:extLst xmlns:a="http://schemas.openxmlformats.org/drawingml/2006/main">
              <a:ext uri="{FF2B5EF4-FFF2-40B4-BE49-F238E27FC236}">
                <a16:creationId xmlns:a16="http://schemas.microsoft.com/office/drawing/2014/main" id="{41A0EE5E-84D5-4D98-840A-8B63C09845C1}"/>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17</a:t>
            </a:r>
          </a:p>
        </p:txBody>
      </p:sp>
      <p:sp>
        <p:nvSpPr>
          <p:cNvPr id="3" name="">
            <a:extLst xmlns:a="http://schemas.openxmlformats.org/drawingml/2006/main">
              <a:ext uri="{FF2B5EF4-FFF2-40B4-BE49-F238E27FC236}">
                <a16:creationId xmlns:a16="http://schemas.microsoft.com/office/drawing/2014/main" id="{B38B4D8E-F6DB-444A-836D-ED4BBE695E1A}"/>
              </a:ext>
            </a:extLst>
          </p:cNvPr>
          <p:cNvSpPr>
            <a:spLocks xmlns:a="http://schemas.openxmlformats.org/drawingml/2006/main" noGrp="1"/>
          </p:cNvSpPr>
          <p:nvPr/>
        </p:nvSpPr>
        <p:spPr>
          <a:xfrm xmlns:a="http://schemas.openxmlformats.org/drawingml/2006/main">
            <a:off x="609600" y="169545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85D35"/>
                </a:solidFill>
              </a:defRPr>
            </a:defPPr>
            <a:lvl1pPr>
              <a:buNone/>
              <a:defRPr sz="1950" b="1">
                <a:solidFill>
                  <a:srgbClr val="B85D35"/>
                </a:solidFill>
              </a:defRPr>
            </a:lvl1pPr>
            <a:lvl2pPr>
              <a:buNone/>
              <a:defRPr sz="1950" b="1">
                <a:solidFill>
                  <a:srgbClr val="B85D35"/>
                </a:solidFill>
              </a:defRPr>
            </a:lvl2pPr>
            <a:lvl3pPr>
              <a:buNone/>
              <a:defRPr sz="1950" b="1">
                <a:solidFill>
                  <a:srgbClr val="B85D35"/>
                </a:solidFill>
              </a:defRPr>
            </a:lvl3pPr>
            <a:lvl4pPr>
              <a:buNone/>
              <a:defRPr sz="1950" b="1">
                <a:solidFill>
                  <a:srgbClr val="B85D35"/>
                </a:solidFill>
              </a:defRPr>
            </a:lvl4pPr>
            <a:lvl5pPr>
              <a:buNone/>
              <a:defRPr sz="1950" b="1">
                <a:solidFill>
                  <a:srgbClr val="B85D35"/>
                </a:solidFill>
              </a:defRPr>
            </a:lvl5pPr>
            <a:lvl6pPr>
              <a:buNone/>
              <a:defRPr sz="1950" b="1">
                <a:solidFill>
                  <a:srgbClr val="B85D35"/>
                </a:solidFill>
              </a:defRPr>
            </a:lvl6pPr>
            <a:lvl7pPr>
              <a:buNone/>
              <a:defRPr sz="1950" b="1">
                <a:solidFill>
                  <a:srgbClr val="B85D35"/>
                </a:solidFill>
              </a:defRPr>
            </a:lvl7pPr>
            <a:lvl8pPr>
              <a:buNone/>
              <a:defRPr sz="1950" b="1">
                <a:solidFill>
                  <a:srgbClr val="B85D35"/>
                </a:solidFill>
              </a:defRPr>
            </a:lvl8pPr>
            <a:lvl9pPr>
              <a:buNone/>
              <a:defRPr sz="1950" b="1">
                <a:solidFill>
                  <a:srgbClr val="B85D35"/>
                </a:solidFill>
              </a:defRPr>
            </a:lvl9pPr>
          </a:lstStyle>
          <a:p xmlns:a="http://schemas.openxmlformats.org/drawingml/2006/main">
            <a:pPr>
              <a:buNone/>
              <a:defRPr sz="1950" b="1">
                <a:solidFill>
                  <a:srgbClr val="B85D35"/>
                </a:solidFill>
              </a:defRPr>
            </a:pPr>
            <a:r>
              <a:rPr sz="1950" b="1">
                <a:solidFill>
                  <a:srgbClr val="B85D35"/>
                </a:solidFill>
              </a:rPr>
              <a:t>REFERENCE IMAGE</a:t>
            </a:r>
          </a:p>
        </p:txBody>
      </p:sp>
      <p:sp>
        <p:nvSpPr>
          <p:cNvPr id="4" name="">
            <a:extLst xmlns:a="http://schemas.openxmlformats.org/drawingml/2006/main">
              <a:ext uri="{FF2B5EF4-FFF2-40B4-BE49-F238E27FC236}">
                <a16:creationId xmlns:a16="http://schemas.microsoft.com/office/drawing/2014/main" id="{B5FD4B97-06C1-4680-B95C-351A687129BB}"/>
              </a:ext>
            </a:extLst>
          </p:cNvPr>
          <p:cNvSpPr>
            <a:spLocks xmlns:a="http://schemas.openxmlformats.org/drawingml/2006/main" noGrp="1"/>
          </p:cNvSpPr>
          <p:nvPr/>
        </p:nvSpPr>
        <p:spPr>
          <a:xfrm xmlns:a="http://schemas.openxmlformats.org/drawingml/2006/main">
            <a:off x="4572000" y="169545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23B32"/>
                </a:solidFill>
              </a:defRPr>
            </a:defPPr>
            <a:lvl1pPr>
              <a:buNone/>
              <a:defRPr sz="1950" b="1">
                <a:solidFill>
                  <a:srgbClr val="123B32"/>
                </a:solidFill>
              </a:defRPr>
            </a:lvl1pPr>
            <a:lvl2pPr>
              <a:buNone/>
              <a:defRPr sz="1950" b="1">
                <a:solidFill>
                  <a:srgbClr val="123B32"/>
                </a:solidFill>
              </a:defRPr>
            </a:lvl2pPr>
            <a:lvl3pPr>
              <a:buNone/>
              <a:defRPr sz="1950" b="1">
                <a:solidFill>
                  <a:srgbClr val="123B32"/>
                </a:solidFill>
              </a:defRPr>
            </a:lvl3pPr>
            <a:lvl4pPr>
              <a:buNone/>
              <a:defRPr sz="1950" b="1">
                <a:solidFill>
                  <a:srgbClr val="123B32"/>
                </a:solidFill>
              </a:defRPr>
            </a:lvl4pPr>
            <a:lvl5pPr>
              <a:buNone/>
              <a:defRPr sz="1950" b="1">
                <a:solidFill>
                  <a:srgbClr val="123B32"/>
                </a:solidFill>
              </a:defRPr>
            </a:lvl5pPr>
            <a:lvl6pPr>
              <a:buNone/>
              <a:defRPr sz="1950" b="1">
                <a:solidFill>
                  <a:srgbClr val="123B32"/>
                </a:solidFill>
              </a:defRPr>
            </a:lvl6pPr>
            <a:lvl7pPr>
              <a:buNone/>
              <a:defRPr sz="1950" b="1">
                <a:solidFill>
                  <a:srgbClr val="123B32"/>
                </a:solidFill>
              </a:defRPr>
            </a:lvl7pPr>
            <a:lvl8pPr>
              <a:buNone/>
              <a:defRPr sz="1950" b="1">
                <a:solidFill>
                  <a:srgbClr val="123B32"/>
                </a:solidFill>
              </a:defRPr>
            </a:lvl8pPr>
            <a:lvl9pPr>
              <a:buNone/>
              <a:defRPr sz="1950" b="1">
                <a:solidFill>
                  <a:srgbClr val="123B32"/>
                </a:solidFill>
              </a:defRPr>
            </a:lvl9pPr>
          </a:lstStyle>
          <a:p xmlns:a="http://schemas.openxmlformats.org/drawingml/2006/main">
            <a:pPr>
              <a:buNone/>
              <a:defRPr sz="1950" b="1">
                <a:solidFill>
                  <a:srgbClr val="123B32"/>
                </a:solidFill>
              </a:defRPr>
            </a:pPr>
            <a:r>
              <a:rPr sz="1950" b="1">
                <a:solidFill>
                  <a:srgbClr val="123B32"/>
                </a:solidFill>
              </a:rPr>
              <a:t>SELECTED MATCHES / RANKS 1 AND 3</a:t>
            </a:r>
          </a:p>
        </p:txBody>
      </p:sp>
      <p:pic>
        <p:nvPicPr>
          <p:cNvPr id="5" name="">
            <a:extLst xmlns:a="http://schemas.openxmlformats.org/drawingml/2006/main">
              <a:ext uri="{FF2B5EF4-FFF2-40B4-BE49-F238E27FC236}">
                <a16:creationId xmlns:a16="http://schemas.microsoft.com/office/drawing/2014/main" id="{29D92077-EB32-46BD-AB0A-DC4F78BEBE19}"/>
              </a:ext>
            </a:extLst>
          </p:cNvPr>
          <p:cNvPicPr>
            <a:picLocks xmlns:a="http://schemas.openxmlformats.org/drawingml/2006/main" noChangeAspect="1"/>
          </p:cNvPicPr>
          <p:nvPr/>
        </p:nvPicPr>
        <p:blipFill>
          <a:blip xmlns:r="http://schemas.openxmlformats.org/officeDocument/2006/relationships" xmlns:a="http://schemas.openxmlformats.org/drawingml/2006/main" r:embed="Rd55131bc42484d23"/>
          <a:stretch xmlns:a="http://schemas.openxmlformats.org/drawingml/2006/main"/>
        </p:blipFill>
        <p:spPr>
          <a:xfrm xmlns:a="http://schemas.openxmlformats.org/drawingml/2006/main">
            <a:off x="1290161" y="2333625"/>
            <a:ext cx="1734503" cy="2571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D065A7A-7A28-4467-82BC-2C89A06A7849}"/>
              </a:ext>
            </a:extLst>
          </p:cNvPr>
          <p:cNvPicPr>
            <a:picLocks xmlns:a="http://schemas.openxmlformats.org/drawingml/2006/main" noChangeAspect="1"/>
          </p:cNvPicPr>
          <p:nvPr/>
        </p:nvPicPr>
        <p:blipFill>
          <a:blip xmlns:r="http://schemas.openxmlformats.org/officeDocument/2006/relationships" xmlns:a="http://schemas.openxmlformats.org/drawingml/2006/main" r:embed="R694b455080ed41ef"/>
          <a:stretch xmlns:a="http://schemas.openxmlformats.org/drawingml/2006/main"/>
        </p:blipFill>
        <p:spPr>
          <a:xfrm xmlns:a="http://schemas.openxmlformats.org/drawingml/2006/main">
            <a:off x="4572000" y="2654260"/>
            <a:ext cx="3190875" cy="1930479"/>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FCABE25-2780-492A-A66C-42EED811E971}"/>
              </a:ext>
            </a:extLst>
          </p:cNvPr>
          <p:cNvPicPr>
            <a:picLocks xmlns:a="http://schemas.openxmlformats.org/drawingml/2006/main" noChangeAspect="1"/>
          </p:cNvPicPr>
          <p:nvPr/>
        </p:nvPicPr>
        <p:blipFill>
          <a:blip xmlns:r="http://schemas.openxmlformats.org/officeDocument/2006/relationships" xmlns:a="http://schemas.openxmlformats.org/drawingml/2006/main" r:embed="Ra8bd0016d7324e31"/>
          <a:stretch xmlns:a="http://schemas.openxmlformats.org/drawingml/2006/main"/>
        </p:blipFill>
        <p:spPr>
          <a:xfrm xmlns:a="http://schemas.openxmlformats.org/drawingml/2006/main">
            <a:off x="8382000" y="2518648"/>
            <a:ext cx="3190875" cy="220170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C5543CD-9BBB-4515-8339-E868DEDB5319}"/>
              </a:ext>
            </a:extLst>
          </p:cNvPr>
          <p:cNvSpPr>
            <a:spLocks xmlns:a="http://schemas.openxmlformats.org/drawingml/2006/main" noGrp="1"/>
          </p:cNvSpPr>
          <p:nvPr/>
        </p:nvSpPr>
        <p:spPr>
          <a:xfrm xmlns:a="http://schemas.openxmlformats.org/drawingml/2006/main">
            <a:off x="647700" y="5219700"/>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buNone/>
              <a:defRPr sz="2100" b="1">
                <a:solidFill>
                  <a:srgbClr val="123B32"/>
                </a:solidFill>
              </a:defRPr>
            </a:lvl1pPr>
            <a:lvl2pPr>
              <a:buNone/>
              <a:defRPr sz="2100" b="1">
                <a:solidFill>
                  <a:srgbClr val="123B32"/>
                </a:solidFill>
              </a:defRPr>
            </a:lvl2pPr>
            <a:lvl3pPr>
              <a:buNone/>
              <a:defRPr sz="2100" b="1">
                <a:solidFill>
                  <a:srgbClr val="123B32"/>
                </a:solidFill>
              </a:defRPr>
            </a:lvl3pPr>
            <a:lvl4pPr>
              <a:buNone/>
              <a:defRPr sz="2100" b="1">
                <a:solidFill>
                  <a:srgbClr val="123B32"/>
                </a:solidFill>
              </a:defRPr>
            </a:lvl4pPr>
            <a:lvl5pPr>
              <a:buNone/>
              <a:defRPr sz="2100" b="1">
                <a:solidFill>
                  <a:srgbClr val="123B32"/>
                </a:solidFill>
              </a:defRPr>
            </a:lvl5pPr>
            <a:lvl6pPr>
              <a:buNone/>
              <a:defRPr sz="2100" b="1">
                <a:solidFill>
                  <a:srgbClr val="123B32"/>
                </a:solidFill>
              </a:defRPr>
            </a:lvl6pPr>
            <a:lvl7pPr>
              <a:buNone/>
              <a:defRPr sz="2100" b="1">
                <a:solidFill>
                  <a:srgbClr val="123B32"/>
                </a:solidFill>
              </a:defRPr>
            </a:lvl7pPr>
            <a:lvl8pPr>
              <a:buNone/>
              <a:defRPr sz="2100" b="1">
                <a:solidFill>
                  <a:srgbClr val="123B32"/>
                </a:solidFill>
              </a:defRPr>
            </a:lvl8pPr>
            <a:lvl9pPr>
              <a:buNone/>
              <a:defRPr sz="2100" b="1">
                <a:solidFill>
                  <a:srgbClr val="123B32"/>
                </a:solidFill>
              </a:defRPr>
            </a:lvl9pPr>
          </a:lstStyle>
          <a:p xmlns:a="http://schemas.openxmlformats.org/drawingml/2006/main">
            <a:pPr>
              <a:buNone/>
              <a:defRPr sz="2100" b="1">
                <a:solidFill>
                  <a:srgbClr val="123B32"/>
                </a:solidFill>
              </a:defRPr>
            </a:pPr>
            <a:r>
              <a:rPr sz="2100" b="1">
                <a:solidFill>
                  <a:srgbClr val="123B32"/>
                </a:solidFill>
              </a:rPr>
              <a:t>Query / CLIP</a:t>
            </a:r>
          </a:p>
        </p:txBody>
      </p:sp>
      <p:sp>
        <p:nvSpPr>
          <p:cNvPr id="9" name="">
            <a:extLst xmlns:a="http://schemas.openxmlformats.org/drawingml/2006/main">
              <a:ext uri="{FF2B5EF4-FFF2-40B4-BE49-F238E27FC236}">
                <a16:creationId xmlns:a16="http://schemas.microsoft.com/office/drawing/2014/main" id="{9860160D-D0D8-4521-984C-0B50698FCF31}"/>
              </a:ext>
            </a:extLst>
          </p:cNvPr>
          <p:cNvSpPr>
            <a:spLocks xmlns:a="http://schemas.openxmlformats.org/drawingml/2006/main" noGrp="1"/>
          </p:cNvSpPr>
          <p:nvPr/>
        </p:nvSpPr>
        <p:spPr>
          <a:xfrm xmlns:a="http://schemas.openxmlformats.org/drawingml/2006/main">
            <a:off x="4619625" y="52197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B32"/>
                </a:solidFill>
              </a:defRPr>
            </a:defPPr>
            <a:lvl1pPr>
              <a:buNone/>
              <a:defRPr sz="2025" b="1">
                <a:solidFill>
                  <a:srgbClr val="123B32"/>
                </a:solidFill>
              </a:defRPr>
            </a:lvl1pPr>
            <a:lvl2pPr>
              <a:buNone/>
              <a:defRPr sz="2025" b="1">
                <a:solidFill>
                  <a:srgbClr val="123B32"/>
                </a:solidFill>
              </a:defRPr>
            </a:lvl2pPr>
            <a:lvl3pPr>
              <a:buNone/>
              <a:defRPr sz="2025" b="1">
                <a:solidFill>
                  <a:srgbClr val="123B32"/>
                </a:solidFill>
              </a:defRPr>
            </a:lvl3pPr>
            <a:lvl4pPr>
              <a:buNone/>
              <a:defRPr sz="2025" b="1">
                <a:solidFill>
                  <a:srgbClr val="123B32"/>
                </a:solidFill>
              </a:defRPr>
            </a:lvl4pPr>
            <a:lvl5pPr>
              <a:buNone/>
              <a:defRPr sz="2025" b="1">
                <a:solidFill>
                  <a:srgbClr val="123B32"/>
                </a:solidFill>
              </a:defRPr>
            </a:lvl5pPr>
            <a:lvl6pPr>
              <a:buNone/>
              <a:defRPr sz="2025" b="1">
                <a:solidFill>
                  <a:srgbClr val="123B32"/>
                </a:solidFill>
              </a:defRPr>
            </a:lvl6pPr>
            <a:lvl7pPr>
              <a:buNone/>
              <a:defRPr sz="2025" b="1">
                <a:solidFill>
                  <a:srgbClr val="123B32"/>
                </a:solidFill>
              </a:defRPr>
            </a:lvl7pPr>
            <a:lvl8pPr>
              <a:buNone/>
              <a:defRPr sz="2025" b="1">
                <a:solidFill>
                  <a:srgbClr val="123B32"/>
                </a:solidFill>
              </a:defRPr>
            </a:lvl8pPr>
            <a:lvl9pPr>
              <a:buNone/>
              <a:defRPr sz="2025" b="1">
                <a:solidFill>
                  <a:srgbClr val="123B32"/>
                </a:solidFill>
              </a:defRPr>
            </a:lvl9pPr>
          </a:lstStyle>
          <a:p xmlns:a="http://schemas.openxmlformats.org/drawingml/2006/main">
            <a:pPr>
              <a:buNone/>
              <a:defRPr sz="2025" b="1">
                <a:solidFill>
                  <a:srgbClr val="123B32"/>
                </a:solidFill>
              </a:defRPr>
            </a:pPr>
            <a:r>
              <a:rPr sz="2025" b="1">
                <a:solidFill>
                  <a:srgbClr val="123B32"/>
                </a:solidFill>
              </a:rPr>
              <a:t>#1 / cosine 0.912</a:t>
            </a:r>
          </a:p>
        </p:txBody>
      </p:sp>
      <p:sp>
        <p:nvSpPr>
          <p:cNvPr id="10" name="">
            <a:extLst xmlns:a="http://schemas.openxmlformats.org/drawingml/2006/main">
              <a:ext uri="{FF2B5EF4-FFF2-40B4-BE49-F238E27FC236}">
                <a16:creationId xmlns:a16="http://schemas.microsoft.com/office/drawing/2014/main" id="{29052F07-94BA-47AA-AAEB-C851F75E8B2F}"/>
              </a:ext>
            </a:extLst>
          </p:cNvPr>
          <p:cNvSpPr>
            <a:spLocks xmlns:a="http://schemas.openxmlformats.org/drawingml/2006/main" noGrp="1"/>
          </p:cNvSpPr>
          <p:nvPr/>
        </p:nvSpPr>
        <p:spPr>
          <a:xfrm xmlns:a="http://schemas.openxmlformats.org/drawingml/2006/main">
            <a:off x="8420100" y="52197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B32"/>
                </a:solidFill>
              </a:defRPr>
            </a:defPPr>
            <a:lvl1pPr>
              <a:buNone/>
              <a:defRPr sz="2025" b="1">
                <a:solidFill>
                  <a:srgbClr val="123B32"/>
                </a:solidFill>
              </a:defRPr>
            </a:lvl1pPr>
            <a:lvl2pPr>
              <a:buNone/>
              <a:defRPr sz="2025" b="1">
                <a:solidFill>
                  <a:srgbClr val="123B32"/>
                </a:solidFill>
              </a:defRPr>
            </a:lvl2pPr>
            <a:lvl3pPr>
              <a:buNone/>
              <a:defRPr sz="2025" b="1">
                <a:solidFill>
                  <a:srgbClr val="123B32"/>
                </a:solidFill>
              </a:defRPr>
            </a:lvl3pPr>
            <a:lvl4pPr>
              <a:buNone/>
              <a:defRPr sz="2025" b="1">
                <a:solidFill>
                  <a:srgbClr val="123B32"/>
                </a:solidFill>
              </a:defRPr>
            </a:lvl4pPr>
            <a:lvl5pPr>
              <a:buNone/>
              <a:defRPr sz="2025" b="1">
                <a:solidFill>
                  <a:srgbClr val="123B32"/>
                </a:solidFill>
              </a:defRPr>
            </a:lvl5pPr>
            <a:lvl6pPr>
              <a:buNone/>
              <a:defRPr sz="2025" b="1">
                <a:solidFill>
                  <a:srgbClr val="123B32"/>
                </a:solidFill>
              </a:defRPr>
            </a:lvl6pPr>
            <a:lvl7pPr>
              <a:buNone/>
              <a:defRPr sz="2025" b="1">
                <a:solidFill>
                  <a:srgbClr val="123B32"/>
                </a:solidFill>
              </a:defRPr>
            </a:lvl7pPr>
            <a:lvl8pPr>
              <a:buNone/>
              <a:defRPr sz="2025" b="1">
                <a:solidFill>
                  <a:srgbClr val="123B32"/>
                </a:solidFill>
              </a:defRPr>
            </a:lvl8pPr>
            <a:lvl9pPr>
              <a:buNone/>
              <a:defRPr sz="2025" b="1">
                <a:solidFill>
                  <a:srgbClr val="123B32"/>
                </a:solidFill>
              </a:defRPr>
            </a:lvl9pPr>
          </a:lstStyle>
          <a:p xmlns:a="http://schemas.openxmlformats.org/drawingml/2006/main">
            <a:pPr>
              <a:buNone/>
              <a:defRPr sz="2025" b="1">
                <a:solidFill>
                  <a:srgbClr val="123B32"/>
                </a:solidFill>
              </a:defRPr>
            </a:pPr>
            <a:r>
              <a:rPr sz="2025" b="1">
                <a:solidFill>
                  <a:srgbClr val="123B32"/>
                </a:solidFill>
              </a:rPr>
              <a:t>#3 / cosine 0.871</a:t>
            </a:r>
          </a:p>
        </p:txBody>
      </p:sp>
      <p:sp>
        <p:nvSpPr>
          <p:cNvPr id="11" name="">
            <a:extLst xmlns:a="http://schemas.openxmlformats.org/drawingml/2006/main">
              <a:ext uri="{FF2B5EF4-FFF2-40B4-BE49-F238E27FC236}">
                <a16:creationId xmlns:a16="http://schemas.microsoft.com/office/drawing/2014/main" id="{792A6BF5-D5C1-4F8E-94C3-FC45F1AD3004}"/>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5 distinct assets / reference excluded / 4 lynx labels and 1 wolf label</a:t>
            </a:r>
          </a:p>
        </p:txBody>
      </p:sp>
    </p:spTree>
    <p:extLst>
      <p:ext uri="{BB962C8B-B14F-4D97-AF65-F5344CB8AC3E}">
        <p14:creationId xmlns:p14="http://schemas.microsoft.com/office/powerpoint/2010/main" val="1567050613"/>
      </p:ext>
    </p:extLst>
  </p:cSld>
</p:sld>
</file>

<file path=ppt/slides/slide18.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7AE64E-7405-47FB-9194-FD00842799D3}"/>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Task 2: one query, images and text</a:t>
            </a:r>
          </a:p>
        </p:txBody>
      </p:sp>
      <p:sp>
        <p:nvSpPr>
          <p:cNvPr id="2" name="">
            <a:extLst xmlns:a="http://schemas.openxmlformats.org/drawingml/2006/main">
              <a:ext uri="{FF2B5EF4-FFF2-40B4-BE49-F238E27FC236}">
                <a16:creationId xmlns:a16="http://schemas.microsoft.com/office/drawing/2014/main" id="{6727D58D-CE85-4ED1-A1C5-8C896B0DAAB6}"/>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18</a:t>
            </a:r>
          </a:p>
        </p:txBody>
      </p:sp>
      <p:sp>
        <p:nvSpPr>
          <p:cNvPr id="3" name="">
            <a:extLst xmlns:a="http://schemas.openxmlformats.org/drawingml/2006/main">
              <a:ext uri="{FF2B5EF4-FFF2-40B4-BE49-F238E27FC236}">
                <a16:creationId xmlns:a16="http://schemas.microsoft.com/office/drawing/2014/main" id="{5BB51ACE-065F-40A3-918F-74A5A6BE14DC}"/>
              </a:ext>
            </a:extLst>
          </p:cNvPr>
          <p:cNvSpPr>
            <a:spLocks xmlns:a="http://schemas.openxmlformats.org/drawingml/2006/main" noGrp="1"/>
          </p:cNvSpPr>
          <p:nvPr/>
        </p:nvSpPr>
        <p:spPr>
          <a:xfrm xmlns:a="http://schemas.openxmlformats.org/drawingml/2006/main">
            <a:off x="609600" y="1571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23B32"/>
                </a:solidFill>
              </a:defRPr>
            </a:defPPr>
            <a:lvl1pPr>
              <a:buNone/>
              <a:defRPr sz="2775" b="1">
                <a:solidFill>
                  <a:srgbClr val="123B32"/>
                </a:solidFill>
              </a:defRPr>
            </a:lvl1pPr>
            <a:lvl2pPr>
              <a:buNone/>
              <a:defRPr sz="2775" b="1">
                <a:solidFill>
                  <a:srgbClr val="123B32"/>
                </a:solidFill>
              </a:defRPr>
            </a:lvl2pPr>
            <a:lvl3pPr>
              <a:buNone/>
              <a:defRPr sz="2775" b="1">
                <a:solidFill>
                  <a:srgbClr val="123B32"/>
                </a:solidFill>
              </a:defRPr>
            </a:lvl3pPr>
            <a:lvl4pPr>
              <a:buNone/>
              <a:defRPr sz="2775" b="1">
                <a:solidFill>
                  <a:srgbClr val="123B32"/>
                </a:solidFill>
              </a:defRPr>
            </a:lvl4pPr>
            <a:lvl5pPr>
              <a:buNone/>
              <a:defRPr sz="2775" b="1">
                <a:solidFill>
                  <a:srgbClr val="123B32"/>
                </a:solidFill>
              </a:defRPr>
            </a:lvl5pPr>
            <a:lvl6pPr>
              <a:buNone/>
              <a:defRPr sz="2775" b="1">
                <a:solidFill>
                  <a:srgbClr val="123B32"/>
                </a:solidFill>
              </a:defRPr>
            </a:lvl6pPr>
            <a:lvl7pPr>
              <a:buNone/>
              <a:defRPr sz="2775" b="1">
                <a:solidFill>
                  <a:srgbClr val="123B32"/>
                </a:solidFill>
              </a:defRPr>
            </a:lvl7pPr>
            <a:lvl8pPr>
              <a:buNone/>
              <a:defRPr sz="2775" b="1">
                <a:solidFill>
                  <a:srgbClr val="123B32"/>
                </a:solidFill>
              </a:defRPr>
            </a:lvl8pPr>
            <a:lvl9pPr>
              <a:buNone/>
              <a:defRPr sz="2775" b="1">
                <a:solidFill>
                  <a:srgbClr val="123B32"/>
                </a:solidFill>
              </a:defRPr>
            </a:lvl9pPr>
          </a:lstStyle>
          <a:p xmlns:a="http://schemas.openxmlformats.org/drawingml/2006/main">
            <a:pPr>
              <a:buNone/>
              <a:defRPr sz="2775" b="1">
                <a:solidFill>
                  <a:srgbClr val="123B32"/>
                </a:solidFill>
              </a:defRPr>
            </a:pPr>
            <a:r>
              <a:rPr sz="2775" b="1">
                <a:solidFill>
                  <a:srgbClr val="123B32"/>
                </a:solidFill>
              </a:rPr>
              <a:t>“Iberian lynx in its natural habitat”</a:t>
            </a:r>
          </a:p>
        </p:txBody>
      </p:sp>
      <p:sp>
        <p:nvSpPr>
          <p:cNvPr id="4" name="">
            <a:extLst xmlns:a="http://schemas.openxmlformats.org/drawingml/2006/main">
              <a:ext uri="{FF2B5EF4-FFF2-40B4-BE49-F238E27FC236}">
                <a16:creationId xmlns:a16="http://schemas.microsoft.com/office/drawing/2014/main" id="{E5A49D21-6D6B-40CE-BC5C-7A2E6BC8F5C8}"/>
              </a:ext>
            </a:extLst>
          </p:cNvPr>
          <p:cNvSpPr>
            <a:spLocks xmlns:a="http://schemas.openxmlformats.org/drawingml/2006/main" noGrp="1"/>
          </p:cNvSpPr>
          <p:nvPr/>
        </p:nvSpPr>
        <p:spPr>
          <a:xfrm xmlns:a="http://schemas.openxmlformats.org/drawingml/2006/main">
            <a:off x="609600" y="2381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B85D35"/>
                </a:solidFill>
              </a:defRPr>
            </a:defPPr>
            <a:lvl1pPr>
              <a:buNone/>
              <a:defRPr sz="1875" b="1">
                <a:solidFill>
                  <a:srgbClr val="B85D35"/>
                </a:solidFill>
              </a:defRPr>
            </a:lvl1pPr>
            <a:lvl2pPr>
              <a:buNone/>
              <a:defRPr sz="1875" b="1">
                <a:solidFill>
                  <a:srgbClr val="B85D35"/>
                </a:solidFill>
              </a:defRPr>
            </a:lvl2pPr>
            <a:lvl3pPr>
              <a:buNone/>
              <a:defRPr sz="1875" b="1">
                <a:solidFill>
                  <a:srgbClr val="B85D35"/>
                </a:solidFill>
              </a:defRPr>
            </a:lvl3pPr>
            <a:lvl4pPr>
              <a:buNone/>
              <a:defRPr sz="1875" b="1">
                <a:solidFill>
                  <a:srgbClr val="B85D35"/>
                </a:solidFill>
              </a:defRPr>
            </a:lvl4pPr>
            <a:lvl5pPr>
              <a:buNone/>
              <a:defRPr sz="1875" b="1">
                <a:solidFill>
                  <a:srgbClr val="B85D35"/>
                </a:solidFill>
              </a:defRPr>
            </a:lvl5pPr>
            <a:lvl6pPr>
              <a:buNone/>
              <a:defRPr sz="1875" b="1">
                <a:solidFill>
                  <a:srgbClr val="B85D35"/>
                </a:solidFill>
              </a:defRPr>
            </a:lvl6pPr>
            <a:lvl7pPr>
              <a:buNone/>
              <a:defRPr sz="1875" b="1">
                <a:solidFill>
                  <a:srgbClr val="B85D35"/>
                </a:solidFill>
              </a:defRPr>
            </a:lvl7pPr>
            <a:lvl8pPr>
              <a:buNone/>
              <a:defRPr sz="1875" b="1">
                <a:solidFill>
                  <a:srgbClr val="B85D35"/>
                </a:solidFill>
              </a:defRPr>
            </a:lvl8pPr>
            <a:lvl9pPr>
              <a:buNone/>
              <a:defRPr sz="1875" b="1">
                <a:solidFill>
                  <a:srgbClr val="B85D35"/>
                </a:solidFill>
              </a:defRPr>
            </a:lvl9pPr>
          </a:lstStyle>
          <a:p xmlns:a="http://schemas.openxmlformats.org/drawingml/2006/main">
            <a:pPr>
              <a:buNone/>
              <a:defRPr sz="1875" b="1">
                <a:solidFill>
                  <a:srgbClr val="B85D35"/>
                </a:solidFill>
              </a:defRPr>
            </a:pPr>
            <a:r>
              <a:rPr sz="1875" b="1">
                <a:solidFill>
                  <a:srgbClr val="B85D35"/>
                </a:solidFill>
              </a:rPr>
              <a:t>IMAGE #5 / cosine 0.332</a:t>
            </a:r>
          </a:p>
        </p:txBody>
      </p:sp>
      <p:pic>
        <p:nvPicPr>
          <p:cNvPr id="5" name="">
            <a:extLst xmlns:a="http://schemas.openxmlformats.org/drawingml/2006/main">
              <a:ext uri="{FF2B5EF4-FFF2-40B4-BE49-F238E27FC236}">
                <a16:creationId xmlns:a16="http://schemas.microsoft.com/office/drawing/2014/main" id="{627FB2C7-EE58-4ED7-98B3-592F36472546}"/>
              </a:ext>
            </a:extLst>
          </p:cNvPr>
          <p:cNvPicPr>
            <a:picLocks xmlns:a="http://schemas.openxmlformats.org/drawingml/2006/main" noChangeAspect="1"/>
          </p:cNvPicPr>
          <p:nvPr/>
        </p:nvPicPr>
        <p:blipFill>
          <a:blip xmlns:r="http://schemas.openxmlformats.org/officeDocument/2006/relationships" xmlns:a="http://schemas.openxmlformats.org/drawingml/2006/main" r:embed="Ra1f96e35bad34c09"/>
          <a:stretch xmlns:a="http://schemas.openxmlformats.org/drawingml/2006/main"/>
        </p:blipFill>
        <p:spPr>
          <a:xfrm xmlns:a="http://schemas.openxmlformats.org/drawingml/2006/main">
            <a:off x="1264444" y="3000375"/>
            <a:ext cx="3786188" cy="2524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ED72DD9-90F2-4CA4-AA83-38F10FBD7F09}"/>
              </a:ext>
            </a:extLst>
          </p:cNvPr>
          <p:cNvSpPr>
            <a:spLocks xmlns:a="http://schemas.openxmlformats.org/drawingml/2006/main" noGrp="1"/>
          </p:cNvSpPr>
          <p:nvPr/>
        </p:nvSpPr>
        <p:spPr>
          <a:xfrm xmlns:a="http://schemas.openxmlformats.org/drawingml/2006/main">
            <a:off x="6477000" y="23812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B85D35"/>
                </a:solidFill>
              </a:defRPr>
            </a:defPPr>
            <a:lvl1pPr>
              <a:buNone/>
              <a:defRPr sz="1875" b="1">
                <a:solidFill>
                  <a:srgbClr val="B85D35"/>
                </a:solidFill>
              </a:defRPr>
            </a:lvl1pPr>
            <a:lvl2pPr>
              <a:buNone/>
              <a:defRPr sz="1875" b="1">
                <a:solidFill>
                  <a:srgbClr val="B85D35"/>
                </a:solidFill>
              </a:defRPr>
            </a:lvl2pPr>
            <a:lvl3pPr>
              <a:buNone/>
              <a:defRPr sz="1875" b="1">
                <a:solidFill>
                  <a:srgbClr val="B85D35"/>
                </a:solidFill>
              </a:defRPr>
            </a:lvl3pPr>
            <a:lvl4pPr>
              <a:buNone/>
              <a:defRPr sz="1875" b="1">
                <a:solidFill>
                  <a:srgbClr val="B85D35"/>
                </a:solidFill>
              </a:defRPr>
            </a:lvl4pPr>
            <a:lvl5pPr>
              <a:buNone/>
              <a:defRPr sz="1875" b="1">
                <a:solidFill>
                  <a:srgbClr val="B85D35"/>
                </a:solidFill>
              </a:defRPr>
            </a:lvl5pPr>
            <a:lvl6pPr>
              <a:buNone/>
              <a:defRPr sz="1875" b="1">
                <a:solidFill>
                  <a:srgbClr val="B85D35"/>
                </a:solidFill>
              </a:defRPr>
            </a:lvl6pPr>
            <a:lvl7pPr>
              <a:buNone/>
              <a:defRPr sz="1875" b="1">
                <a:solidFill>
                  <a:srgbClr val="B85D35"/>
                </a:solidFill>
              </a:defRPr>
            </a:lvl7pPr>
            <a:lvl8pPr>
              <a:buNone/>
              <a:defRPr sz="1875" b="1">
                <a:solidFill>
                  <a:srgbClr val="B85D35"/>
                </a:solidFill>
              </a:defRPr>
            </a:lvl8pPr>
            <a:lvl9pPr>
              <a:buNone/>
              <a:defRPr sz="1875" b="1">
                <a:solidFill>
                  <a:srgbClr val="B85D35"/>
                </a:solidFill>
              </a:defRPr>
            </a:lvl9pPr>
          </a:lstStyle>
          <a:p xmlns:a="http://schemas.openxmlformats.org/drawingml/2006/main">
            <a:pPr>
              <a:buNone/>
              <a:defRPr sz="1875" b="1">
                <a:solidFill>
                  <a:srgbClr val="B85D35"/>
                </a:solidFill>
              </a:defRPr>
            </a:pPr>
            <a:r>
              <a:rPr sz="1875" b="1">
                <a:solidFill>
                  <a:srgbClr val="B85D35"/>
                </a:solidFill>
              </a:rPr>
              <a:t>TEXT #4 / cosine 0.778</a:t>
            </a:r>
          </a:p>
        </p:txBody>
      </p:sp>
      <p:sp>
        <p:nvSpPr>
          <p:cNvPr id="7" name="">
            <a:extLst xmlns:a="http://schemas.openxmlformats.org/drawingml/2006/main">
              <a:ext uri="{FF2B5EF4-FFF2-40B4-BE49-F238E27FC236}">
                <a16:creationId xmlns:a16="http://schemas.microsoft.com/office/drawing/2014/main" id="{975B993A-EBE0-4425-B230-5D08412E0845}"/>
              </a:ext>
            </a:extLst>
          </p:cNvPr>
          <p:cNvSpPr>
            <a:spLocks xmlns:a="http://schemas.openxmlformats.org/drawingml/2006/main" noGrp="1"/>
          </p:cNvSpPr>
          <p:nvPr/>
        </p:nvSpPr>
        <p:spPr>
          <a:xfrm xmlns:a="http://schemas.openxmlformats.org/drawingml/2006/main">
            <a:off x="6477000" y="31718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23B32"/>
                </a:solidFill>
              </a:defRPr>
            </a:defPPr>
            <a:lvl1pPr>
              <a:buNone/>
              <a:defRPr sz="2775" b="1">
                <a:solidFill>
                  <a:srgbClr val="123B32"/>
                </a:solidFill>
              </a:defRPr>
            </a:lvl1pPr>
            <a:lvl2pPr>
              <a:buNone/>
              <a:defRPr sz="2775" b="1">
                <a:solidFill>
                  <a:srgbClr val="123B32"/>
                </a:solidFill>
              </a:defRPr>
            </a:lvl2pPr>
            <a:lvl3pPr>
              <a:buNone/>
              <a:defRPr sz="2775" b="1">
                <a:solidFill>
                  <a:srgbClr val="123B32"/>
                </a:solidFill>
              </a:defRPr>
            </a:lvl3pPr>
            <a:lvl4pPr>
              <a:buNone/>
              <a:defRPr sz="2775" b="1">
                <a:solidFill>
                  <a:srgbClr val="123B32"/>
                </a:solidFill>
              </a:defRPr>
            </a:lvl4pPr>
            <a:lvl5pPr>
              <a:buNone/>
              <a:defRPr sz="2775" b="1">
                <a:solidFill>
                  <a:srgbClr val="123B32"/>
                </a:solidFill>
              </a:defRPr>
            </a:lvl5pPr>
            <a:lvl6pPr>
              <a:buNone/>
              <a:defRPr sz="2775" b="1">
                <a:solidFill>
                  <a:srgbClr val="123B32"/>
                </a:solidFill>
              </a:defRPr>
            </a:lvl6pPr>
            <a:lvl7pPr>
              <a:buNone/>
              <a:defRPr sz="2775" b="1">
                <a:solidFill>
                  <a:srgbClr val="123B32"/>
                </a:solidFill>
              </a:defRPr>
            </a:lvl7pPr>
            <a:lvl8pPr>
              <a:buNone/>
              <a:defRPr sz="2775" b="1">
                <a:solidFill>
                  <a:srgbClr val="123B32"/>
                </a:solidFill>
              </a:defRPr>
            </a:lvl8pPr>
            <a:lvl9pPr>
              <a:buNone/>
              <a:defRPr sz="2775" b="1">
                <a:solidFill>
                  <a:srgbClr val="123B32"/>
                </a:solidFill>
              </a:defRPr>
            </a:lvl9pPr>
          </a:lstStyle>
          <a:p xmlns:a="http://schemas.openxmlformats.org/drawingml/2006/main">
            <a:pPr>
              <a:buNone/>
              <a:defRPr sz="2775" b="1">
                <a:solidFill>
                  <a:srgbClr val="123B32"/>
                </a:solidFill>
              </a:defRPr>
            </a:pPr>
            <a:r>
              <a:rPr sz="2775" b="1">
                <a:solidFill>
                  <a:srgbClr val="123B32"/>
                </a:solidFill>
              </a:rPr>
              <a:t>“About half the size</a:t>
            </a:r>
          </a:p>
          <a:p xmlns:a="http://schemas.openxmlformats.org/drawingml/2006/main">
            <a:pPr>
              <a:buNone/>
              <a:defRPr sz="2775" b="1">
                <a:solidFill>
                  <a:srgbClr val="123B32"/>
                </a:solidFill>
              </a:defRPr>
            </a:pPr>
            <a:r>
              <a:rPr sz="2775" b="1">
                <a:solidFill>
                  <a:srgbClr val="123B32"/>
                </a:solidFill>
              </a:rPr>
              <a:t>of Eurasian Lynx”</a:t>
            </a:r>
          </a:p>
        </p:txBody>
      </p:sp>
      <p:sp>
        <p:nvSpPr>
          <p:cNvPr id="8" name="">
            <a:extLst xmlns:a="http://schemas.openxmlformats.org/drawingml/2006/main">
              <a:ext uri="{FF2B5EF4-FFF2-40B4-BE49-F238E27FC236}">
                <a16:creationId xmlns:a16="http://schemas.microsoft.com/office/drawing/2014/main" id="{AAF04E0C-FC76-4B6C-A453-E8B3415A8FE4}"/>
              </a:ext>
            </a:extLst>
          </p:cNvPr>
          <p:cNvSpPr>
            <a:spLocks xmlns:a="http://schemas.openxmlformats.org/drawingml/2006/main" noGrp="1"/>
          </p:cNvSpPr>
          <p:nvPr/>
        </p:nvSpPr>
        <p:spPr>
          <a:xfrm xmlns:a="http://schemas.openxmlformats.org/drawingml/2006/main">
            <a:off x="6477000" y="4762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75C"/>
                </a:solidFill>
              </a:defRPr>
            </a:defPPr>
            <a:lvl1pPr>
              <a:buNone/>
              <a:defRPr sz="2025" b="0">
                <a:solidFill>
                  <a:srgbClr val="52675C"/>
                </a:solidFill>
              </a:defRPr>
            </a:lvl1pPr>
            <a:lvl2pPr>
              <a:buNone/>
              <a:defRPr sz="2025" b="0">
                <a:solidFill>
                  <a:srgbClr val="52675C"/>
                </a:solidFill>
              </a:defRPr>
            </a:lvl2pPr>
            <a:lvl3pPr>
              <a:buNone/>
              <a:defRPr sz="2025" b="0">
                <a:solidFill>
                  <a:srgbClr val="52675C"/>
                </a:solidFill>
              </a:defRPr>
            </a:lvl3pPr>
            <a:lvl4pPr>
              <a:buNone/>
              <a:defRPr sz="2025" b="0">
                <a:solidFill>
                  <a:srgbClr val="52675C"/>
                </a:solidFill>
              </a:defRPr>
            </a:lvl4pPr>
            <a:lvl5pPr>
              <a:buNone/>
              <a:defRPr sz="2025" b="0">
                <a:solidFill>
                  <a:srgbClr val="52675C"/>
                </a:solidFill>
              </a:defRPr>
            </a:lvl5pPr>
            <a:lvl6pPr>
              <a:buNone/>
              <a:defRPr sz="2025" b="0">
                <a:solidFill>
                  <a:srgbClr val="52675C"/>
                </a:solidFill>
              </a:defRPr>
            </a:lvl6pPr>
            <a:lvl7pPr>
              <a:buNone/>
              <a:defRPr sz="2025" b="0">
                <a:solidFill>
                  <a:srgbClr val="52675C"/>
                </a:solidFill>
              </a:defRPr>
            </a:lvl7pPr>
            <a:lvl8pPr>
              <a:buNone/>
              <a:defRPr sz="2025" b="0">
                <a:solidFill>
                  <a:srgbClr val="52675C"/>
                </a:solidFill>
              </a:defRPr>
            </a:lvl8pPr>
            <a:lvl9pPr>
              <a:buNone/>
              <a:defRPr sz="2025" b="0">
                <a:solidFill>
                  <a:srgbClr val="52675C"/>
                </a:solidFill>
              </a:defRPr>
            </a:lvl9pPr>
          </a:lstStyle>
          <a:p xmlns:a="http://schemas.openxmlformats.org/drawingml/2006/main">
            <a:pPr>
              <a:buNone/>
              <a:defRPr sz="2025" b="0">
                <a:solidFill>
                  <a:srgbClr val="52675C"/>
                </a:solidFill>
              </a:defRPr>
            </a:pPr>
            <a:r>
              <a:rPr sz="2025" b="0">
                <a:solidFill>
                  <a:srgbClr val="52675C"/>
                </a:solidFill>
              </a:rPr>
              <a:t>Catalogue label: Lynx pardinus</a:t>
            </a:r>
          </a:p>
        </p:txBody>
      </p:sp>
      <p:sp>
        <p:nvSpPr>
          <p:cNvPr id="9" name="">
            <a:extLst xmlns:a="http://schemas.openxmlformats.org/drawingml/2006/main">
              <a:ext uri="{FF2B5EF4-FFF2-40B4-BE49-F238E27FC236}">
                <a16:creationId xmlns:a16="http://schemas.microsoft.com/office/drawing/2014/main" id="{AF134EFC-BA41-4EBC-973C-A2118A45DFDE}"/>
              </a:ext>
            </a:extLst>
          </p:cNvPr>
          <p:cNvSpPr>
            <a:spLocks xmlns:a="http://schemas.openxmlformats.org/drawingml/2006/main" noGrp="1"/>
          </p:cNvSpPr>
          <p:nvPr/>
        </p:nvSpPr>
        <p:spPr>
          <a:xfrm xmlns:a="http://schemas.openxmlformats.org/drawingml/2006/main">
            <a:off x="609600" y="5581650"/>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buNone/>
              <a:defRPr sz="2100" b="1">
                <a:solidFill>
                  <a:srgbClr val="123B32"/>
                </a:solidFill>
              </a:defRPr>
            </a:lvl1pPr>
            <a:lvl2pPr>
              <a:buNone/>
              <a:defRPr sz="2100" b="1">
                <a:solidFill>
                  <a:srgbClr val="123B32"/>
                </a:solidFill>
              </a:defRPr>
            </a:lvl2pPr>
            <a:lvl3pPr>
              <a:buNone/>
              <a:defRPr sz="2100" b="1">
                <a:solidFill>
                  <a:srgbClr val="123B32"/>
                </a:solidFill>
              </a:defRPr>
            </a:lvl3pPr>
            <a:lvl4pPr>
              <a:buNone/>
              <a:defRPr sz="2100" b="1">
                <a:solidFill>
                  <a:srgbClr val="123B32"/>
                </a:solidFill>
              </a:defRPr>
            </a:lvl4pPr>
            <a:lvl5pPr>
              <a:buNone/>
              <a:defRPr sz="2100" b="1">
                <a:solidFill>
                  <a:srgbClr val="123B32"/>
                </a:solidFill>
              </a:defRPr>
            </a:lvl5pPr>
            <a:lvl6pPr>
              <a:buNone/>
              <a:defRPr sz="2100" b="1">
                <a:solidFill>
                  <a:srgbClr val="123B32"/>
                </a:solidFill>
              </a:defRPr>
            </a:lvl6pPr>
            <a:lvl7pPr>
              <a:buNone/>
              <a:defRPr sz="2100" b="1">
                <a:solidFill>
                  <a:srgbClr val="123B32"/>
                </a:solidFill>
              </a:defRPr>
            </a:lvl7pPr>
            <a:lvl8pPr>
              <a:buNone/>
              <a:defRPr sz="2100" b="1">
                <a:solidFill>
                  <a:srgbClr val="123B32"/>
                </a:solidFill>
              </a:defRPr>
            </a:lvl8pPr>
            <a:lvl9pPr>
              <a:buNone/>
              <a:defRPr sz="2100" b="1">
                <a:solidFill>
                  <a:srgbClr val="123B32"/>
                </a:solidFill>
              </a:defRPr>
            </a:lvl9pPr>
          </a:lstStyle>
          <a:p xmlns:a="http://schemas.openxmlformats.org/drawingml/2006/main">
            <a:pPr>
              <a:buNone/>
              <a:defRPr sz="2100" b="1">
                <a:solidFill>
                  <a:srgbClr val="123B32"/>
                </a:solidFill>
              </a:defRPr>
            </a:pPr>
            <a:r>
              <a:rPr sz="2100" b="1">
                <a:solidFill>
                  <a:srgbClr val="123B32"/>
                </a:solidFill>
              </a:rPr>
              <a:t>8 results / 4 images + 4 texts / explicit diversity policy</a:t>
            </a:r>
          </a:p>
        </p:txBody>
      </p:sp>
      <p:sp>
        <p:nvSpPr>
          <p:cNvPr id="10" name="">
            <a:extLst xmlns:a="http://schemas.openxmlformats.org/drawingml/2006/main">
              <a:ext uri="{FF2B5EF4-FFF2-40B4-BE49-F238E27FC236}">
                <a16:creationId xmlns:a16="http://schemas.microsoft.com/office/drawing/2014/main" id="{C43A937C-5E39-4943-9642-391638FA2568}"/>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Interface: top-k 1-50 / default 8 / distinct assets with explicit diversity</a:t>
            </a:r>
          </a:p>
        </p:txBody>
      </p:sp>
    </p:spTree>
    <p:extLst>
      <p:ext uri="{BB962C8B-B14F-4D97-AF65-F5344CB8AC3E}">
        <p14:creationId xmlns:p14="http://schemas.microsoft.com/office/powerpoint/2010/main" val="565379346"/>
      </p:ext>
    </p:extLst>
  </p:cSld>
</p:sld>
</file>

<file path=ppt/slides/slide19.xml><?xml version="1.0" encoding="utf-8"?>
<p:sld xmlns:p="http://schemas.openxmlformats.org/presentationml/2006/main">
  <p:cSld>
    <p:bg>
      <p:bgPr>
        <a:solidFill xmlns:a="http://schemas.openxmlformats.org/drawingml/2006/main">
          <a:srgbClr val="123B32"/>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DBF4CAF9-D2BF-4129-B5F0-05D95C3F833B}"/>
              </a:ext>
            </a:extLst>
          </p:cNvPr>
          <p:cNvCxnSpPr>
            <a:stCxn xmlns:a="http://schemas.openxmlformats.org/drawingml/2006/main" id="17" idx="1"/>
            <a:endCxn xmlns:a="http://schemas.openxmlformats.org/drawingml/2006/main" id="20" idx="3"/>
          </p:cNvCxnSpPr>
          <p:nvPr/>
        </p:nvCxnSpPr>
        <p:spPr>
          <a:xfrm xmlns:a="http://schemas.openxmlformats.org/drawingml/2006/main" flipH="1">
            <a:off x="5848350" y="5181600"/>
            <a:ext cx="571500" cy="0"/>
          </a:xfrm>
          <a:prstGeom xmlns:a="http://schemas.openxmlformats.org/drawingml/2006/main" prst="straightConnector1">
            <a:avLst/>
          </a:prstGeom>
          <a:ln xmlns:a="http://schemas.openxmlformats.org/drawingml/2006/main" w="25718">
            <a:solidFill>
              <a:srgbClr val="A2B5A4"/>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D456861B-C6CC-40DF-8AD4-EEFEF4D9D61F}"/>
              </a:ext>
            </a:extLst>
          </p:cNvPr>
          <p:cNvCxnSpPr>
            <a:stCxn xmlns:a="http://schemas.openxmlformats.org/drawingml/2006/main" id="14" idx="2"/>
            <a:endCxn xmlns:a="http://schemas.openxmlformats.org/drawingml/2006/main" id="17" idx="0"/>
          </p:cNvCxnSpPr>
          <p:nvPr/>
        </p:nvCxnSpPr>
        <p:spPr>
          <a:xfrm xmlns:a="http://schemas.openxmlformats.org/drawingml/2006/main" flipH="1">
            <a:off x="9020175" y="3714750"/>
            <a:ext cx="1743075" cy="1104900"/>
          </a:xfrm>
          <a:prstGeom xmlns:a="http://schemas.openxmlformats.org/drawingml/2006/main" prst="bentConnector4">
            <a:avLst>
              <a:gd name="adj1" fmla="val 0"/>
              <a:gd name="adj2" fmla="val 50000"/>
            </a:avLst>
          </a:prstGeom>
          <a:ln xmlns:a="http://schemas.openxmlformats.org/drawingml/2006/main" w="25718">
            <a:solidFill>
              <a:srgbClr val="A2B5A4"/>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1A612B8B-116F-4510-8986-B3BE19350D32}"/>
              </a:ext>
            </a:extLst>
          </p:cNvPr>
          <p:cNvCxnSpPr>
            <a:stCxn xmlns:a="http://schemas.openxmlformats.org/drawingml/2006/main" id="11" idx="3"/>
            <a:endCxn xmlns:a="http://schemas.openxmlformats.org/drawingml/2006/main" id="14" idx="1"/>
          </p:cNvCxnSpPr>
          <p:nvPr/>
        </p:nvCxnSpPr>
        <p:spPr>
          <a:xfrm xmlns:a="http://schemas.openxmlformats.org/drawingml/2006/main">
            <a:off x="9305925" y="3181350"/>
            <a:ext cx="6000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BF9148BA-322E-4045-9ED0-5B776CDCF139}"/>
              </a:ext>
            </a:extLst>
          </p:cNvPr>
          <p:cNvCxnSpPr>
            <a:stCxn xmlns:a="http://schemas.openxmlformats.org/drawingml/2006/main" id="7" idx="3"/>
            <a:endCxn xmlns:a="http://schemas.openxmlformats.org/drawingml/2006/main" id="11" idx="1"/>
          </p:cNvCxnSpPr>
          <p:nvPr/>
        </p:nvCxnSpPr>
        <p:spPr>
          <a:xfrm xmlns:a="http://schemas.openxmlformats.org/drawingml/2006/main">
            <a:off x="6381750" y="3181350"/>
            <a:ext cx="638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317365C6-4426-46B8-825A-7EF71F9FE584}"/>
              </a:ext>
            </a:extLst>
          </p:cNvPr>
          <p:cNvCxnSpPr>
            <a:stCxn xmlns:a="http://schemas.openxmlformats.org/drawingml/2006/main" id="5" idx="3"/>
            <a:endCxn xmlns:a="http://schemas.openxmlformats.org/drawingml/2006/main" id="7" idx="1"/>
          </p:cNvCxnSpPr>
          <p:nvPr/>
        </p:nvCxnSpPr>
        <p:spPr>
          <a:xfrm xmlns:a="http://schemas.openxmlformats.org/drawingml/2006/main" flipV="1">
            <a:off x="3181350" y="3181350"/>
            <a:ext cx="914400" cy="781050"/>
          </a:xfrm>
          <a:prstGeom xmlns:a="http://schemas.openxmlformats.org/drawingml/2006/main" prst="bentConnector3">
            <a:avLst>
              <a:gd name="adj1" fmla="val 50000"/>
            </a:avLst>
          </a:prstGeom>
          <a:ln xmlns:a="http://schemas.openxmlformats.org/drawingml/2006/main" w="25718">
            <a:solidFill>
              <a:srgbClr val="A2B5A4"/>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16601E78-7A6F-4EB4-BB0B-9E64C5B1F7D8}"/>
              </a:ext>
            </a:extLst>
          </p:cNvPr>
          <p:cNvCxnSpPr>
            <a:stCxn xmlns:a="http://schemas.openxmlformats.org/drawingml/2006/main" id="3" idx="3"/>
            <a:endCxn xmlns:a="http://schemas.openxmlformats.org/drawingml/2006/main" id="7" idx="1"/>
          </p:cNvCxnSpPr>
          <p:nvPr/>
        </p:nvCxnSpPr>
        <p:spPr>
          <a:xfrm xmlns:a="http://schemas.openxmlformats.org/drawingml/2006/main">
            <a:off x="3181350" y="2328863"/>
            <a:ext cx="914400" cy="852488"/>
          </a:xfrm>
          <a:prstGeom xmlns:a="http://schemas.openxmlformats.org/drawingml/2006/main" prst="bentConnector3">
            <a:avLst>
              <a:gd name="adj1" fmla="val 50000"/>
            </a:avLst>
          </a:prstGeom>
          <a:ln xmlns:a="http://schemas.openxmlformats.org/drawingml/2006/main" w="25718">
            <a:solidFill>
              <a:srgbClr val="A2B5A4"/>
            </a:solidFill>
            <a:prstDash val="solid"/>
            <a:tailEnd type="arrow" w="med" len="med"/>
          </a:ln>
        </p:spPr>
      </p:cxnSp>
      <p:sp>
        <p:nvSpPr>
          <p:cNvPr id="25" name="">
            <a:extLst xmlns:a="http://schemas.openxmlformats.org/drawingml/2006/main">
              <a:ext uri="{FF2B5EF4-FFF2-40B4-BE49-F238E27FC236}">
                <a16:creationId xmlns:a16="http://schemas.microsoft.com/office/drawing/2014/main" id="{C2351A2F-6A0E-40A7-9DE8-BAB7BA358C51}"/>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5F1E7"/>
                </a:solidFill>
              </a:defRPr>
            </a:defPPr>
            <a:lvl1pPr>
              <a:buNone/>
              <a:defRPr sz="3375" b="1">
                <a:solidFill>
                  <a:srgbClr val="F5F1E7"/>
                </a:solidFill>
              </a:defRPr>
            </a:lvl1pPr>
            <a:lvl2pPr>
              <a:buNone/>
              <a:defRPr sz="3375" b="1">
                <a:solidFill>
                  <a:srgbClr val="F5F1E7"/>
                </a:solidFill>
              </a:defRPr>
            </a:lvl2pPr>
            <a:lvl3pPr>
              <a:buNone/>
              <a:defRPr sz="3375" b="1">
                <a:solidFill>
                  <a:srgbClr val="F5F1E7"/>
                </a:solidFill>
              </a:defRPr>
            </a:lvl3pPr>
            <a:lvl4pPr>
              <a:buNone/>
              <a:defRPr sz="3375" b="1">
                <a:solidFill>
                  <a:srgbClr val="F5F1E7"/>
                </a:solidFill>
              </a:defRPr>
            </a:lvl4pPr>
            <a:lvl5pPr>
              <a:buNone/>
              <a:defRPr sz="3375" b="1">
                <a:solidFill>
                  <a:srgbClr val="F5F1E7"/>
                </a:solidFill>
              </a:defRPr>
            </a:lvl5pPr>
            <a:lvl6pPr>
              <a:buNone/>
              <a:defRPr sz="3375" b="1">
                <a:solidFill>
                  <a:srgbClr val="F5F1E7"/>
                </a:solidFill>
              </a:defRPr>
            </a:lvl6pPr>
            <a:lvl7pPr>
              <a:buNone/>
              <a:defRPr sz="3375" b="1">
                <a:solidFill>
                  <a:srgbClr val="F5F1E7"/>
                </a:solidFill>
              </a:defRPr>
            </a:lvl7pPr>
            <a:lvl8pPr>
              <a:buNone/>
              <a:defRPr sz="3375" b="1">
                <a:solidFill>
                  <a:srgbClr val="F5F1E7"/>
                </a:solidFill>
              </a:defRPr>
            </a:lvl8pPr>
            <a:lvl9pPr>
              <a:buNone/>
              <a:defRPr sz="3375" b="1">
                <a:solidFill>
                  <a:srgbClr val="F5F1E7"/>
                </a:solidFill>
              </a:defRPr>
            </a:lvl9pPr>
          </a:lstStyle>
          <a:p xmlns:a="http://schemas.openxmlformats.org/drawingml/2006/main">
            <a:pPr>
              <a:buNone/>
              <a:defRPr sz="3375" b="1">
                <a:solidFill>
                  <a:srgbClr val="F5F1E7"/>
                </a:solidFill>
              </a:defRPr>
            </a:pPr>
            <a:r>
              <a:rPr sz="3375" b="1">
                <a:solidFill>
                  <a:srgbClr val="F5F1E7"/>
                </a:solidFill>
              </a:rPr>
              <a:t>Task 3: answer from retrieved evidence</a:t>
            </a:r>
          </a:p>
        </p:txBody>
      </p:sp>
      <p:sp>
        <p:nvSpPr>
          <p:cNvPr id="2" name="">
            <a:extLst xmlns:a="http://schemas.openxmlformats.org/drawingml/2006/main">
              <a:ext uri="{FF2B5EF4-FFF2-40B4-BE49-F238E27FC236}">
                <a16:creationId xmlns:a16="http://schemas.microsoft.com/office/drawing/2014/main" id="{00D5C3C7-0C67-489E-99EB-1043938CC5EB}"/>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5D2"/>
                </a:solidFill>
              </a:defRPr>
            </a:defPPr>
            <a:lvl1pPr>
              <a:buNone/>
              <a:defRPr sz="1425" b="0">
                <a:solidFill>
                  <a:srgbClr val="DCE5D2"/>
                </a:solidFill>
              </a:defRPr>
            </a:lvl1pPr>
            <a:lvl2pPr>
              <a:buNone/>
              <a:defRPr sz="1425" b="0">
                <a:solidFill>
                  <a:srgbClr val="DCE5D2"/>
                </a:solidFill>
              </a:defRPr>
            </a:lvl2pPr>
            <a:lvl3pPr>
              <a:buNone/>
              <a:defRPr sz="1425" b="0">
                <a:solidFill>
                  <a:srgbClr val="DCE5D2"/>
                </a:solidFill>
              </a:defRPr>
            </a:lvl3pPr>
            <a:lvl4pPr>
              <a:buNone/>
              <a:defRPr sz="1425" b="0">
                <a:solidFill>
                  <a:srgbClr val="DCE5D2"/>
                </a:solidFill>
              </a:defRPr>
            </a:lvl4pPr>
            <a:lvl5pPr>
              <a:buNone/>
              <a:defRPr sz="1425" b="0">
                <a:solidFill>
                  <a:srgbClr val="DCE5D2"/>
                </a:solidFill>
              </a:defRPr>
            </a:lvl5pPr>
            <a:lvl6pPr>
              <a:buNone/>
              <a:defRPr sz="1425" b="0">
                <a:solidFill>
                  <a:srgbClr val="DCE5D2"/>
                </a:solidFill>
              </a:defRPr>
            </a:lvl6pPr>
            <a:lvl7pPr>
              <a:buNone/>
              <a:defRPr sz="1425" b="0">
                <a:solidFill>
                  <a:srgbClr val="DCE5D2"/>
                </a:solidFill>
              </a:defRPr>
            </a:lvl7pPr>
            <a:lvl8pPr>
              <a:buNone/>
              <a:defRPr sz="1425" b="0">
                <a:solidFill>
                  <a:srgbClr val="DCE5D2"/>
                </a:solidFill>
              </a:defRPr>
            </a:lvl8pPr>
            <a:lvl9pPr>
              <a:buNone/>
              <a:defRPr sz="1425" b="0">
                <a:solidFill>
                  <a:srgbClr val="DCE5D2"/>
                </a:solidFill>
              </a:defRPr>
            </a:lvl9pPr>
          </a:lstStyle>
          <a:p xmlns:a="http://schemas.openxmlformats.org/drawingml/2006/main">
            <a:pPr>
              <a:buNone/>
              <a:defRPr sz="1425" b="0">
                <a:solidFill>
                  <a:srgbClr val="DCE5D2"/>
                </a:solidFill>
              </a:defRPr>
            </a:pPr>
            <a:r>
              <a:rPr sz="1425" b="0">
                <a:solidFill>
                  <a:srgbClr val="DCE5D2"/>
                </a:solidFill>
              </a:rPr>
              <a:t>19</a:t>
            </a:r>
          </a:p>
        </p:txBody>
      </p:sp>
      <p:sp>
        <p:nvSpPr>
          <p:cNvPr id="3" name="">
            <a:extLst xmlns:a="http://schemas.openxmlformats.org/drawingml/2006/main">
              <a:ext uri="{FF2B5EF4-FFF2-40B4-BE49-F238E27FC236}">
                <a16:creationId xmlns:a16="http://schemas.microsoft.com/office/drawing/2014/main" id="{CFD83BE2-04B4-49CB-97AA-018CB738EBFA}"/>
              </a:ext>
            </a:extLst>
          </p:cNvPr>
          <p:cNvSpPr>
            <a:spLocks xmlns:a="http://schemas.openxmlformats.org/drawingml/2006/main" noGrp="1"/>
          </p:cNvSpPr>
          <p:nvPr/>
        </p:nvSpPr>
        <p:spPr>
          <a:xfrm xmlns:a="http://schemas.openxmlformats.org/drawingml/2006/main">
            <a:off x="609600" y="1924050"/>
            <a:ext cx="2571750" cy="80962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4" name="">
            <a:extLst xmlns:a="http://schemas.openxmlformats.org/drawingml/2006/main">
              <a:ext uri="{FF2B5EF4-FFF2-40B4-BE49-F238E27FC236}">
                <a16:creationId xmlns:a16="http://schemas.microsoft.com/office/drawing/2014/main" id="{32735218-7434-4F94-A1BA-721859EE051D}"/>
              </a:ext>
            </a:extLst>
          </p:cNvPr>
          <p:cNvSpPr>
            <a:spLocks xmlns:a="http://schemas.openxmlformats.org/drawingml/2006/main" noGrp="1"/>
          </p:cNvSpPr>
          <p:nvPr/>
        </p:nvSpPr>
        <p:spPr>
          <a:xfrm xmlns:a="http://schemas.openxmlformats.org/drawingml/2006/main">
            <a:off x="771525" y="2076450"/>
            <a:ext cx="2247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Text question</a:t>
            </a:r>
          </a:p>
        </p:txBody>
      </p:sp>
      <p:sp>
        <p:nvSpPr>
          <p:cNvPr id="5" name="">
            <a:extLst xmlns:a="http://schemas.openxmlformats.org/drawingml/2006/main">
              <a:ext uri="{FF2B5EF4-FFF2-40B4-BE49-F238E27FC236}">
                <a16:creationId xmlns:a16="http://schemas.microsoft.com/office/drawing/2014/main" id="{DDC85ED9-3E0A-4600-8E7B-831C046FFCE2}"/>
              </a:ext>
            </a:extLst>
          </p:cNvPr>
          <p:cNvSpPr>
            <a:spLocks xmlns:a="http://schemas.openxmlformats.org/drawingml/2006/main" noGrp="1"/>
          </p:cNvSpPr>
          <p:nvPr/>
        </p:nvSpPr>
        <p:spPr>
          <a:xfrm xmlns:a="http://schemas.openxmlformats.org/drawingml/2006/main">
            <a:off x="609600" y="3409950"/>
            <a:ext cx="2571750" cy="11049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6" name="">
            <a:extLst xmlns:a="http://schemas.openxmlformats.org/drawingml/2006/main">
              <a:ext uri="{FF2B5EF4-FFF2-40B4-BE49-F238E27FC236}">
                <a16:creationId xmlns:a16="http://schemas.microsoft.com/office/drawing/2014/main" id="{3EA4F08A-AA89-47A5-98D2-46104B837C1D}"/>
              </a:ext>
            </a:extLst>
          </p:cNvPr>
          <p:cNvSpPr>
            <a:spLocks xmlns:a="http://schemas.openxmlformats.org/drawingml/2006/main" noGrp="1"/>
          </p:cNvSpPr>
          <p:nvPr/>
        </p:nvSpPr>
        <p:spPr>
          <a:xfrm xmlns:a="http://schemas.openxmlformats.org/drawingml/2006/main">
            <a:off x="771525" y="3562350"/>
            <a:ext cx="2247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Optional image</a:t>
            </a:r>
          </a:p>
          <a:p xmlns:a="http://schemas.openxmlformats.org/drawingml/2006/main">
            <a:pPr>
              <a:buNone/>
              <a:defRPr sz="2175" b="1">
                <a:solidFill>
                  <a:srgbClr val="123B32"/>
                </a:solidFill>
              </a:defRPr>
            </a:pPr>
            <a:r>
              <a:rPr sz="2175" b="1">
                <a:solidFill>
                  <a:srgbClr val="123B32"/>
                </a:solidFill>
              </a:rPr>
              <a:t>CLIP + BLIP</a:t>
            </a:r>
          </a:p>
        </p:txBody>
      </p:sp>
      <p:sp>
        <p:nvSpPr>
          <p:cNvPr id="7" name="">
            <a:extLst xmlns:a="http://schemas.openxmlformats.org/drawingml/2006/main">
              <a:ext uri="{FF2B5EF4-FFF2-40B4-BE49-F238E27FC236}">
                <a16:creationId xmlns:a16="http://schemas.microsoft.com/office/drawing/2014/main" id="{227D25FC-2B07-47E1-B106-43A2ADB48C93}"/>
              </a:ext>
            </a:extLst>
          </p:cNvPr>
          <p:cNvSpPr>
            <a:spLocks xmlns:a="http://schemas.openxmlformats.org/drawingml/2006/main" noGrp="1"/>
          </p:cNvSpPr>
          <p:nvPr/>
        </p:nvSpPr>
        <p:spPr>
          <a:xfrm xmlns:a="http://schemas.openxmlformats.org/drawingml/2006/main">
            <a:off x="4095750" y="2647950"/>
            <a:ext cx="2286000" cy="1066800"/>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8" name="">
            <a:extLst xmlns:a="http://schemas.openxmlformats.org/drawingml/2006/main">
              <a:ext uri="{FF2B5EF4-FFF2-40B4-BE49-F238E27FC236}">
                <a16:creationId xmlns:a16="http://schemas.microsoft.com/office/drawing/2014/main" id="{10EB638A-C72F-4DAD-A49E-F0A82792BBB0}"/>
              </a:ext>
            </a:extLst>
          </p:cNvPr>
          <p:cNvSpPr>
            <a:spLocks xmlns:a="http://schemas.openxmlformats.org/drawingml/2006/main" noGrp="1"/>
          </p:cNvSpPr>
          <p:nvPr/>
        </p:nvSpPr>
        <p:spPr>
          <a:xfrm xmlns:a="http://schemas.openxmlformats.org/drawingml/2006/main">
            <a:off x="4257675" y="2800350"/>
            <a:ext cx="1962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Retrieve</a:t>
            </a:r>
          </a:p>
          <a:p xmlns:a="http://schemas.openxmlformats.org/drawingml/2006/main">
            <a:pPr>
              <a:buNone/>
              <a:defRPr sz="2325" b="1">
                <a:solidFill>
                  <a:srgbClr val="123B32"/>
                </a:solidFill>
              </a:defRPr>
            </a:pPr>
            <a:r>
              <a:rPr sz="2325" b="1">
                <a:solidFill>
                  <a:srgbClr val="123B32"/>
                </a:solidFill>
              </a:rPr>
              <a:t>E5 / CLIP</a:t>
            </a:r>
          </a:p>
        </p:txBody>
      </p:sp>
      <p:sp>
        <p:nvSpPr>
          <p:cNvPr id="11" name="">
            <a:extLst xmlns:a="http://schemas.openxmlformats.org/drawingml/2006/main">
              <a:ext uri="{FF2B5EF4-FFF2-40B4-BE49-F238E27FC236}">
                <a16:creationId xmlns:a16="http://schemas.microsoft.com/office/drawing/2014/main" id="{5690B69F-0257-449E-9855-E6C818640CD4}"/>
              </a:ext>
            </a:extLst>
          </p:cNvPr>
          <p:cNvSpPr>
            <a:spLocks xmlns:a="http://schemas.openxmlformats.org/drawingml/2006/main" noGrp="1"/>
          </p:cNvSpPr>
          <p:nvPr/>
        </p:nvSpPr>
        <p:spPr>
          <a:xfrm xmlns:a="http://schemas.openxmlformats.org/drawingml/2006/main">
            <a:off x="7019925" y="2647950"/>
            <a:ext cx="2286000" cy="10668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2" name="">
            <a:extLst xmlns:a="http://schemas.openxmlformats.org/drawingml/2006/main">
              <a:ext uri="{FF2B5EF4-FFF2-40B4-BE49-F238E27FC236}">
                <a16:creationId xmlns:a16="http://schemas.microsoft.com/office/drawing/2014/main" id="{5646CB22-A29F-403E-B8FD-F18FA742F186}"/>
              </a:ext>
            </a:extLst>
          </p:cNvPr>
          <p:cNvSpPr>
            <a:spLocks xmlns:a="http://schemas.openxmlformats.org/drawingml/2006/main" noGrp="1"/>
          </p:cNvSpPr>
          <p:nvPr/>
        </p:nvSpPr>
        <p:spPr>
          <a:xfrm xmlns:a="http://schemas.openxmlformats.org/drawingml/2006/main">
            <a:off x="7181850" y="2800350"/>
            <a:ext cx="1962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23B32"/>
                </a:solidFill>
              </a:defRPr>
            </a:defPPr>
            <a:lvl1pPr>
              <a:buNone/>
              <a:defRPr sz="2100" b="1">
                <a:solidFill>
                  <a:srgbClr val="123B32"/>
                </a:solidFill>
              </a:defRPr>
            </a:lvl1pPr>
            <a:lvl2pPr>
              <a:buNone/>
              <a:defRPr sz="2100" b="1">
                <a:solidFill>
                  <a:srgbClr val="123B32"/>
                </a:solidFill>
              </a:defRPr>
            </a:lvl2pPr>
            <a:lvl3pPr>
              <a:buNone/>
              <a:defRPr sz="2100" b="1">
                <a:solidFill>
                  <a:srgbClr val="123B32"/>
                </a:solidFill>
              </a:defRPr>
            </a:lvl3pPr>
            <a:lvl4pPr>
              <a:buNone/>
              <a:defRPr sz="2100" b="1">
                <a:solidFill>
                  <a:srgbClr val="123B32"/>
                </a:solidFill>
              </a:defRPr>
            </a:lvl4pPr>
            <a:lvl5pPr>
              <a:buNone/>
              <a:defRPr sz="2100" b="1">
                <a:solidFill>
                  <a:srgbClr val="123B32"/>
                </a:solidFill>
              </a:defRPr>
            </a:lvl5pPr>
            <a:lvl6pPr>
              <a:buNone/>
              <a:defRPr sz="2100" b="1">
                <a:solidFill>
                  <a:srgbClr val="123B32"/>
                </a:solidFill>
              </a:defRPr>
            </a:lvl6pPr>
            <a:lvl7pPr>
              <a:buNone/>
              <a:defRPr sz="2100" b="1">
                <a:solidFill>
                  <a:srgbClr val="123B32"/>
                </a:solidFill>
              </a:defRPr>
            </a:lvl7pPr>
            <a:lvl8pPr>
              <a:buNone/>
              <a:defRPr sz="2100" b="1">
                <a:solidFill>
                  <a:srgbClr val="123B32"/>
                </a:solidFill>
              </a:defRPr>
            </a:lvl8pPr>
            <a:lvl9pPr>
              <a:buNone/>
              <a:defRPr sz="2100" b="1">
                <a:solidFill>
                  <a:srgbClr val="123B32"/>
                </a:solidFill>
              </a:defRPr>
            </a:lvl9pPr>
          </a:lstStyle>
          <a:p xmlns:a="http://schemas.openxmlformats.org/drawingml/2006/main">
            <a:pPr>
              <a:buNone/>
              <a:defRPr sz="2100" b="1">
                <a:solidFill>
                  <a:srgbClr val="123B32"/>
                </a:solidFill>
              </a:defRPr>
            </a:pPr>
            <a:r>
              <a:rPr sz="2100" b="1">
                <a:solidFill>
                  <a:srgbClr val="123B32"/>
                </a:solidFill>
              </a:rPr>
              <a:t>Evidence</a:t>
            </a:r>
          </a:p>
          <a:p xmlns:a="http://schemas.openxmlformats.org/drawingml/2006/main">
            <a:pPr>
              <a:buNone/>
              <a:defRPr sz="2100" b="1">
                <a:solidFill>
                  <a:srgbClr val="123B32"/>
                </a:solidFill>
              </a:defRPr>
            </a:pPr>
            <a:r>
              <a:rPr sz="2100" b="1">
                <a:solidFill>
                  <a:srgbClr val="123B32"/>
                </a:solidFill>
              </a:rPr>
              <a:t>ID + text</a:t>
            </a:r>
          </a:p>
        </p:txBody>
      </p:sp>
      <p:sp>
        <p:nvSpPr>
          <p:cNvPr id="14" name="">
            <a:extLst xmlns:a="http://schemas.openxmlformats.org/drawingml/2006/main">
              <a:ext uri="{FF2B5EF4-FFF2-40B4-BE49-F238E27FC236}">
                <a16:creationId xmlns:a16="http://schemas.microsoft.com/office/drawing/2014/main" id="{1B772A49-BB53-4B98-B6CF-65382E902D93}"/>
              </a:ext>
            </a:extLst>
          </p:cNvPr>
          <p:cNvSpPr>
            <a:spLocks xmlns:a="http://schemas.openxmlformats.org/drawingml/2006/main" noGrp="1"/>
          </p:cNvSpPr>
          <p:nvPr/>
        </p:nvSpPr>
        <p:spPr>
          <a:xfrm xmlns:a="http://schemas.openxmlformats.org/drawingml/2006/main">
            <a:off x="9906000" y="2647950"/>
            <a:ext cx="1714500" cy="106680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5" name="">
            <a:extLst xmlns:a="http://schemas.openxmlformats.org/drawingml/2006/main">
              <a:ext uri="{FF2B5EF4-FFF2-40B4-BE49-F238E27FC236}">
                <a16:creationId xmlns:a16="http://schemas.microsoft.com/office/drawing/2014/main" id="{443F6E92-DFAF-4520-BF76-6C1FCDCFE05A}"/>
              </a:ext>
            </a:extLst>
          </p:cNvPr>
          <p:cNvSpPr>
            <a:spLocks xmlns:a="http://schemas.openxmlformats.org/drawingml/2006/main" noGrp="1"/>
          </p:cNvSpPr>
          <p:nvPr/>
        </p:nvSpPr>
        <p:spPr>
          <a:xfrm xmlns:a="http://schemas.openxmlformats.org/drawingml/2006/main">
            <a:off x="10067925" y="2800350"/>
            <a:ext cx="1390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23B32"/>
                </a:solidFill>
              </a:defRPr>
            </a:defPPr>
            <a:lvl1pPr>
              <a:buNone/>
              <a:defRPr sz="2025" b="1">
                <a:solidFill>
                  <a:srgbClr val="123B32"/>
                </a:solidFill>
              </a:defRPr>
            </a:lvl1pPr>
            <a:lvl2pPr>
              <a:buNone/>
              <a:defRPr sz="2025" b="1">
                <a:solidFill>
                  <a:srgbClr val="123B32"/>
                </a:solidFill>
              </a:defRPr>
            </a:lvl2pPr>
            <a:lvl3pPr>
              <a:buNone/>
              <a:defRPr sz="2025" b="1">
                <a:solidFill>
                  <a:srgbClr val="123B32"/>
                </a:solidFill>
              </a:defRPr>
            </a:lvl3pPr>
            <a:lvl4pPr>
              <a:buNone/>
              <a:defRPr sz="2025" b="1">
                <a:solidFill>
                  <a:srgbClr val="123B32"/>
                </a:solidFill>
              </a:defRPr>
            </a:lvl4pPr>
            <a:lvl5pPr>
              <a:buNone/>
              <a:defRPr sz="2025" b="1">
                <a:solidFill>
                  <a:srgbClr val="123B32"/>
                </a:solidFill>
              </a:defRPr>
            </a:lvl5pPr>
            <a:lvl6pPr>
              <a:buNone/>
              <a:defRPr sz="2025" b="1">
                <a:solidFill>
                  <a:srgbClr val="123B32"/>
                </a:solidFill>
              </a:defRPr>
            </a:lvl6pPr>
            <a:lvl7pPr>
              <a:buNone/>
              <a:defRPr sz="2025" b="1">
                <a:solidFill>
                  <a:srgbClr val="123B32"/>
                </a:solidFill>
              </a:defRPr>
            </a:lvl7pPr>
            <a:lvl8pPr>
              <a:buNone/>
              <a:defRPr sz="2025" b="1">
                <a:solidFill>
                  <a:srgbClr val="123B32"/>
                </a:solidFill>
              </a:defRPr>
            </a:lvl8pPr>
            <a:lvl9pPr>
              <a:buNone/>
              <a:defRPr sz="2025" b="1">
                <a:solidFill>
                  <a:srgbClr val="123B32"/>
                </a:solidFill>
              </a:defRPr>
            </a:lvl9pPr>
          </a:lstStyle>
          <a:p xmlns:a="http://schemas.openxmlformats.org/drawingml/2006/main">
            <a:pPr>
              <a:buNone/>
              <a:defRPr sz="2025" b="1">
                <a:solidFill>
                  <a:srgbClr val="123B32"/>
                </a:solidFill>
              </a:defRPr>
            </a:pPr>
            <a:r>
              <a:rPr sz="2025" b="1">
                <a:solidFill>
                  <a:srgbClr val="123B32"/>
                </a:solidFill>
              </a:rPr>
              <a:t>Generate</a:t>
            </a:r>
          </a:p>
          <a:p xmlns:a="http://schemas.openxmlformats.org/drawingml/2006/main">
            <a:pPr>
              <a:buNone/>
              <a:defRPr sz="2025" b="1">
                <a:solidFill>
                  <a:srgbClr val="123B32"/>
                </a:solidFill>
              </a:defRPr>
            </a:pPr>
            <a:r>
              <a:rPr sz="2025" b="1">
                <a:solidFill>
                  <a:srgbClr val="123B32"/>
                </a:solidFill>
              </a:rPr>
              <a:t>Qwen 3B</a:t>
            </a:r>
          </a:p>
        </p:txBody>
      </p:sp>
      <p:sp>
        <p:nvSpPr>
          <p:cNvPr id="17" name="">
            <a:extLst xmlns:a="http://schemas.openxmlformats.org/drawingml/2006/main">
              <a:ext uri="{FF2B5EF4-FFF2-40B4-BE49-F238E27FC236}">
                <a16:creationId xmlns:a16="http://schemas.microsoft.com/office/drawing/2014/main" id="{1C80AB09-395B-48A9-A2FD-A9F1B3262233}"/>
              </a:ext>
            </a:extLst>
          </p:cNvPr>
          <p:cNvSpPr>
            <a:spLocks xmlns:a="http://schemas.openxmlformats.org/drawingml/2006/main" noGrp="1"/>
          </p:cNvSpPr>
          <p:nvPr/>
        </p:nvSpPr>
        <p:spPr>
          <a:xfrm xmlns:a="http://schemas.openxmlformats.org/drawingml/2006/main">
            <a:off x="6419850" y="4819650"/>
            <a:ext cx="5200650" cy="723900"/>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18" name="">
            <a:extLst xmlns:a="http://schemas.openxmlformats.org/drawingml/2006/main">
              <a:ext uri="{FF2B5EF4-FFF2-40B4-BE49-F238E27FC236}">
                <a16:creationId xmlns:a16="http://schemas.microsoft.com/office/drawing/2014/main" id="{30A8F344-A88D-4CEF-B037-6676E0D09999}"/>
              </a:ext>
            </a:extLst>
          </p:cNvPr>
          <p:cNvSpPr>
            <a:spLocks xmlns:a="http://schemas.openxmlformats.org/drawingml/2006/main" noGrp="1"/>
          </p:cNvSpPr>
          <p:nvPr/>
        </p:nvSpPr>
        <p:spPr>
          <a:xfrm xmlns:a="http://schemas.openxmlformats.org/drawingml/2006/main">
            <a:off x="6581775" y="4972050"/>
            <a:ext cx="4876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23B32"/>
                </a:solidFill>
              </a:defRPr>
            </a:defPPr>
            <a:lvl1pPr>
              <a:buNone/>
              <a:defRPr sz="2175" b="1">
                <a:solidFill>
                  <a:srgbClr val="123B32"/>
                </a:solidFill>
              </a:defRPr>
            </a:lvl1pPr>
            <a:lvl2pPr>
              <a:buNone/>
              <a:defRPr sz="2175" b="1">
                <a:solidFill>
                  <a:srgbClr val="123B32"/>
                </a:solidFill>
              </a:defRPr>
            </a:lvl2pPr>
            <a:lvl3pPr>
              <a:buNone/>
              <a:defRPr sz="2175" b="1">
                <a:solidFill>
                  <a:srgbClr val="123B32"/>
                </a:solidFill>
              </a:defRPr>
            </a:lvl3pPr>
            <a:lvl4pPr>
              <a:buNone/>
              <a:defRPr sz="2175" b="1">
                <a:solidFill>
                  <a:srgbClr val="123B32"/>
                </a:solidFill>
              </a:defRPr>
            </a:lvl4pPr>
            <a:lvl5pPr>
              <a:buNone/>
              <a:defRPr sz="2175" b="1">
                <a:solidFill>
                  <a:srgbClr val="123B32"/>
                </a:solidFill>
              </a:defRPr>
            </a:lvl5pPr>
            <a:lvl6pPr>
              <a:buNone/>
              <a:defRPr sz="2175" b="1">
                <a:solidFill>
                  <a:srgbClr val="123B32"/>
                </a:solidFill>
              </a:defRPr>
            </a:lvl6pPr>
            <a:lvl7pPr>
              <a:buNone/>
              <a:defRPr sz="2175" b="1">
                <a:solidFill>
                  <a:srgbClr val="123B32"/>
                </a:solidFill>
              </a:defRPr>
            </a:lvl7pPr>
            <a:lvl8pPr>
              <a:buNone/>
              <a:defRPr sz="2175" b="1">
                <a:solidFill>
                  <a:srgbClr val="123B32"/>
                </a:solidFill>
              </a:defRPr>
            </a:lvl8pPr>
            <a:lvl9pPr>
              <a:buNone/>
              <a:defRPr sz="2175" b="1">
                <a:solidFill>
                  <a:srgbClr val="123B32"/>
                </a:solidFill>
              </a:defRPr>
            </a:lvl9pPr>
          </a:lstStyle>
          <a:p xmlns:a="http://schemas.openxmlformats.org/drawingml/2006/main">
            <a:pPr>
              <a:buNone/>
              <a:defRPr sz="2175" b="1">
                <a:solidFill>
                  <a:srgbClr val="123B32"/>
                </a:solidFill>
              </a:defRPr>
            </a:pPr>
            <a:r>
              <a:rPr sz="2175" b="1">
                <a:solidFill>
                  <a:srgbClr val="123B32"/>
                </a:solidFill>
              </a:rPr>
              <a:t>Check source IDs and quotations</a:t>
            </a:r>
          </a:p>
        </p:txBody>
      </p:sp>
      <p:sp>
        <p:nvSpPr>
          <p:cNvPr id="20" name="">
            <a:extLst xmlns:a="http://schemas.openxmlformats.org/drawingml/2006/main">
              <a:ext uri="{FF2B5EF4-FFF2-40B4-BE49-F238E27FC236}">
                <a16:creationId xmlns:a16="http://schemas.microsoft.com/office/drawing/2014/main" id="{E48522F1-166F-48DC-964B-DC6312B63876}"/>
              </a:ext>
            </a:extLst>
          </p:cNvPr>
          <p:cNvSpPr>
            <a:spLocks xmlns:a="http://schemas.openxmlformats.org/drawingml/2006/main" noGrp="1"/>
          </p:cNvSpPr>
          <p:nvPr/>
        </p:nvSpPr>
        <p:spPr>
          <a:xfrm xmlns:a="http://schemas.openxmlformats.org/drawingml/2006/main">
            <a:off x="609600" y="4819650"/>
            <a:ext cx="5238750" cy="723900"/>
          </a:xfrm>
          <a:prstGeom xmlns:a="http://schemas.openxmlformats.org/drawingml/2006/main" prst="rect">
            <a:avLst/>
          </a:prstGeom>
          <a:solidFill xmlns:a="http://schemas.openxmlformats.org/drawingml/2006/main">
            <a:srgbClr val="123B32"/>
          </a:solidFill>
          <a:ln xmlns:a="http://schemas.openxmlformats.org/drawingml/2006/main" w="12383">
            <a:solidFill>
              <a:srgbClr val="A2B5A4"/>
            </a:solidFill>
          </a:ln>
        </p:spPr>
      </p:sp>
      <p:sp>
        <p:nvSpPr>
          <p:cNvPr id="21" name="">
            <a:extLst xmlns:a="http://schemas.openxmlformats.org/drawingml/2006/main">
              <a:ext uri="{FF2B5EF4-FFF2-40B4-BE49-F238E27FC236}">
                <a16:creationId xmlns:a16="http://schemas.microsoft.com/office/drawing/2014/main" id="{C81A9441-24B6-42C9-9F0F-A9D58311660B}"/>
              </a:ext>
            </a:extLst>
          </p:cNvPr>
          <p:cNvSpPr>
            <a:spLocks xmlns:a="http://schemas.openxmlformats.org/drawingml/2006/main" noGrp="1"/>
          </p:cNvSpPr>
          <p:nvPr/>
        </p:nvSpPr>
        <p:spPr>
          <a:xfrm xmlns:a="http://schemas.openxmlformats.org/drawingml/2006/main">
            <a:off x="771525" y="4972050"/>
            <a:ext cx="4914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5F1E7"/>
                </a:solidFill>
              </a:defRPr>
            </a:defPPr>
            <a:lvl1pPr>
              <a:buNone/>
              <a:defRPr sz="2025" b="1">
                <a:solidFill>
                  <a:srgbClr val="F5F1E7"/>
                </a:solidFill>
              </a:defRPr>
            </a:lvl1pPr>
            <a:lvl2pPr>
              <a:buNone/>
              <a:defRPr sz="2025" b="1">
                <a:solidFill>
                  <a:srgbClr val="F5F1E7"/>
                </a:solidFill>
              </a:defRPr>
            </a:lvl2pPr>
            <a:lvl3pPr>
              <a:buNone/>
              <a:defRPr sz="2025" b="1">
                <a:solidFill>
                  <a:srgbClr val="F5F1E7"/>
                </a:solidFill>
              </a:defRPr>
            </a:lvl3pPr>
            <a:lvl4pPr>
              <a:buNone/>
              <a:defRPr sz="2025" b="1">
                <a:solidFill>
                  <a:srgbClr val="F5F1E7"/>
                </a:solidFill>
              </a:defRPr>
            </a:lvl4pPr>
            <a:lvl5pPr>
              <a:buNone/>
              <a:defRPr sz="2025" b="1">
                <a:solidFill>
                  <a:srgbClr val="F5F1E7"/>
                </a:solidFill>
              </a:defRPr>
            </a:lvl5pPr>
            <a:lvl6pPr>
              <a:buNone/>
              <a:defRPr sz="2025" b="1">
                <a:solidFill>
                  <a:srgbClr val="F5F1E7"/>
                </a:solidFill>
              </a:defRPr>
            </a:lvl6pPr>
            <a:lvl7pPr>
              <a:buNone/>
              <a:defRPr sz="2025" b="1">
                <a:solidFill>
                  <a:srgbClr val="F5F1E7"/>
                </a:solidFill>
              </a:defRPr>
            </a:lvl7pPr>
            <a:lvl8pPr>
              <a:buNone/>
              <a:defRPr sz="2025" b="1">
                <a:solidFill>
                  <a:srgbClr val="F5F1E7"/>
                </a:solidFill>
              </a:defRPr>
            </a:lvl8pPr>
            <a:lvl9pPr>
              <a:buNone/>
              <a:defRPr sz="2025" b="1">
                <a:solidFill>
                  <a:srgbClr val="F5F1E7"/>
                </a:solidFill>
              </a:defRPr>
            </a:lvl9pPr>
          </a:lstStyle>
          <a:p xmlns:a="http://schemas.openxmlformats.org/drawingml/2006/main">
            <a:pPr>
              <a:buNone/>
              <a:defRPr sz="2025" b="1">
                <a:solidFill>
                  <a:srgbClr val="F5F1E7"/>
                </a:solidFill>
              </a:defRPr>
            </a:pPr>
            <a:r>
              <a:rPr sz="2025" b="1">
                <a:solidFill>
                  <a:srgbClr val="F5F1E7"/>
                </a:solidFill>
              </a:rPr>
              <a:t>Answer / partial / abstention</a:t>
            </a:r>
          </a:p>
        </p:txBody>
      </p:sp>
      <p:sp>
        <p:nvSpPr>
          <p:cNvPr id="23" name="">
            <a:extLst xmlns:a="http://schemas.openxmlformats.org/drawingml/2006/main">
              <a:ext uri="{FF2B5EF4-FFF2-40B4-BE49-F238E27FC236}">
                <a16:creationId xmlns:a16="http://schemas.microsoft.com/office/drawing/2014/main" id="{A13F60E0-BAB0-469E-82F7-0E255CC7AFAE}"/>
              </a:ext>
            </a:extLst>
          </p:cNvPr>
          <p:cNvSpPr>
            <a:spLocks xmlns:a="http://schemas.openxmlformats.org/drawingml/2006/main" noGrp="1"/>
          </p:cNvSpPr>
          <p:nvPr/>
        </p:nvSpPr>
        <p:spPr>
          <a:xfrm xmlns:a="http://schemas.openxmlformats.org/drawingml/2006/main">
            <a:off x="609600" y="5667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CE5D2"/>
                </a:solidFill>
              </a:defRPr>
            </a:defPPr>
            <a:lvl1pPr>
              <a:buNone/>
              <a:defRPr sz="1875" b="0">
                <a:solidFill>
                  <a:srgbClr val="DCE5D2"/>
                </a:solidFill>
              </a:defRPr>
            </a:lvl1pPr>
            <a:lvl2pPr>
              <a:buNone/>
              <a:defRPr sz="1875" b="0">
                <a:solidFill>
                  <a:srgbClr val="DCE5D2"/>
                </a:solidFill>
              </a:defRPr>
            </a:lvl2pPr>
            <a:lvl3pPr>
              <a:buNone/>
              <a:defRPr sz="1875" b="0">
                <a:solidFill>
                  <a:srgbClr val="DCE5D2"/>
                </a:solidFill>
              </a:defRPr>
            </a:lvl3pPr>
            <a:lvl4pPr>
              <a:buNone/>
              <a:defRPr sz="1875" b="0">
                <a:solidFill>
                  <a:srgbClr val="DCE5D2"/>
                </a:solidFill>
              </a:defRPr>
            </a:lvl4pPr>
            <a:lvl5pPr>
              <a:buNone/>
              <a:defRPr sz="1875" b="0">
                <a:solidFill>
                  <a:srgbClr val="DCE5D2"/>
                </a:solidFill>
              </a:defRPr>
            </a:lvl5pPr>
            <a:lvl6pPr>
              <a:buNone/>
              <a:defRPr sz="1875" b="0">
                <a:solidFill>
                  <a:srgbClr val="DCE5D2"/>
                </a:solidFill>
              </a:defRPr>
            </a:lvl6pPr>
            <a:lvl7pPr>
              <a:buNone/>
              <a:defRPr sz="1875" b="0">
                <a:solidFill>
                  <a:srgbClr val="DCE5D2"/>
                </a:solidFill>
              </a:defRPr>
            </a:lvl7pPr>
            <a:lvl8pPr>
              <a:buNone/>
              <a:defRPr sz="1875" b="0">
                <a:solidFill>
                  <a:srgbClr val="DCE5D2"/>
                </a:solidFill>
              </a:defRPr>
            </a:lvl8pPr>
            <a:lvl9pPr>
              <a:buNone/>
              <a:defRPr sz="1875" b="0">
                <a:solidFill>
                  <a:srgbClr val="DCE5D2"/>
                </a:solidFill>
              </a:defRPr>
            </a:lvl9pPr>
          </a:lstStyle>
          <a:p xmlns:a="http://schemas.openxmlformats.org/drawingml/2006/main">
            <a:pPr>
              <a:buNone/>
              <a:defRPr sz="1875" b="0">
                <a:solidFill>
                  <a:srgbClr val="DCE5D2"/>
                </a:solidFill>
              </a:defRPr>
            </a:pPr>
            <a:r>
              <a:rPr sz="1875" b="0">
                <a:solidFill>
                  <a:srgbClr val="DCE5D2"/>
                </a:solidFill>
              </a:rPr>
              <a:t>Technical errors stay separate</a:t>
            </a:r>
          </a:p>
        </p:txBody>
      </p:sp>
      <p:sp>
        <p:nvSpPr>
          <p:cNvPr id="24" name="">
            <a:extLst xmlns:a="http://schemas.openxmlformats.org/drawingml/2006/main">
              <a:ext uri="{FF2B5EF4-FFF2-40B4-BE49-F238E27FC236}">
                <a16:creationId xmlns:a16="http://schemas.microsoft.com/office/drawing/2014/main" id="{C0FA185F-6BD8-447C-9C62-0C2C65F78EA5}"/>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CE5D2"/>
                </a:solidFill>
              </a:defRPr>
            </a:defPPr>
            <a:lvl1pPr>
              <a:buNone/>
              <a:defRPr sz="1800" b="0">
                <a:solidFill>
                  <a:srgbClr val="DCE5D2"/>
                </a:solidFill>
              </a:defRPr>
            </a:lvl1pPr>
            <a:lvl2pPr>
              <a:buNone/>
              <a:defRPr sz="1800" b="0">
                <a:solidFill>
                  <a:srgbClr val="DCE5D2"/>
                </a:solidFill>
              </a:defRPr>
            </a:lvl2pPr>
            <a:lvl3pPr>
              <a:buNone/>
              <a:defRPr sz="1800" b="0">
                <a:solidFill>
                  <a:srgbClr val="DCE5D2"/>
                </a:solidFill>
              </a:defRPr>
            </a:lvl3pPr>
            <a:lvl4pPr>
              <a:buNone/>
              <a:defRPr sz="1800" b="0">
                <a:solidFill>
                  <a:srgbClr val="DCE5D2"/>
                </a:solidFill>
              </a:defRPr>
            </a:lvl4pPr>
            <a:lvl5pPr>
              <a:buNone/>
              <a:defRPr sz="1800" b="0">
                <a:solidFill>
                  <a:srgbClr val="DCE5D2"/>
                </a:solidFill>
              </a:defRPr>
            </a:lvl5pPr>
            <a:lvl6pPr>
              <a:buNone/>
              <a:defRPr sz="1800" b="0">
                <a:solidFill>
                  <a:srgbClr val="DCE5D2"/>
                </a:solidFill>
              </a:defRPr>
            </a:lvl6pPr>
            <a:lvl7pPr>
              <a:buNone/>
              <a:defRPr sz="1800" b="0">
                <a:solidFill>
                  <a:srgbClr val="DCE5D2"/>
                </a:solidFill>
              </a:defRPr>
            </a:lvl7pPr>
            <a:lvl8pPr>
              <a:buNone/>
              <a:defRPr sz="1800" b="0">
                <a:solidFill>
                  <a:srgbClr val="DCE5D2"/>
                </a:solidFill>
              </a:defRPr>
            </a:lvl8pPr>
            <a:lvl9pPr>
              <a:buNone/>
              <a:defRPr sz="1800" b="0">
                <a:solidFill>
                  <a:srgbClr val="DCE5D2"/>
                </a:solidFill>
              </a:defRPr>
            </a:lvl9pPr>
          </a:lstStyle>
          <a:p xmlns:a="http://schemas.openxmlformats.org/drawingml/2006/main">
            <a:pPr>
              <a:buNone/>
              <a:defRPr sz="1800" b="0">
                <a:solidFill>
                  <a:srgbClr val="DCE5D2"/>
                </a:solidFill>
              </a:defRPr>
            </a:pPr>
            <a:r>
              <a:rPr sz="1800" b="0">
                <a:solidFill>
                  <a:srgbClr val="DCE5D2"/>
                </a:solidFill>
              </a:rPr>
              <a:t>Qwen receives text. Source matches do not prove semantic correctness.</a:t>
            </a:r>
          </a:p>
        </p:txBody>
      </p:sp>
    </p:spTree>
    <p:extLst>
      <p:ext uri="{BB962C8B-B14F-4D97-AF65-F5344CB8AC3E}">
        <p14:creationId xmlns:p14="http://schemas.microsoft.com/office/powerpoint/2010/main" val="490279363"/>
      </p:ext>
    </p:extLst>
  </p:cSld>
</p:sld>
</file>

<file path=ppt/slides/slide20.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EE2348-B601-42BF-990B-6FA96F41176B}"/>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The frog case: evidence and uncertainty</a:t>
            </a:r>
          </a:p>
        </p:txBody>
      </p:sp>
      <p:sp>
        <p:nvSpPr>
          <p:cNvPr id="2" name="">
            <a:extLst xmlns:a="http://schemas.openxmlformats.org/drawingml/2006/main">
              <a:ext uri="{FF2B5EF4-FFF2-40B4-BE49-F238E27FC236}">
                <a16:creationId xmlns:a16="http://schemas.microsoft.com/office/drawing/2014/main" id="{989BBA0D-80CF-4EF3-97A7-90661AE70260}"/>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20</a:t>
            </a:r>
          </a:p>
        </p:txBody>
      </p:sp>
      <p:sp>
        <p:nvSpPr>
          <p:cNvPr id="3" name="">
            <a:extLst xmlns:a="http://schemas.openxmlformats.org/drawingml/2006/main">
              <a:ext uri="{FF2B5EF4-FFF2-40B4-BE49-F238E27FC236}">
                <a16:creationId xmlns:a16="http://schemas.microsoft.com/office/drawing/2014/main" id="{D9358C96-3911-4101-832B-44DAC7ACE17B}"/>
              </a:ext>
            </a:extLst>
          </p:cNvPr>
          <p:cNvSpPr>
            <a:spLocks xmlns:a="http://schemas.openxmlformats.org/drawingml/2006/main" noGrp="1"/>
          </p:cNvSpPr>
          <p:nvPr/>
        </p:nvSpPr>
        <p:spPr>
          <a:xfrm xmlns:a="http://schemas.openxmlformats.org/drawingml/2006/main">
            <a:off x="609600" y="176212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85D35"/>
                </a:solidFill>
              </a:defRPr>
            </a:defPPr>
            <a:lvl1pPr>
              <a:buNone/>
              <a:defRPr sz="2025" b="1">
                <a:solidFill>
                  <a:srgbClr val="B85D35"/>
                </a:solidFill>
              </a:defRPr>
            </a:lvl1pPr>
            <a:lvl2pPr>
              <a:buNone/>
              <a:defRPr sz="2025" b="1">
                <a:solidFill>
                  <a:srgbClr val="B85D35"/>
                </a:solidFill>
              </a:defRPr>
            </a:lvl2pPr>
            <a:lvl3pPr>
              <a:buNone/>
              <a:defRPr sz="2025" b="1">
                <a:solidFill>
                  <a:srgbClr val="B85D35"/>
                </a:solidFill>
              </a:defRPr>
            </a:lvl3pPr>
            <a:lvl4pPr>
              <a:buNone/>
              <a:defRPr sz="2025" b="1">
                <a:solidFill>
                  <a:srgbClr val="B85D35"/>
                </a:solidFill>
              </a:defRPr>
            </a:lvl4pPr>
            <a:lvl5pPr>
              <a:buNone/>
              <a:defRPr sz="2025" b="1">
                <a:solidFill>
                  <a:srgbClr val="B85D35"/>
                </a:solidFill>
              </a:defRPr>
            </a:lvl5pPr>
            <a:lvl6pPr>
              <a:buNone/>
              <a:defRPr sz="2025" b="1">
                <a:solidFill>
                  <a:srgbClr val="B85D35"/>
                </a:solidFill>
              </a:defRPr>
            </a:lvl6pPr>
            <a:lvl7pPr>
              <a:buNone/>
              <a:defRPr sz="2025" b="1">
                <a:solidFill>
                  <a:srgbClr val="B85D35"/>
                </a:solidFill>
              </a:defRPr>
            </a:lvl7pPr>
            <a:lvl8pPr>
              <a:buNone/>
              <a:defRPr sz="2025" b="1">
                <a:solidFill>
                  <a:srgbClr val="B85D35"/>
                </a:solidFill>
              </a:defRPr>
            </a:lvl8pPr>
            <a:lvl9pPr>
              <a:buNone/>
              <a:defRPr sz="2025" b="1">
                <a:solidFill>
                  <a:srgbClr val="B85D35"/>
                </a:solidFill>
              </a:defRPr>
            </a:lvl9pPr>
          </a:lstStyle>
          <a:p xmlns:a="http://schemas.openxmlformats.org/drawingml/2006/main">
            <a:pPr>
              <a:buNone/>
              <a:defRPr sz="2025" b="1">
                <a:solidFill>
                  <a:srgbClr val="B85D35"/>
                </a:solidFill>
              </a:defRPr>
            </a:pPr>
            <a:r>
              <a:rPr sz="2025" b="1">
                <a:solidFill>
                  <a:srgbClr val="B85D35"/>
                </a:solidFill>
              </a:rPr>
              <a:t>Retrieved candidate</a:t>
            </a:r>
          </a:p>
        </p:txBody>
      </p:sp>
      <p:sp>
        <p:nvSpPr>
          <p:cNvPr id="4" name="">
            <a:extLst xmlns:a="http://schemas.openxmlformats.org/drawingml/2006/main">
              <a:ext uri="{FF2B5EF4-FFF2-40B4-BE49-F238E27FC236}">
                <a16:creationId xmlns:a16="http://schemas.microsoft.com/office/drawing/2014/main" id="{6A92B943-D2A1-4B2E-A2CC-FC9C7DC21BD4}"/>
              </a:ext>
            </a:extLst>
          </p:cNvPr>
          <p:cNvSpPr>
            <a:spLocks xmlns:a="http://schemas.openxmlformats.org/drawingml/2006/main" noGrp="1"/>
          </p:cNvSpPr>
          <p:nvPr/>
        </p:nvSpPr>
        <p:spPr>
          <a:xfrm xmlns:a="http://schemas.openxmlformats.org/drawingml/2006/main">
            <a:off x="609600" y="2238375"/>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23B32"/>
                </a:solidFill>
              </a:defRPr>
            </a:defPPr>
            <a:lvl1pPr>
              <a:buNone/>
              <a:defRPr sz="3225" b="1">
                <a:solidFill>
                  <a:srgbClr val="123B32"/>
                </a:solidFill>
              </a:defRPr>
            </a:lvl1pPr>
            <a:lvl2pPr>
              <a:buNone/>
              <a:defRPr sz="3225" b="1">
                <a:solidFill>
                  <a:srgbClr val="123B32"/>
                </a:solidFill>
              </a:defRPr>
            </a:lvl2pPr>
            <a:lvl3pPr>
              <a:buNone/>
              <a:defRPr sz="3225" b="1">
                <a:solidFill>
                  <a:srgbClr val="123B32"/>
                </a:solidFill>
              </a:defRPr>
            </a:lvl3pPr>
            <a:lvl4pPr>
              <a:buNone/>
              <a:defRPr sz="3225" b="1">
                <a:solidFill>
                  <a:srgbClr val="123B32"/>
                </a:solidFill>
              </a:defRPr>
            </a:lvl4pPr>
            <a:lvl5pPr>
              <a:buNone/>
              <a:defRPr sz="3225" b="1">
                <a:solidFill>
                  <a:srgbClr val="123B32"/>
                </a:solidFill>
              </a:defRPr>
            </a:lvl5pPr>
            <a:lvl6pPr>
              <a:buNone/>
              <a:defRPr sz="3225" b="1">
                <a:solidFill>
                  <a:srgbClr val="123B32"/>
                </a:solidFill>
              </a:defRPr>
            </a:lvl6pPr>
            <a:lvl7pPr>
              <a:buNone/>
              <a:defRPr sz="3225" b="1">
                <a:solidFill>
                  <a:srgbClr val="123B32"/>
                </a:solidFill>
              </a:defRPr>
            </a:lvl7pPr>
            <a:lvl8pPr>
              <a:buNone/>
              <a:defRPr sz="3225" b="1">
                <a:solidFill>
                  <a:srgbClr val="123B32"/>
                </a:solidFill>
              </a:defRPr>
            </a:lvl8pPr>
            <a:lvl9pPr>
              <a:buNone/>
              <a:defRPr sz="3225" b="1">
                <a:solidFill>
                  <a:srgbClr val="123B32"/>
                </a:solidFill>
              </a:defRPr>
            </a:lvl9pPr>
          </a:lstStyle>
          <a:p xmlns:a="http://schemas.openxmlformats.org/drawingml/2006/main">
            <a:pPr>
              <a:buNone/>
              <a:defRPr sz="3225" b="1">
                <a:solidFill>
                  <a:srgbClr val="123B32"/>
                </a:solidFill>
              </a:defRPr>
            </a:pPr>
            <a:r>
              <a:rPr sz="3225" b="1">
                <a:solidFill>
                  <a:srgbClr val="123B32"/>
                </a:solidFill>
              </a:rPr>
              <a:t>Pelophylax perezi</a:t>
            </a:r>
          </a:p>
        </p:txBody>
      </p:sp>
      <p:sp>
        <p:nvSpPr>
          <p:cNvPr id="5" name="">
            <a:extLst xmlns:a="http://schemas.openxmlformats.org/drawingml/2006/main">
              <a:ext uri="{FF2B5EF4-FFF2-40B4-BE49-F238E27FC236}">
                <a16:creationId xmlns:a16="http://schemas.microsoft.com/office/drawing/2014/main" id="{C348E41E-1B0C-41C8-B19E-90415C5D4E08}"/>
              </a:ext>
            </a:extLst>
          </p:cNvPr>
          <p:cNvSpPr>
            <a:spLocks xmlns:a="http://schemas.openxmlformats.org/drawingml/2006/main" noGrp="1"/>
          </p:cNvSpPr>
          <p:nvPr/>
        </p:nvSpPr>
        <p:spPr>
          <a:xfrm xmlns:a="http://schemas.openxmlformats.org/drawingml/2006/main">
            <a:off x="638175" y="2905125"/>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5D35"/>
                </a:solidFill>
              </a:defRPr>
            </a:defPPr>
            <a:lvl1pPr>
              <a:buNone/>
              <a:defRPr sz="2100" b="1">
                <a:solidFill>
                  <a:srgbClr val="B85D35"/>
                </a:solidFill>
              </a:defRPr>
            </a:lvl1pPr>
            <a:lvl2pPr>
              <a:buNone/>
              <a:defRPr sz="2100" b="1">
                <a:solidFill>
                  <a:srgbClr val="B85D35"/>
                </a:solidFill>
              </a:defRPr>
            </a:lvl2pPr>
            <a:lvl3pPr>
              <a:buNone/>
              <a:defRPr sz="2100" b="1">
                <a:solidFill>
                  <a:srgbClr val="B85D35"/>
                </a:solidFill>
              </a:defRPr>
            </a:lvl3pPr>
            <a:lvl4pPr>
              <a:buNone/>
              <a:defRPr sz="2100" b="1">
                <a:solidFill>
                  <a:srgbClr val="B85D35"/>
                </a:solidFill>
              </a:defRPr>
            </a:lvl4pPr>
            <a:lvl5pPr>
              <a:buNone/>
              <a:defRPr sz="2100" b="1">
                <a:solidFill>
                  <a:srgbClr val="B85D35"/>
                </a:solidFill>
              </a:defRPr>
            </a:lvl5pPr>
            <a:lvl6pPr>
              <a:buNone/>
              <a:defRPr sz="2100" b="1">
                <a:solidFill>
                  <a:srgbClr val="B85D35"/>
                </a:solidFill>
              </a:defRPr>
            </a:lvl6pPr>
            <a:lvl7pPr>
              <a:buNone/>
              <a:defRPr sz="2100" b="1">
                <a:solidFill>
                  <a:srgbClr val="B85D35"/>
                </a:solidFill>
              </a:defRPr>
            </a:lvl7pPr>
            <a:lvl8pPr>
              <a:buNone/>
              <a:defRPr sz="2100" b="1">
                <a:solidFill>
                  <a:srgbClr val="B85D35"/>
                </a:solidFill>
              </a:defRPr>
            </a:lvl8pPr>
            <a:lvl9pPr>
              <a:buNone/>
              <a:defRPr sz="2100" b="1">
                <a:solidFill>
                  <a:srgbClr val="B85D35"/>
                </a:solidFill>
              </a:defRPr>
            </a:lvl9pPr>
          </a:lstStyle>
          <a:p xmlns:a="http://schemas.openxmlformats.org/drawingml/2006/main">
            <a:pPr>
              <a:buNone/>
              <a:defRPr sz="2100" b="1">
                <a:solidFill>
                  <a:srgbClr val="B85D35"/>
                </a:solidFill>
              </a:defRPr>
            </a:pPr>
            <a:r>
              <a:rPr sz="2100" b="1">
                <a:solidFill>
                  <a:srgbClr val="B85D35"/>
                </a:solidFill>
              </a:rPr>
              <a:t>Habitat [S1]</a:t>
            </a:r>
          </a:p>
        </p:txBody>
      </p:sp>
      <p:sp>
        <p:nvSpPr>
          <p:cNvPr id="6" name="">
            <a:extLst xmlns:a="http://schemas.openxmlformats.org/drawingml/2006/main">
              <a:ext uri="{FF2B5EF4-FFF2-40B4-BE49-F238E27FC236}">
                <a16:creationId xmlns:a16="http://schemas.microsoft.com/office/drawing/2014/main" id="{5D02ED05-ED87-4455-B82D-954EC31B3F3D}"/>
              </a:ext>
            </a:extLst>
          </p:cNvPr>
          <p:cNvSpPr>
            <a:spLocks xmlns:a="http://schemas.openxmlformats.org/drawingml/2006/main" noGrp="1"/>
          </p:cNvSpPr>
          <p:nvPr/>
        </p:nvSpPr>
        <p:spPr>
          <a:xfrm xmlns:a="http://schemas.openxmlformats.org/drawingml/2006/main">
            <a:off x="638175" y="33337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23B32"/>
                </a:solidFill>
              </a:defRPr>
            </a:defPPr>
            <a:lvl1pPr>
              <a:buNone/>
              <a:defRPr sz="2550" b="0">
                <a:solidFill>
                  <a:srgbClr val="123B32"/>
                </a:solidFill>
              </a:defRPr>
            </a:lvl1pPr>
            <a:lvl2pPr>
              <a:buNone/>
              <a:defRPr sz="2550" b="0">
                <a:solidFill>
                  <a:srgbClr val="123B32"/>
                </a:solidFill>
              </a:defRPr>
            </a:lvl2pPr>
            <a:lvl3pPr>
              <a:buNone/>
              <a:defRPr sz="2550" b="0">
                <a:solidFill>
                  <a:srgbClr val="123B32"/>
                </a:solidFill>
              </a:defRPr>
            </a:lvl3pPr>
            <a:lvl4pPr>
              <a:buNone/>
              <a:defRPr sz="2550" b="0">
                <a:solidFill>
                  <a:srgbClr val="123B32"/>
                </a:solidFill>
              </a:defRPr>
            </a:lvl4pPr>
            <a:lvl5pPr>
              <a:buNone/>
              <a:defRPr sz="2550" b="0">
                <a:solidFill>
                  <a:srgbClr val="123B32"/>
                </a:solidFill>
              </a:defRPr>
            </a:lvl5pPr>
            <a:lvl6pPr>
              <a:buNone/>
              <a:defRPr sz="2550" b="0">
                <a:solidFill>
                  <a:srgbClr val="123B32"/>
                </a:solidFill>
              </a:defRPr>
            </a:lvl6pPr>
            <a:lvl7pPr>
              <a:buNone/>
              <a:defRPr sz="2550" b="0">
                <a:solidFill>
                  <a:srgbClr val="123B32"/>
                </a:solidFill>
              </a:defRPr>
            </a:lvl7pPr>
            <a:lvl8pPr>
              <a:buNone/>
              <a:defRPr sz="2550" b="0">
                <a:solidFill>
                  <a:srgbClr val="123B32"/>
                </a:solidFill>
              </a:defRPr>
            </a:lvl8pPr>
            <a:lvl9pPr>
              <a:buNone/>
              <a:defRPr sz="2550" b="0">
                <a:solidFill>
                  <a:srgbClr val="123B32"/>
                </a:solidFill>
              </a:defRPr>
            </a:lvl9pPr>
          </a:lstStyle>
          <a:p xmlns:a="http://schemas.openxmlformats.org/drawingml/2006/main">
            <a:pPr>
              <a:buNone/>
              <a:defRPr sz="2550" b="0">
                <a:solidFill>
                  <a:srgbClr val="123B32"/>
                </a:solidFill>
              </a:defRPr>
            </a:pPr>
            <a:r>
              <a:rPr sz="2550" b="0">
                <a:solidFill>
                  <a:srgbClr val="123B32"/>
                </a:solidFill>
              </a:rPr>
              <a:t>“areas with little current”</a:t>
            </a:r>
          </a:p>
        </p:txBody>
      </p:sp>
      <p:sp>
        <p:nvSpPr>
          <p:cNvPr id="7" name="">
            <a:extLst xmlns:a="http://schemas.openxmlformats.org/drawingml/2006/main">
              <a:ext uri="{FF2B5EF4-FFF2-40B4-BE49-F238E27FC236}">
                <a16:creationId xmlns:a16="http://schemas.microsoft.com/office/drawing/2014/main" id="{0BAD6C34-14B8-4834-A175-71FEEF7623BE}"/>
              </a:ext>
            </a:extLst>
          </p:cNvPr>
          <p:cNvSpPr>
            <a:spLocks xmlns:a="http://schemas.openxmlformats.org/drawingml/2006/main" noGrp="1"/>
          </p:cNvSpPr>
          <p:nvPr/>
        </p:nvSpPr>
        <p:spPr>
          <a:xfrm xmlns:a="http://schemas.openxmlformats.org/drawingml/2006/main">
            <a:off x="638175" y="4095750"/>
            <a:ext cx="633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5D35"/>
                </a:solidFill>
              </a:defRPr>
            </a:defPPr>
            <a:lvl1pPr>
              <a:buNone/>
              <a:defRPr sz="2100" b="1">
                <a:solidFill>
                  <a:srgbClr val="B85D35"/>
                </a:solidFill>
              </a:defRPr>
            </a:lvl1pPr>
            <a:lvl2pPr>
              <a:buNone/>
              <a:defRPr sz="2100" b="1">
                <a:solidFill>
                  <a:srgbClr val="B85D35"/>
                </a:solidFill>
              </a:defRPr>
            </a:lvl2pPr>
            <a:lvl3pPr>
              <a:buNone/>
              <a:defRPr sz="2100" b="1">
                <a:solidFill>
                  <a:srgbClr val="B85D35"/>
                </a:solidFill>
              </a:defRPr>
            </a:lvl3pPr>
            <a:lvl4pPr>
              <a:buNone/>
              <a:defRPr sz="2100" b="1">
                <a:solidFill>
                  <a:srgbClr val="B85D35"/>
                </a:solidFill>
              </a:defRPr>
            </a:lvl4pPr>
            <a:lvl5pPr>
              <a:buNone/>
              <a:defRPr sz="2100" b="1">
                <a:solidFill>
                  <a:srgbClr val="B85D35"/>
                </a:solidFill>
              </a:defRPr>
            </a:lvl5pPr>
            <a:lvl6pPr>
              <a:buNone/>
              <a:defRPr sz="2100" b="1">
                <a:solidFill>
                  <a:srgbClr val="B85D35"/>
                </a:solidFill>
              </a:defRPr>
            </a:lvl6pPr>
            <a:lvl7pPr>
              <a:buNone/>
              <a:defRPr sz="2100" b="1">
                <a:solidFill>
                  <a:srgbClr val="B85D35"/>
                </a:solidFill>
              </a:defRPr>
            </a:lvl7pPr>
            <a:lvl8pPr>
              <a:buNone/>
              <a:defRPr sz="2100" b="1">
                <a:solidFill>
                  <a:srgbClr val="B85D35"/>
                </a:solidFill>
              </a:defRPr>
            </a:lvl8pPr>
            <a:lvl9pPr>
              <a:buNone/>
              <a:defRPr sz="2100" b="1">
                <a:solidFill>
                  <a:srgbClr val="B85D35"/>
                </a:solidFill>
              </a:defRPr>
            </a:lvl9pPr>
          </a:lstStyle>
          <a:p xmlns:a="http://schemas.openxmlformats.org/drawingml/2006/main">
            <a:pPr>
              <a:buNone/>
              <a:defRPr sz="2100" b="1">
                <a:solidFill>
                  <a:srgbClr val="B85D35"/>
                </a:solidFill>
              </a:defRPr>
            </a:pPr>
            <a:r>
              <a:rPr sz="2100" b="1">
                <a:solidFill>
                  <a:srgbClr val="B85D35"/>
                </a:solidFill>
              </a:rPr>
              <a:t>Diet [S2]</a:t>
            </a:r>
          </a:p>
        </p:txBody>
      </p:sp>
      <p:sp>
        <p:nvSpPr>
          <p:cNvPr id="8" name="">
            <a:extLst xmlns:a="http://schemas.openxmlformats.org/drawingml/2006/main">
              <a:ext uri="{FF2B5EF4-FFF2-40B4-BE49-F238E27FC236}">
                <a16:creationId xmlns:a16="http://schemas.microsoft.com/office/drawing/2014/main" id="{DDD0875B-CF54-485F-80E1-115F427A7DAC}"/>
              </a:ext>
            </a:extLst>
          </p:cNvPr>
          <p:cNvSpPr>
            <a:spLocks xmlns:a="http://schemas.openxmlformats.org/drawingml/2006/main" noGrp="1"/>
          </p:cNvSpPr>
          <p:nvPr/>
        </p:nvSpPr>
        <p:spPr>
          <a:xfrm xmlns:a="http://schemas.openxmlformats.org/drawingml/2006/main">
            <a:off x="638175" y="4524375"/>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23B32"/>
                </a:solidFill>
              </a:defRPr>
            </a:defPPr>
            <a:lvl1pPr>
              <a:buNone/>
              <a:defRPr sz="2475" b="0">
                <a:solidFill>
                  <a:srgbClr val="123B32"/>
                </a:solidFill>
              </a:defRPr>
            </a:lvl1pPr>
            <a:lvl2pPr>
              <a:buNone/>
              <a:defRPr sz="2475" b="0">
                <a:solidFill>
                  <a:srgbClr val="123B32"/>
                </a:solidFill>
              </a:defRPr>
            </a:lvl2pPr>
            <a:lvl3pPr>
              <a:buNone/>
              <a:defRPr sz="2475" b="0">
                <a:solidFill>
                  <a:srgbClr val="123B32"/>
                </a:solidFill>
              </a:defRPr>
            </a:lvl3pPr>
            <a:lvl4pPr>
              <a:buNone/>
              <a:defRPr sz="2475" b="0">
                <a:solidFill>
                  <a:srgbClr val="123B32"/>
                </a:solidFill>
              </a:defRPr>
            </a:lvl4pPr>
            <a:lvl5pPr>
              <a:buNone/>
              <a:defRPr sz="2475" b="0">
                <a:solidFill>
                  <a:srgbClr val="123B32"/>
                </a:solidFill>
              </a:defRPr>
            </a:lvl5pPr>
            <a:lvl6pPr>
              <a:buNone/>
              <a:defRPr sz="2475" b="0">
                <a:solidFill>
                  <a:srgbClr val="123B32"/>
                </a:solidFill>
              </a:defRPr>
            </a:lvl6pPr>
            <a:lvl7pPr>
              <a:buNone/>
              <a:defRPr sz="2475" b="0">
                <a:solidFill>
                  <a:srgbClr val="123B32"/>
                </a:solidFill>
              </a:defRPr>
            </a:lvl7pPr>
            <a:lvl8pPr>
              <a:buNone/>
              <a:defRPr sz="2475" b="0">
                <a:solidFill>
                  <a:srgbClr val="123B32"/>
                </a:solidFill>
              </a:defRPr>
            </a:lvl8pPr>
            <a:lvl9pPr>
              <a:buNone/>
              <a:defRPr sz="2475" b="0">
                <a:solidFill>
                  <a:srgbClr val="123B32"/>
                </a:solidFill>
              </a:defRPr>
            </a:lvl9pPr>
          </a:lstStyle>
          <a:p xmlns:a="http://schemas.openxmlformats.org/drawingml/2006/main">
            <a:pPr>
              <a:buNone/>
              <a:defRPr sz="2475" b="0">
                <a:solidFill>
                  <a:srgbClr val="123B32"/>
                </a:solidFill>
              </a:defRPr>
            </a:pPr>
            <a:r>
              <a:rPr sz="2475" b="0">
                <a:solidFill>
                  <a:srgbClr val="123B32"/>
                </a:solidFill>
              </a:rPr>
              <a:t>“terrestrial and aquatic prey”</a:t>
            </a:r>
          </a:p>
        </p:txBody>
      </p:sp>
      <p:pic>
        <p:nvPicPr>
          <p:cNvPr id="9" name="">
            <a:extLst xmlns:a="http://schemas.openxmlformats.org/drawingml/2006/main">
              <a:ext uri="{FF2B5EF4-FFF2-40B4-BE49-F238E27FC236}">
                <a16:creationId xmlns:a16="http://schemas.microsoft.com/office/drawing/2014/main" id="{F90FC484-2B5A-4D5C-80D6-60A34FFF0F03}"/>
              </a:ext>
            </a:extLst>
          </p:cNvPr>
          <p:cNvPicPr>
            <a:picLocks xmlns:a="http://schemas.openxmlformats.org/drawingml/2006/main" noChangeAspect="1"/>
          </p:cNvPicPr>
          <p:nvPr/>
        </p:nvPicPr>
        <p:blipFill>
          <a:blip xmlns:r="http://schemas.openxmlformats.org/officeDocument/2006/relationships" xmlns:a="http://schemas.openxmlformats.org/drawingml/2006/main" r:embed="Rb16c61ebbfa2459a"/>
          <a:stretch xmlns:a="http://schemas.openxmlformats.org/drawingml/2006/main"/>
        </p:blipFill>
        <p:spPr>
          <a:xfrm xmlns:a="http://schemas.openxmlformats.org/drawingml/2006/main">
            <a:off x="7686675" y="2734786"/>
            <a:ext cx="3905250" cy="219805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2214685-A19D-4347-AF3F-552CDD3FAFA1}"/>
              </a:ext>
            </a:extLst>
          </p:cNvPr>
          <p:cNvSpPr>
            <a:spLocks xmlns:a="http://schemas.openxmlformats.org/drawingml/2006/main" noGrp="1"/>
          </p:cNvSpPr>
          <p:nvPr/>
        </p:nvSpPr>
        <p:spPr>
          <a:xfrm xmlns:a="http://schemas.openxmlformats.org/drawingml/2006/main">
            <a:off x="7705725" y="19716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5C"/>
                </a:solidFill>
              </a:defRPr>
            </a:defPPr>
            <a:lvl1pPr>
              <a:buNone/>
              <a:defRPr sz="1725" b="0">
                <a:solidFill>
                  <a:srgbClr val="52675C"/>
                </a:solidFill>
              </a:defRPr>
            </a:lvl1pPr>
            <a:lvl2pPr>
              <a:buNone/>
              <a:defRPr sz="1725" b="0">
                <a:solidFill>
                  <a:srgbClr val="52675C"/>
                </a:solidFill>
              </a:defRPr>
            </a:lvl2pPr>
            <a:lvl3pPr>
              <a:buNone/>
              <a:defRPr sz="1725" b="0">
                <a:solidFill>
                  <a:srgbClr val="52675C"/>
                </a:solidFill>
              </a:defRPr>
            </a:lvl3pPr>
            <a:lvl4pPr>
              <a:buNone/>
              <a:defRPr sz="1725" b="0">
                <a:solidFill>
                  <a:srgbClr val="52675C"/>
                </a:solidFill>
              </a:defRPr>
            </a:lvl4pPr>
            <a:lvl5pPr>
              <a:buNone/>
              <a:defRPr sz="1725" b="0">
                <a:solidFill>
                  <a:srgbClr val="52675C"/>
                </a:solidFill>
              </a:defRPr>
            </a:lvl5pPr>
            <a:lvl6pPr>
              <a:buNone/>
              <a:defRPr sz="1725" b="0">
                <a:solidFill>
                  <a:srgbClr val="52675C"/>
                </a:solidFill>
              </a:defRPr>
            </a:lvl6pPr>
            <a:lvl7pPr>
              <a:buNone/>
              <a:defRPr sz="1725" b="0">
                <a:solidFill>
                  <a:srgbClr val="52675C"/>
                </a:solidFill>
              </a:defRPr>
            </a:lvl7pPr>
            <a:lvl8pPr>
              <a:buNone/>
              <a:defRPr sz="1725" b="0">
                <a:solidFill>
                  <a:srgbClr val="52675C"/>
                </a:solidFill>
              </a:defRPr>
            </a:lvl8pPr>
            <a:lvl9pPr>
              <a:buNone/>
              <a:defRPr sz="1725" b="0">
                <a:solidFill>
                  <a:srgbClr val="52675C"/>
                </a:solidFill>
              </a:defRPr>
            </a:lvl9pPr>
          </a:lstStyle>
          <a:p xmlns:a="http://schemas.openxmlformats.org/drawingml/2006/main">
            <a:pPr>
              <a:buNone/>
              <a:defRPr sz="1725" b="0">
                <a:solidFill>
                  <a:srgbClr val="52675C"/>
                </a:solidFill>
              </a:defRPr>
            </a:pPr>
            <a:r>
              <a:rPr sz="1725" b="0">
                <a:solidFill>
                  <a:srgbClr val="52675C"/>
                </a:solidFill>
              </a:rPr>
              <a:t>Actual interface / Spanish</a:t>
            </a:r>
          </a:p>
        </p:txBody>
      </p:sp>
      <p:sp>
        <p:nvSpPr>
          <p:cNvPr id="11" name="">
            <a:extLst xmlns:a="http://schemas.openxmlformats.org/drawingml/2006/main">
              <a:ext uri="{FF2B5EF4-FFF2-40B4-BE49-F238E27FC236}">
                <a16:creationId xmlns:a16="http://schemas.microsoft.com/office/drawing/2014/main" id="{D99636C4-3138-49FC-8D7F-1D344BF95108}"/>
              </a:ext>
            </a:extLst>
          </p:cNvPr>
          <p:cNvSpPr>
            <a:spLocks xmlns:a="http://schemas.openxmlformats.org/drawingml/2006/main" noGrp="1"/>
          </p:cNvSpPr>
          <p:nvPr/>
        </p:nvSpPr>
        <p:spPr>
          <a:xfrm xmlns:a="http://schemas.openxmlformats.org/drawingml/2006/main">
            <a:off x="609600" y="5486400"/>
            <a:ext cx="1090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5D35"/>
                </a:solidFill>
              </a:defRPr>
            </a:defPPr>
            <a:lvl1pPr>
              <a:buNone/>
              <a:defRPr sz="2100" b="1">
                <a:solidFill>
                  <a:srgbClr val="B85D35"/>
                </a:solidFill>
              </a:defRPr>
            </a:lvl1pPr>
            <a:lvl2pPr>
              <a:buNone/>
              <a:defRPr sz="2100" b="1">
                <a:solidFill>
                  <a:srgbClr val="B85D35"/>
                </a:solidFill>
              </a:defRPr>
            </a:lvl2pPr>
            <a:lvl3pPr>
              <a:buNone/>
              <a:defRPr sz="2100" b="1">
                <a:solidFill>
                  <a:srgbClr val="B85D35"/>
                </a:solidFill>
              </a:defRPr>
            </a:lvl3pPr>
            <a:lvl4pPr>
              <a:buNone/>
              <a:defRPr sz="2100" b="1">
                <a:solidFill>
                  <a:srgbClr val="B85D35"/>
                </a:solidFill>
              </a:defRPr>
            </a:lvl4pPr>
            <a:lvl5pPr>
              <a:buNone/>
              <a:defRPr sz="2100" b="1">
                <a:solidFill>
                  <a:srgbClr val="B85D35"/>
                </a:solidFill>
              </a:defRPr>
            </a:lvl5pPr>
            <a:lvl6pPr>
              <a:buNone/>
              <a:defRPr sz="2100" b="1">
                <a:solidFill>
                  <a:srgbClr val="B85D35"/>
                </a:solidFill>
              </a:defRPr>
            </a:lvl6pPr>
            <a:lvl7pPr>
              <a:buNone/>
              <a:defRPr sz="2100" b="1">
                <a:solidFill>
                  <a:srgbClr val="B85D35"/>
                </a:solidFill>
              </a:defRPr>
            </a:lvl7pPr>
            <a:lvl8pPr>
              <a:buNone/>
              <a:defRPr sz="2100" b="1">
                <a:solidFill>
                  <a:srgbClr val="B85D35"/>
                </a:solidFill>
              </a:defRPr>
            </a:lvl8pPr>
            <a:lvl9pPr>
              <a:buNone/>
              <a:defRPr sz="2100" b="1">
                <a:solidFill>
                  <a:srgbClr val="B85D35"/>
                </a:solidFill>
              </a:defRPr>
            </a:lvl9pPr>
          </a:lstStyle>
          <a:p xmlns:a="http://schemas.openxmlformats.org/drawingml/2006/main">
            <a:pPr>
              <a:buNone/>
              <a:defRPr sz="2100" b="1">
                <a:solidFill>
                  <a:srgbClr val="B85D35"/>
                </a:solidFill>
              </a:defRPr>
            </a:pPr>
            <a:r>
              <a:rPr sz="2100" b="1">
                <a:solidFill>
                  <a:srgbClr val="B85D35"/>
                </a:solidFill>
              </a:rPr>
              <a:t>Separate test: complete-genome request / abstained</a:t>
            </a:r>
          </a:p>
        </p:txBody>
      </p:sp>
      <p:sp>
        <p:nvSpPr>
          <p:cNvPr id="12" name="">
            <a:extLst xmlns:a="http://schemas.openxmlformats.org/drawingml/2006/main">
              <a:ext uri="{FF2B5EF4-FFF2-40B4-BE49-F238E27FC236}">
                <a16:creationId xmlns:a16="http://schemas.microsoft.com/office/drawing/2014/main" id="{940598D8-76B6-416A-A23C-01B069DAB476}"/>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Real model runs / translated extracts / species identity remains unconfirmed</a:t>
            </a:r>
          </a:p>
        </p:txBody>
      </p:sp>
    </p:spTree>
    <p:extLst>
      <p:ext uri="{BB962C8B-B14F-4D97-AF65-F5344CB8AC3E}">
        <p14:creationId xmlns:p14="http://schemas.microsoft.com/office/powerpoint/2010/main" val="1394304478"/>
      </p:ext>
    </p:extLst>
  </p:cSld>
</p:sld>
</file>

<file path=ppt/slides/slide21.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48AECE7-44E8-488C-8660-34DDE0F1AED3}"/>
              </a:ext>
            </a:extLst>
          </p:cNvPr>
          <p:cNvCxnSpPr>
            <a:stCxn xmlns:a="http://schemas.openxmlformats.org/drawingml/2006/main" id="10" idx="3"/>
            <a:endCxn xmlns:a="http://schemas.openxmlformats.org/drawingml/2006/main" id="12" idx="1"/>
          </p:cNvCxnSpPr>
          <p:nvPr/>
        </p:nvCxnSpPr>
        <p:spPr>
          <a:xfrm xmlns:a="http://schemas.openxmlformats.org/drawingml/2006/main">
            <a:off x="6191250" y="4171950"/>
            <a:ext cx="210502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662B52DA-0BAF-49A5-91BD-3737BAAE8787}"/>
              </a:ext>
            </a:extLst>
          </p:cNvPr>
          <p:cNvCxnSpPr>
            <a:stCxn xmlns:a="http://schemas.openxmlformats.org/drawingml/2006/main" id="5" idx="3"/>
            <a:endCxn xmlns:a="http://schemas.openxmlformats.org/drawingml/2006/main" id="7" idx="1"/>
          </p:cNvCxnSpPr>
          <p:nvPr/>
        </p:nvCxnSpPr>
        <p:spPr>
          <a:xfrm xmlns:a="http://schemas.openxmlformats.org/drawingml/2006/main">
            <a:off x="6191250" y="2257425"/>
            <a:ext cx="210502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sp>
        <p:nvSpPr>
          <p:cNvPr id="17" name="">
            <a:extLst xmlns:a="http://schemas.openxmlformats.org/drawingml/2006/main">
              <a:ext uri="{FF2B5EF4-FFF2-40B4-BE49-F238E27FC236}">
                <a16:creationId xmlns:a16="http://schemas.microsoft.com/office/drawing/2014/main" id="{FAB45BA9-89BA-4AB9-8D3B-35A78C3A3656}"/>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The second run adds zero new vectors</a:t>
            </a:r>
          </a:p>
        </p:txBody>
      </p:sp>
      <p:sp>
        <p:nvSpPr>
          <p:cNvPr id="2" name="">
            <a:extLst xmlns:a="http://schemas.openxmlformats.org/drawingml/2006/main">
              <a:ext uri="{FF2B5EF4-FFF2-40B4-BE49-F238E27FC236}">
                <a16:creationId xmlns:a16="http://schemas.microsoft.com/office/drawing/2014/main" id="{E47096B9-64B0-47D0-95D4-5C5D1EAF7086}"/>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21</a:t>
            </a:r>
          </a:p>
        </p:txBody>
      </p:sp>
      <p:sp>
        <p:nvSpPr>
          <p:cNvPr id="3" name="">
            <a:extLst xmlns:a="http://schemas.openxmlformats.org/drawingml/2006/main">
              <a:ext uri="{FF2B5EF4-FFF2-40B4-BE49-F238E27FC236}">
                <a16:creationId xmlns:a16="http://schemas.microsoft.com/office/drawing/2014/main" id="{178F0036-5C14-498B-BB7D-8CB88FFF2717}"/>
              </a:ext>
            </a:extLst>
          </p:cNvPr>
          <p:cNvSpPr>
            <a:spLocks xmlns:a="http://schemas.openxmlformats.org/drawingml/2006/main" noGrp="1"/>
          </p:cNvSpPr>
          <p:nvPr/>
        </p:nvSpPr>
        <p:spPr>
          <a:xfrm xmlns:a="http://schemas.openxmlformats.org/drawingml/2006/main">
            <a:off x="609600" y="18288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52675C"/>
                </a:solidFill>
              </a:defRPr>
            </a:defPPr>
            <a:lvl1pPr>
              <a:buNone/>
              <a:defRPr sz="2100" b="1">
                <a:solidFill>
                  <a:srgbClr val="52675C"/>
                </a:solidFill>
              </a:defRPr>
            </a:lvl1pPr>
            <a:lvl2pPr>
              <a:buNone/>
              <a:defRPr sz="2100" b="1">
                <a:solidFill>
                  <a:srgbClr val="52675C"/>
                </a:solidFill>
              </a:defRPr>
            </a:lvl2pPr>
            <a:lvl3pPr>
              <a:buNone/>
              <a:defRPr sz="2100" b="1">
                <a:solidFill>
                  <a:srgbClr val="52675C"/>
                </a:solidFill>
              </a:defRPr>
            </a:lvl3pPr>
            <a:lvl4pPr>
              <a:buNone/>
              <a:defRPr sz="2100" b="1">
                <a:solidFill>
                  <a:srgbClr val="52675C"/>
                </a:solidFill>
              </a:defRPr>
            </a:lvl4pPr>
            <a:lvl5pPr>
              <a:buNone/>
              <a:defRPr sz="2100" b="1">
                <a:solidFill>
                  <a:srgbClr val="52675C"/>
                </a:solidFill>
              </a:defRPr>
            </a:lvl5pPr>
            <a:lvl6pPr>
              <a:buNone/>
              <a:defRPr sz="2100" b="1">
                <a:solidFill>
                  <a:srgbClr val="52675C"/>
                </a:solidFill>
              </a:defRPr>
            </a:lvl6pPr>
            <a:lvl7pPr>
              <a:buNone/>
              <a:defRPr sz="2100" b="1">
                <a:solidFill>
                  <a:srgbClr val="52675C"/>
                </a:solidFill>
              </a:defRPr>
            </a:lvl7pPr>
            <a:lvl8pPr>
              <a:buNone/>
              <a:defRPr sz="2100" b="1">
                <a:solidFill>
                  <a:srgbClr val="52675C"/>
                </a:solidFill>
              </a:defRPr>
            </a:lvl8pPr>
            <a:lvl9pPr>
              <a:buNone/>
              <a:defRPr sz="2100" b="1">
                <a:solidFill>
                  <a:srgbClr val="52675C"/>
                </a:solidFill>
              </a:defRPr>
            </a:lvl9pPr>
          </a:lstStyle>
          <a:p xmlns:a="http://schemas.openxmlformats.org/drawingml/2006/main">
            <a:pPr>
              <a:buNone/>
              <a:defRPr sz="2100" b="1">
                <a:solidFill>
                  <a:srgbClr val="52675C"/>
                </a:solidFill>
              </a:defRPr>
            </a:pPr>
            <a:r>
              <a:rPr sz="2100" b="1">
                <a:solidFill>
                  <a:srgbClr val="52675C"/>
                </a:solidFill>
              </a:rPr>
              <a:t>RUN 1</a:t>
            </a:r>
          </a:p>
        </p:txBody>
      </p:sp>
      <p:sp>
        <p:nvSpPr>
          <p:cNvPr id="4" name="">
            <a:extLst xmlns:a="http://schemas.openxmlformats.org/drawingml/2006/main">
              <a:ext uri="{FF2B5EF4-FFF2-40B4-BE49-F238E27FC236}">
                <a16:creationId xmlns:a16="http://schemas.microsoft.com/office/drawing/2014/main" id="{1ED58FBC-CF27-404C-9857-932E75AB90F6}"/>
              </a:ext>
            </a:extLst>
          </p:cNvPr>
          <p:cNvSpPr>
            <a:spLocks xmlns:a="http://schemas.openxmlformats.org/drawingml/2006/main" noGrp="1"/>
          </p:cNvSpPr>
          <p:nvPr/>
        </p:nvSpPr>
        <p:spPr>
          <a:xfrm xmlns:a="http://schemas.openxmlformats.org/drawingml/2006/main">
            <a:off x="609600" y="374332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52675C"/>
                </a:solidFill>
              </a:defRPr>
            </a:defPPr>
            <a:lvl1pPr>
              <a:buNone/>
              <a:defRPr sz="2100" b="1">
                <a:solidFill>
                  <a:srgbClr val="52675C"/>
                </a:solidFill>
              </a:defRPr>
            </a:lvl1pPr>
            <a:lvl2pPr>
              <a:buNone/>
              <a:defRPr sz="2100" b="1">
                <a:solidFill>
                  <a:srgbClr val="52675C"/>
                </a:solidFill>
              </a:defRPr>
            </a:lvl2pPr>
            <a:lvl3pPr>
              <a:buNone/>
              <a:defRPr sz="2100" b="1">
                <a:solidFill>
                  <a:srgbClr val="52675C"/>
                </a:solidFill>
              </a:defRPr>
            </a:lvl3pPr>
            <a:lvl4pPr>
              <a:buNone/>
              <a:defRPr sz="2100" b="1">
                <a:solidFill>
                  <a:srgbClr val="52675C"/>
                </a:solidFill>
              </a:defRPr>
            </a:lvl4pPr>
            <a:lvl5pPr>
              <a:buNone/>
              <a:defRPr sz="2100" b="1">
                <a:solidFill>
                  <a:srgbClr val="52675C"/>
                </a:solidFill>
              </a:defRPr>
            </a:lvl5pPr>
            <a:lvl6pPr>
              <a:buNone/>
              <a:defRPr sz="2100" b="1">
                <a:solidFill>
                  <a:srgbClr val="52675C"/>
                </a:solidFill>
              </a:defRPr>
            </a:lvl6pPr>
            <a:lvl7pPr>
              <a:buNone/>
              <a:defRPr sz="2100" b="1">
                <a:solidFill>
                  <a:srgbClr val="52675C"/>
                </a:solidFill>
              </a:defRPr>
            </a:lvl7pPr>
            <a:lvl8pPr>
              <a:buNone/>
              <a:defRPr sz="2100" b="1">
                <a:solidFill>
                  <a:srgbClr val="52675C"/>
                </a:solidFill>
              </a:defRPr>
            </a:lvl8pPr>
            <a:lvl9pPr>
              <a:buNone/>
              <a:defRPr sz="2100" b="1">
                <a:solidFill>
                  <a:srgbClr val="52675C"/>
                </a:solidFill>
              </a:defRPr>
            </a:lvl9pPr>
          </a:lstStyle>
          <a:p xmlns:a="http://schemas.openxmlformats.org/drawingml/2006/main">
            <a:pPr>
              <a:buNone/>
              <a:defRPr sz="2100" b="1">
                <a:solidFill>
                  <a:srgbClr val="52675C"/>
                </a:solidFill>
              </a:defRPr>
            </a:pPr>
            <a:r>
              <a:rPr sz="2100" b="1">
                <a:solidFill>
                  <a:srgbClr val="52675C"/>
                </a:solidFill>
              </a:rPr>
              <a:t>RUN 2</a:t>
            </a:r>
          </a:p>
        </p:txBody>
      </p:sp>
      <p:sp>
        <p:nvSpPr>
          <p:cNvPr id="5" name="">
            <a:extLst xmlns:a="http://schemas.openxmlformats.org/drawingml/2006/main">
              <a:ext uri="{FF2B5EF4-FFF2-40B4-BE49-F238E27FC236}">
                <a16:creationId xmlns:a16="http://schemas.microsoft.com/office/drawing/2014/main" id="{EEA9AF25-0EC9-4765-A69D-9353D40EAEAF}"/>
              </a:ext>
            </a:extLst>
          </p:cNvPr>
          <p:cNvSpPr>
            <a:spLocks xmlns:a="http://schemas.openxmlformats.org/drawingml/2006/main" noGrp="1"/>
          </p:cNvSpPr>
          <p:nvPr/>
        </p:nvSpPr>
        <p:spPr>
          <a:xfrm xmlns:a="http://schemas.openxmlformats.org/drawingml/2006/main">
            <a:off x="2857500" y="1828800"/>
            <a:ext cx="3333750" cy="85725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6" name="">
            <a:extLst xmlns:a="http://schemas.openxmlformats.org/drawingml/2006/main">
              <a:ext uri="{FF2B5EF4-FFF2-40B4-BE49-F238E27FC236}">
                <a16:creationId xmlns:a16="http://schemas.microsoft.com/office/drawing/2014/main" id="{9CB0A853-E326-4CEC-966A-0D8CA6C31D11}"/>
              </a:ext>
            </a:extLst>
          </p:cNvPr>
          <p:cNvSpPr>
            <a:spLocks xmlns:a="http://schemas.openxmlformats.org/drawingml/2006/main" noGrp="1"/>
          </p:cNvSpPr>
          <p:nvPr/>
        </p:nvSpPr>
        <p:spPr>
          <a:xfrm xmlns:a="http://schemas.openxmlformats.org/drawingml/2006/main">
            <a:off x="3019425" y="1981200"/>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buNone/>
              <a:defRPr sz="2400" b="1">
                <a:solidFill>
                  <a:srgbClr val="123B32"/>
                </a:solidFill>
              </a:defRPr>
            </a:lvl1pPr>
            <a:lvl2pPr>
              <a:buNone/>
              <a:defRPr sz="2400" b="1">
                <a:solidFill>
                  <a:srgbClr val="123B32"/>
                </a:solidFill>
              </a:defRPr>
            </a:lvl2pPr>
            <a:lvl3pPr>
              <a:buNone/>
              <a:defRPr sz="2400" b="1">
                <a:solidFill>
                  <a:srgbClr val="123B32"/>
                </a:solidFill>
              </a:defRPr>
            </a:lvl3pPr>
            <a:lvl4pPr>
              <a:buNone/>
              <a:defRPr sz="2400" b="1">
                <a:solidFill>
                  <a:srgbClr val="123B32"/>
                </a:solidFill>
              </a:defRPr>
            </a:lvl4pPr>
            <a:lvl5pPr>
              <a:buNone/>
              <a:defRPr sz="2400" b="1">
                <a:solidFill>
                  <a:srgbClr val="123B32"/>
                </a:solidFill>
              </a:defRPr>
            </a:lvl5pPr>
            <a:lvl6pPr>
              <a:buNone/>
              <a:defRPr sz="2400" b="1">
                <a:solidFill>
                  <a:srgbClr val="123B32"/>
                </a:solidFill>
              </a:defRPr>
            </a:lvl6pPr>
            <a:lvl7pPr>
              <a:buNone/>
              <a:defRPr sz="2400" b="1">
                <a:solidFill>
                  <a:srgbClr val="123B32"/>
                </a:solidFill>
              </a:defRPr>
            </a:lvl7pPr>
            <a:lvl8pPr>
              <a:buNone/>
              <a:defRPr sz="2400" b="1">
                <a:solidFill>
                  <a:srgbClr val="123B32"/>
                </a:solidFill>
              </a:defRPr>
            </a:lvl8pPr>
            <a:lvl9pPr>
              <a:buNone/>
              <a:defRPr sz="2400" b="1">
                <a:solidFill>
                  <a:srgbClr val="123B32"/>
                </a:solidFill>
              </a:defRPr>
            </a:lvl9pPr>
          </a:lstStyle>
          <a:p xmlns:a="http://schemas.openxmlformats.org/drawingml/2006/main">
            <a:pPr>
              <a:buNone/>
              <a:defRPr sz="2400" b="1">
                <a:solidFill>
                  <a:srgbClr val="123B32"/>
                </a:solidFill>
              </a:defRPr>
            </a:pPr>
            <a:r>
              <a:rPr sz="2400" b="1">
                <a:solidFill>
                  <a:srgbClr val="123B32"/>
                </a:solidFill>
              </a:rPr>
              <a:t>3 synthetic assets</a:t>
            </a:r>
          </a:p>
        </p:txBody>
      </p:sp>
      <p:sp>
        <p:nvSpPr>
          <p:cNvPr id="7" name="">
            <a:extLst xmlns:a="http://schemas.openxmlformats.org/drawingml/2006/main">
              <a:ext uri="{FF2B5EF4-FFF2-40B4-BE49-F238E27FC236}">
                <a16:creationId xmlns:a16="http://schemas.microsoft.com/office/drawing/2014/main" id="{42F8FA1F-5E6D-47C9-8369-7EAA9AC06228}"/>
              </a:ext>
            </a:extLst>
          </p:cNvPr>
          <p:cNvSpPr>
            <a:spLocks xmlns:a="http://schemas.openxmlformats.org/drawingml/2006/main" noGrp="1"/>
          </p:cNvSpPr>
          <p:nvPr/>
        </p:nvSpPr>
        <p:spPr>
          <a:xfrm xmlns:a="http://schemas.openxmlformats.org/drawingml/2006/main">
            <a:off x="8296275" y="1828800"/>
            <a:ext cx="3238500" cy="857250"/>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8" name="">
            <a:extLst xmlns:a="http://schemas.openxmlformats.org/drawingml/2006/main">
              <a:ext uri="{FF2B5EF4-FFF2-40B4-BE49-F238E27FC236}">
                <a16:creationId xmlns:a16="http://schemas.microsoft.com/office/drawing/2014/main" id="{0452FD3B-DE97-4247-9699-C836A3D12251}"/>
              </a:ext>
            </a:extLst>
          </p:cNvPr>
          <p:cNvSpPr>
            <a:spLocks xmlns:a="http://schemas.openxmlformats.org/drawingml/2006/main" noGrp="1"/>
          </p:cNvSpPr>
          <p:nvPr/>
        </p:nvSpPr>
        <p:spPr>
          <a:xfrm xmlns:a="http://schemas.openxmlformats.org/drawingml/2006/main">
            <a:off x="8458200" y="1981200"/>
            <a:ext cx="2914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23B32"/>
                </a:solidFill>
              </a:defRPr>
            </a:defPPr>
            <a:lvl1pPr>
              <a:buNone/>
              <a:defRPr sz="2850" b="1">
                <a:solidFill>
                  <a:srgbClr val="123B32"/>
                </a:solidFill>
              </a:defRPr>
            </a:lvl1pPr>
            <a:lvl2pPr>
              <a:buNone/>
              <a:defRPr sz="2850" b="1">
                <a:solidFill>
                  <a:srgbClr val="123B32"/>
                </a:solidFill>
              </a:defRPr>
            </a:lvl2pPr>
            <a:lvl3pPr>
              <a:buNone/>
              <a:defRPr sz="2850" b="1">
                <a:solidFill>
                  <a:srgbClr val="123B32"/>
                </a:solidFill>
              </a:defRPr>
            </a:lvl3pPr>
            <a:lvl4pPr>
              <a:buNone/>
              <a:defRPr sz="2850" b="1">
                <a:solidFill>
                  <a:srgbClr val="123B32"/>
                </a:solidFill>
              </a:defRPr>
            </a:lvl4pPr>
            <a:lvl5pPr>
              <a:buNone/>
              <a:defRPr sz="2850" b="1">
                <a:solidFill>
                  <a:srgbClr val="123B32"/>
                </a:solidFill>
              </a:defRPr>
            </a:lvl5pPr>
            <a:lvl6pPr>
              <a:buNone/>
              <a:defRPr sz="2850" b="1">
                <a:solidFill>
                  <a:srgbClr val="123B32"/>
                </a:solidFill>
              </a:defRPr>
            </a:lvl6pPr>
            <a:lvl7pPr>
              <a:buNone/>
              <a:defRPr sz="2850" b="1">
                <a:solidFill>
                  <a:srgbClr val="123B32"/>
                </a:solidFill>
              </a:defRPr>
            </a:lvl7pPr>
            <a:lvl8pPr>
              <a:buNone/>
              <a:defRPr sz="2850" b="1">
                <a:solidFill>
                  <a:srgbClr val="123B32"/>
                </a:solidFill>
              </a:defRPr>
            </a:lvl8pPr>
            <a:lvl9pPr>
              <a:buNone/>
              <a:defRPr sz="2850" b="1">
                <a:solidFill>
                  <a:srgbClr val="123B32"/>
                </a:solidFill>
              </a:defRPr>
            </a:lvl9pPr>
          </a:lstStyle>
          <a:p xmlns:a="http://schemas.openxmlformats.org/drawingml/2006/main">
            <a:pPr>
              <a:buNone/>
              <a:defRPr sz="2850" b="1">
                <a:solidFill>
                  <a:srgbClr val="123B32"/>
                </a:solidFill>
              </a:defRPr>
            </a:pPr>
            <a:r>
              <a:rPr sz="2850" b="1">
                <a:solidFill>
                  <a:srgbClr val="123B32"/>
                </a:solidFill>
              </a:rPr>
              <a:t>7 vectors</a:t>
            </a:r>
          </a:p>
        </p:txBody>
      </p:sp>
      <p:sp>
        <p:nvSpPr>
          <p:cNvPr id="10" name="">
            <a:extLst xmlns:a="http://schemas.openxmlformats.org/drawingml/2006/main">
              <a:ext uri="{FF2B5EF4-FFF2-40B4-BE49-F238E27FC236}">
                <a16:creationId xmlns:a16="http://schemas.microsoft.com/office/drawing/2014/main" id="{88EA95DA-48EC-4D16-8B01-A85C835C6E02}"/>
              </a:ext>
            </a:extLst>
          </p:cNvPr>
          <p:cNvSpPr>
            <a:spLocks xmlns:a="http://schemas.openxmlformats.org/drawingml/2006/main" noGrp="1"/>
          </p:cNvSpPr>
          <p:nvPr/>
        </p:nvSpPr>
        <p:spPr>
          <a:xfrm xmlns:a="http://schemas.openxmlformats.org/drawingml/2006/main">
            <a:off x="2857500" y="3743325"/>
            <a:ext cx="3333750" cy="857250"/>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1" name="">
            <a:extLst xmlns:a="http://schemas.openxmlformats.org/drawingml/2006/main">
              <a:ext uri="{FF2B5EF4-FFF2-40B4-BE49-F238E27FC236}">
                <a16:creationId xmlns:a16="http://schemas.microsoft.com/office/drawing/2014/main" id="{6CB9F224-A926-4DD8-B90A-EE68F46E9BC7}"/>
              </a:ext>
            </a:extLst>
          </p:cNvPr>
          <p:cNvSpPr>
            <a:spLocks xmlns:a="http://schemas.openxmlformats.org/drawingml/2006/main" noGrp="1"/>
          </p:cNvSpPr>
          <p:nvPr/>
        </p:nvSpPr>
        <p:spPr>
          <a:xfrm xmlns:a="http://schemas.openxmlformats.org/drawingml/2006/main">
            <a:off x="3019425" y="3895725"/>
            <a:ext cx="300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B32"/>
                </a:solidFill>
              </a:defRPr>
            </a:defPPr>
            <a:lvl1pPr>
              <a:buNone/>
              <a:defRPr sz="2400" b="1">
                <a:solidFill>
                  <a:srgbClr val="123B32"/>
                </a:solidFill>
              </a:defRPr>
            </a:lvl1pPr>
            <a:lvl2pPr>
              <a:buNone/>
              <a:defRPr sz="2400" b="1">
                <a:solidFill>
                  <a:srgbClr val="123B32"/>
                </a:solidFill>
              </a:defRPr>
            </a:lvl2pPr>
            <a:lvl3pPr>
              <a:buNone/>
              <a:defRPr sz="2400" b="1">
                <a:solidFill>
                  <a:srgbClr val="123B32"/>
                </a:solidFill>
              </a:defRPr>
            </a:lvl3pPr>
            <a:lvl4pPr>
              <a:buNone/>
              <a:defRPr sz="2400" b="1">
                <a:solidFill>
                  <a:srgbClr val="123B32"/>
                </a:solidFill>
              </a:defRPr>
            </a:lvl4pPr>
            <a:lvl5pPr>
              <a:buNone/>
              <a:defRPr sz="2400" b="1">
                <a:solidFill>
                  <a:srgbClr val="123B32"/>
                </a:solidFill>
              </a:defRPr>
            </a:lvl5pPr>
            <a:lvl6pPr>
              <a:buNone/>
              <a:defRPr sz="2400" b="1">
                <a:solidFill>
                  <a:srgbClr val="123B32"/>
                </a:solidFill>
              </a:defRPr>
            </a:lvl6pPr>
            <a:lvl7pPr>
              <a:buNone/>
              <a:defRPr sz="2400" b="1">
                <a:solidFill>
                  <a:srgbClr val="123B32"/>
                </a:solidFill>
              </a:defRPr>
            </a:lvl7pPr>
            <a:lvl8pPr>
              <a:buNone/>
              <a:defRPr sz="2400" b="1">
                <a:solidFill>
                  <a:srgbClr val="123B32"/>
                </a:solidFill>
              </a:defRPr>
            </a:lvl8pPr>
            <a:lvl9pPr>
              <a:buNone/>
              <a:defRPr sz="2400" b="1">
                <a:solidFill>
                  <a:srgbClr val="123B32"/>
                </a:solidFill>
              </a:defRPr>
            </a:lvl9pPr>
          </a:lstStyle>
          <a:p xmlns:a="http://schemas.openxmlformats.org/drawingml/2006/main">
            <a:pPr>
              <a:buNone/>
              <a:defRPr sz="2400" b="1">
                <a:solidFill>
                  <a:srgbClr val="123B32"/>
                </a:solidFill>
              </a:defRPr>
            </a:pPr>
            <a:r>
              <a:rPr sz="2400" b="1">
                <a:solidFill>
                  <a:srgbClr val="123B32"/>
                </a:solidFill>
              </a:rPr>
              <a:t>Verify and reuse</a:t>
            </a:r>
          </a:p>
        </p:txBody>
      </p:sp>
      <p:sp>
        <p:nvSpPr>
          <p:cNvPr id="12" name="">
            <a:extLst xmlns:a="http://schemas.openxmlformats.org/drawingml/2006/main">
              <a:ext uri="{FF2B5EF4-FFF2-40B4-BE49-F238E27FC236}">
                <a16:creationId xmlns:a16="http://schemas.microsoft.com/office/drawing/2014/main" id="{C43A59ED-B272-4DD2-B75C-7C12391ACAC7}"/>
              </a:ext>
            </a:extLst>
          </p:cNvPr>
          <p:cNvSpPr>
            <a:spLocks xmlns:a="http://schemas.openxmlformats.org/drawingml/2006/main" noGrp="1"/>
          </p:cNvSpPr>
          <p:nvPr/>
        </p:nvSpPr>
        <p:spPr>
          <a:xfrm xmlns:a="http://schemas.openxmlformats.org/drawingml/2006/main">
            <a:off x="8296275" y="3743325"/>
            <a:ext cx="3238500" cy="857250"/>
          </a:xfrm>
          <a:prstGeom xmlns:a="http://schemas.openxmlformats.org/drawingml/2006/main" prst="rect">
            <a:avLst/>
          </a:prstGeom>
          <a:solidFill xmlns:a="http://schemas.openxmlformats.org/drawingml/2006/main">
            <a:srgbClr val="DCE5D2"/>
          </a:solidFill>
          <a:ln xmlns:a="http://schemas.openxmlformats.org/drawingml/2006/main" w="12383">
            <a:solidFill>
              <a:srgbClr val="A2B5A4"/>
            </a:solidFill>
          </a:ln>
        </p:spPr>
      </p:sp>
      <p:sp>
        <p:nvSpPr>
          <p:cNvPr id="13" name="">
            <a:extLst xmlns:a="http://schemas.openxmlformats.org/drawingml/2006/main">
              <a:ext uri="{FF2B5EF4-FFF2-40B4-BE49-F238E27FC236}">
                <a16:creationId xmlns:a16="http://schemas.microsoft.com/office/drawing/2014/main" id="{2347A9AD-A215-43A0-8AD5-30070A70B75A}"/>
              </a:ext>
            </a:extLst>
          </p:cNvPr>
          <p:cNvSpPr>
            <a:spLocks xmlns:a="http://schemas.openxmlformats.org/drawingml/2006/main" noGrp="1"/>
          </p:cNvSpPr>
          <p:nvPr/>
        </p:nvSpPr>
        <p:spPr>
          <a:xfrm xmlns:a="http://schemas.openxmlformats.org/drawingml/2006/main">
            <a:off x="8458200" y="3895725"/>
            <a:ext cx="2914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23B32"/>
                </a:solidFill>
              </a:defRPr>
            </a:defPPr>
            <a:lvl1pPr>
              <a:buNone/>
              <a:defRPr sz="2850" b="1">
                <a:solidFill>
                  <a:srgbClr val="123B32"/>
                </a:solidFill>
              </a:defRPr>
            </a:lvl1pPr>
            <a:lvl2pPr>
              <a:buNone/>
              <a:defRPr sz="2850" b="1">
                <a:solidFill>
                  <a:srgbClr val="123B32"/>
                </a:solidFill>
              </a:defRPr>
            </a:lvl2pPr>
            <a:lvl3pPr>
              <a:buNone/>
              <a:defRPr sz="2850" b="1">
                <a:solidFill>
                  <a:srgbClr val="123B32"/>
                </a:solidFill>
              </a:defRPr>
            </a:lvl3pPr>
            <a:lvl4pPr>
              <a:buNone/>
              <a:defRPr sz="2850" b="1">
                <a:solidFill>
                  <a:srgbClr val="123B32"/>
                </a:solidFill>
              </a:defRPr>
            </a:lvl4pPr>
            <a:lvl5pPr>
              <a:buNone/>
              <a:defRPr sz="2850" b="1">
                <a:solidFill>
                  <a:srgbClr val="123B32"/>
                </a:solidFill>
              </a:defRPr>
            </a:lvl5pPr>
            <a:lvl6pPr>
              <a:buNone/>
              <a:defRPr sz="2850" b="1">
                <a:solidFill>
                  <a:srgbClr val="123B32"/>
                </a:solidFill>
              </a:defRPr>
            </a:lvl6pPr>
            <a:lvl7pPr>
              <a:buNone/>
              <a:defRPr sz="2850" b="1">
                <a:solidFill>
                  <a:srgbClr val="123B32"/>
                </a:solidFill>
              </a:defRPr>
            </a:lvl7pPr>
            <a:lvl8pPr>
              <a:buNone/>
              <a:defRPr sz="2850" b="1">
                <a:solidFill>
                  <a:srgbClr val="123B32"/>
                </a:solidFill>
              </a:defRPr>
            </a:lvl8pPr>
            <a:lvl9pPr>
              <a:buNone/>
              <a:defRPr sz="2850" b="1">
                <a:solidFill>
                  <a:srgbClr val="123B32"/>
                </a:solidFill>
              </a:defRPr>
            </a:lvl9pPr>
          </a:lstStyle>
          <a:p xmlns:a="http://schemas.openxmlformats.org/drawingml/2006/main">
            <a:pPr>
              <a:buNone/>
              <a:defRPr sz="2850" b="1">
                <a:solidFill>
                  <a:srgbClr val="123B32"/>
                </a:solidFill>
              </a:defRPr>
            </a:pPr>
            <a:r>
              <a:rPr sz="2850" b="1">
                <a:solidFill>
                  <a:srgbClr val="123B32"/>
                </a:solidFill>
              </a:rPr>
              <a:t>0 new vectors</a:t>
            </a:r>
          </a:p>
        </p:txBody>
      </p:sp>
      <p:sp>
        <p:nvSpPr>
          <p:cNvPr id="15" name="">
            <a:extLst xmlns:a="http://schemas.openxmlformats.org/drawingml/2006/main">
              <a:ext uri="{FF2B5EF4-FFF2-40B4-BE49-F238E27FC236}">
                <a16:creationId xmlns:a16="http://schemas.microsoft.com/office/drawing/2014/main" id="{8684918C-9676-4B1D-B935-956291EDDD6A}"/>
              </a:ext>
            </a:extLst>
          </p:cNvPr>
          <p:cNvSpPr>
            <a:spLocks xmlns:a="http://schemas.openxmlformats.org/drawingml/2006/main" noGrp="1"/>
          </p:cNvSpPr>
          <p:nvPr/>
        </p:nvSpPr>
        <p:spPr>
          <a:xfrm xmlns:a="http://schemas.openxmlformats.org/drawingml/2006/main">
            <a:off x="609600" y="5353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23B32"/>
                </a:solidFill>
              </a:defRPr>
            </a:defPPr>
            <a:lvl1pPr>
              <a:buNone/>
              <a:defRPr sz="2550" b="1">
                <a:solidFill>
                  <a:srgbClr val="123B32"/>
                </a:solidFill>
              </a:defRPr>
            </a:lvl1pPr>
            <a:lvl2pPr>
              <a:buNone/>
              <a:defRPr sz="2550" b="1">
                <a:solidFill>
                  <a:srgbClr val="123B32"/>
                </a:solidFill>
              </a:defRPr>
            </a:lvl2pPr>
            <a:lvl3pPr>
              <a:buNone/>
              <a:defRPr sz="2550" b="1">
                <a:solidFill>
                  <a:srgbClr val="123B32"/>
                </a:solidFill>
              </a:defRPr>
            </a:lvl3pPr>
            <a:lvl4pPr>
              <a:buNone/>
              <a:defRPr sz="2550" b="1">
                <a:solidFill>
                  <a:srgbClr val="123B32"/>
                </a:solidFill>
              </a:defRPr>
            </a:lvl4pPr>
            <a:lvl5pPr>
              <a:buNone/>
              <a:defRPr sz="2550" b="1">
                <a:solidFill>
                  <a:srgbClr val="123B32"/>
                </a:solidFill>
              </a:defRPr>
            </a:lvl5pPr>
            <a:lvl6pPr>
              <a:buNone/>
              <a:defRPr sz="2550" b="1">
                <a:solidFill>
                  <a:srgbClr val="123B32"/>
                </a:solidFill>
              </a:defRPr>
            </a:lvl6pPr>
            <a:lvl7pPr>
              <a:buNone/>
              <a:defRPr sz="2550" b="1">
                <a:solidFill>
                  <a:srgbClr val="123B32"/>
                </a:solidFill>
              </a:defRPr>
            </a:lvl7pPr>
            <a:lvl8pPr>
              <a:buNone/>
              <a:defRPr sz="2550" b="1">
                <a:solidFill>
                  <a:srgbClr val="123B32"/>
                </a:solidFill>
              </a:defRPr>
            </a:lvl8pPr>
            <a:lvl9pPr>
              <a:buNone/>
              <a:defRPr sz="2550" b="1">
                <a:solidFill>
                  <a:srgbClr val="123B32"/>
                </a:solidFill>
              </a:defRPr>
            </a:lvl9pPr>
          </a:lstStyle>
          <a:p xmlns:a="http://schemas.openxmlformats.org/drawingml/2006/main">
            <a:pPr>
              <a:buNone/>
              <a:defRPr sz="2550" b="1">
                <a:solidFill>
                  <a:srgbClr val="123B32"/>
                </a:solidFill>
              </a:defRPr>
            </a:pPr>
            <a:r>
              <a:rPr sz="2550" b="1">
                <a:solidFill>
                  <a:srgbClr val="123B32"/>
                </a:solidFill>
              </a:rPr>
              <a:t>16 steps / isolated storage / real CPU models</a:t>
            </a:r>
          </a:p>
        </p:txBody>
      </p:sp>
      <p:sp>
        <p:nvSpPr>
          <p:cNvPr id="16" name="">
            <a:extLst xmlns:a="http://schemas.openxmlformats.org/drawingml/2006/main">
              <a:ext uri="{FF2B5EF4-FFF2-40B4-BE49-F238E27FC236}">
                <a16:creationId xmlns:a16="http://schemas.microsoft.com/office/drawing/2014/main" id="{13016943-1DB6-487A-A414-0A455BA40F20}"/>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Reconciliation checks outcomes. This synthetic run is not a relevance benchmark.</a:t>
            </a:r>
          </a:p>
        </p:txBody>
      </p:sp>
    </p:spTree>
    <p:extLst>
      <p:ext uri="{BB962C8B-B14F-4D97-AF65-F5344CB8AC3E}">
        <p14:creationId xmlns:p14="http://schemas.microsoft.com/office/powerpoint/2010/main" val="2031277933"/>
      </p:ext>
    </p:extLst>
  </p:cSld>
</p:sld>
</file>

<file path=ppt/slides/slide22.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951890-ACE1-4BAF-966F-C21C00A6F5C0}"/>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defRPr sz="3375" b="1">
                <a:solidFill>
                  <a:srgbClr val="123B32"/>
                </a:solidFill>
              </a:defRPr>
            </a:lvl1pPr>
            <a:lvl2pPr>
              <a:defRPr sz="3375" b="1">
                <a:solidFill>
                  <a:srgbClr val="123B32"/>
                </a:solidFill>
              </a:defRPr>
            </a:lvl2pPr>
            <a:lvl3pPr>
              <a:defRPr sz="3375" b="1">
                <a:solidFill>
                  <a:srgbClr val="123B32"/>
                </a:solidFill>
              </a:defRPr>
            </a:lvl3pPr>
            <a:lvl4pPr>
              <a:defRPr sz="3375" b="1">
                <a:solidFill>
                  <a:srgbClr val="123B32"/>
                </a:solidFill>
              </a:defRPr>
            </a:lvl4pPr>
            <a:lvl5pPr>
              <a:defRPr sz="3375" b="1">
                <a:solidFill>
                  <a:srgbClr val="123B32"/>
                </a:solidFill>
              </a:defRPr>
            </a:lvl5pPr>
            <a:lvl6pPr>
              <a:defRPr sz="3375" b="1">
                <a:solidFill>
                  <a:srgbClr val="123B32"/>
                </a:solidFill>
              </a:defRPr>
            </a:lvl6pPr>
            <a:lvl7pPr>
              <a:defRPr sz="3375" b="1">
                <a:solidFill>
                  <a:srgbClr val="123B32"/>
                </a:solidFill>
              </a:defRPr>
            </a:lvl7pPr>
            <a:lvl8pPr>
              <a:defRPr sz="3375" b="1">
                <a:solidFill>
                  <a:srgbClr val="123B32"/>
                </a:solidFill>
              </a:defRPr>
            </a:lvl8pPr>
            <a:lvl9pPr>
              <a:defRPr sz="3375" b="1">
                <a:solidFill>
                  <a:srgbClr val="123B32"/>
                </a:solidFill>
              </a:defRPr>
            </a:lvl9pPr>
          </a:lstStyle>
          <a:p xmlns:a="http://schemas.openxmlformats.org/drawingml/2006/main">
            <a:pPr>
              <a:defRPr sz="3375" b="1">
                <a:solidFill>
                  <a:srgbClr val="123B32"/>
                </a:solidFill>
              </a:defRPr>
            </a:pPr>
            <a:r>
              <a:rPr sz="3375" b="1">
                <a:solidFill>
                  <a:srgbClr val="123B32"/>
                </a:solidFill>
              </a:rPr>
              <a:t>How we tested the pipeline</a:t>
            </a:r>
          </a:p>
        </p:txBody>
      </p:sp>
      <p:sp>
        <p:nvSpPr>
          <p:cNvPr id="2" name="">
            <a:extLst xmlns:a="http://schemas.openxmlformats.org/drawingml/2006/main">
              <a:ext uri="{FF2B5EF4-FFF2-40B4-BE49-F238E27FC236}">
                <a16:creationId xmlns:a16="http://schemas.microsoft.com/office/drawing/2014/main" id="{2DCC3776-C817-4BE6-AB5B-7DCAF2E46388}"/>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defRPr sz="1425" b="0">
                <a:solidFill>
                  <a:srgbClr val="52675C"/>
                </a:solidFill>
              </a:defRPr>
            </a:lvl1pPr>
            <a:lvl2pPr>
              <a:defRPr sz="1425" b="0">
                <a:solidFill>
                  <a:srgbClr val="52675C"/>
                </a:solidFill>
              </a:defRPr>
            </a:lvl2pPr>
            <a:lvl3pPr>
              <a:defRPr sz="1425" b="0">
                <a:solidFill>
                  <a:srgbClr val="52675C"/>
                </a:solidFill>
              </a:defRPr>
            </a:lvl3pPr>
            <a:lvl4pPr>
              <a:defRPr sz="1425" b="0">
                <a:solidFill>
                  <a:srgbClr val="52675C"/>
                </a:solidFill>
              </a:defRPr>
            </a:lvl4pPr>
            <a:lvl5pPr>
              <a:defRPr sz="1425" b="0">
                <a:solidFill>
                  <a:srgbClr val="52675C"/>
                </a:solidFill>
              </a:defRPr>
            </a:lvl5pPr>
            <a:lvl6pPr>
              <a:defRPr sz="1425" b="0">
                <a:solidFill>
                  <a:srgbClr val="52675C"/>
                </a:solidFill>
              </a:defRPr>
            </a:lvl6pPr>
            <a:lvl7pPr>
              <a:defRPr sz="1425" b="0">
                <a:solidFill>
                  <a:srgbClr val="52675C"/>
                </a:solidFill>
              </a:defRPr>
            </a:lvl7pPr>
            <a:lvl8pPr>
              <a:defRPr sz="1425" b="0">
                <a:solidFill>
                  <a:srgbClr val="52675C"/>
                </a:solidFill>
              </a:defRPr>
            </a:lvl8pPr>
            <a:lvl9pPr>
              <a:defRPr sz="1425" b="0">
                <a:solidFill>
                  <a:srgbClr val="52675C"/>
                </a:solidFill>
              </a:defRPr>
            </a:lvl9pPr>
          </a:lstStyle>
          <a:p xmlns:a="http://schemas.openxmlformats.org/drawingml/2006/main">
            <a:pPr>
              <a:defRPr sz="1425" b="0">
                <a:solidFill>
                  <a:srgbClr val="52675C"/>
                </a:solidFill>
              </a:defRPr>
            </a:pPr>
            <a:r>
              <a:rPr sz="1425" b="0">
                <a:solidFill>
                  <a:srgbClr val="52675C"/>
                </a:solidFill>
              </a:rPr>
              <a:t>22</a:t>
            </a:r>
          </a:p>
        </p:txBody>
      </p:sp>
      <p:graphicFrame>
        <p:nvGraphicFramePr>
          <p:cNvPr id="3" name="">
            <a:extLst xmlns:a="http://schemas.openxmlformats.org/drawingml/2006/main">
              <a:ext uri="{FF2B5EF4-FFF2-40B4-BE49-F238E27FC236}">
                <a16:creationId xmlns:a16="http://schemas.microsoft.com/office/drawing/2014/main" id="{5A009AB9-17B0-45C4-89FE-AD2E73C9ECE7}"/>
              </a:ext>
            </a:extLst>
          </p:cNvPr>
          <p:cNvGraphicFramePr/>
          <p:nvPr/>
        </p:nvGraphicFramePr>
        <p:xfrm>
          <a:off xmlns:a="http://schemas.openxmlformats.org/drawingml/2006/main" x="609600" y="1838325"/>
          <a:ext xmlns:a="http://schemas.openxmlformats.org/drawingml/2006/main" cx="10953750" cy="3333750"/>
        </p:xfrm>
        <a:graphic xmlns:a="http://schemas.openxmlformats.org/drawingml/2006/main">
          <a:graphicData uri="http://schemas.openxmlformats.org/drawingml/2006/table">
            <a:tbl>
              <a:tblPr/>
              <a:tblGrid>
                <a:gridCol w="2000250"/>
                <a:gridCol w="6048375"/>
                <a:gridCol w="2905125"/>
              </a:tblGrid>
              <a:tr h="666750">
                <a:tc>
                  <a:txBody>
                    <a:bodyPr/>
                    <a:lstStyle/>
                    <a:p>
                      <a:r>
                        <a:rPr sz="2025" b="1">
                          <a:solidFill>
                            <a:srgbClr val="F5F1E7"/>
                          </a:solidFill>
                          <a:latin typeface="Arial"/>
                          <a:ea typeface="Arial"/>
                          <a:cs typeface="Arial"/>
                        </a:rPr>
                        <a:t>Layer</a:t>
                      </a:r>
                    </a:p>
                  </a:txBody>
                  <a:tcPr marL="91440" marR="91440" marT="45720" marB="45720">
                    <a:lnL w="6668">
                      <a:solidFill>
                        <a:srgbClr val="A2B5A4"/>
                      </a:solidFill>
                      <a:prstDash val="solid"/>
                    </a:lnL>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Concrete check</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c>
                  <a:txBody>
                    <a:bodyPr/>
                    <a:lstStyle/>
                    <a:p>
                      <a:r>
                        <a:rPr sz="2025" b="1">
                          <a:solidFill>
                            <a:srgbClr val="F5F1E7"/>
                          </a:solidFill>
                          <a:latin typeface="Arial"/>
                          <a:ea typeface="Arial"/>
                          <a:cs typeface="Arial"/>
                        </a:rPr>
                        <a:t>Recorded result</a:t>
                      </a:r>
                    </a:p>
                  </a:txBody>
                  <a:tcPr marL="91440" marR="91440" marT="45720" marB="45720">
                    <a:lnR w="6668">
                      <a:solidFill>
                        <a:srgbClr val="A2B5A4"/>
                      </a:solidFill>
                      <a:prstDash val="solid"/>
                    </a:lnR>
                    <a:lnT w="6668">
                      <a:solidFill>
                        <a:srgbClr val="A2B5A4"/>
                      </a:solidFill>
                      <a:prstDash val="solid"/>
                    </a:lnT>
                    <a:lnB w="6668">
                      <a:solidFill>
                        <a:srgbClr val="A2B5A4"/>
                      </a:solidFill>
                      <a:prstDash val="solid"/>
                    </a:lnB>
                    <a:solidFill>
                      <a:srgbClr val="123B32"/>
                    </a:solidFill>
                  </a:tcPr>
                </a:tc>
              </a:tr>
              <a:tr h="666750">
                <a:tc>
                  <a:txBody>
                    <a:bodyPr/>
                    <a:lstStyle/>
                    <a:p>
                      <a:r>
                        <a:rPr sz="1950">
                          <a:solidFill>
                            <a:srgbClr val="123B32"/>
                          </a:solidFill>
                          <a:latin typeface="Arial"/>
                          <a:ea typeface="Arial"/>
                          <a:cs typeface="Arial"/>
                        </a:rPr>
                        <a:t>Offline</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Generated faults and contract assertions</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364 tests passed</a:t>
                      </a:r>
                    </a:p>
                  </a:txBody>
                  <a:tcPr marL="91440" marR="91440" marT="45720" marB="45720">
                    <a:lnR w="6668">
                      <a:solidFill>
                        <a:srgbClr val="A2B5A4"/>
                      </a:solidFill>
                      <a:prstDash val="solid"/>
                    </a:lnR>
                    <a:lnB w="6668">
                      <a:solidFill>
                        <a:srgbClr val="A2B5A4"/>
                      </a:solidFill>
                      <a:prstDash val="solid"/>
                    </a:lnB>
                    <a:solidFill>
                      <a:srgbClr val="F5F1E7"/>
                    </a:solidFill>
                  </a:tcPr>
                </a:tc>
              </a:tr>
              <a:tr h="666750">
                <a:tc>
                  <a:txBody>
                    <a:bodyPr/>
                    <a:lstStyle/>
                    <a:p>
                      <a:r>
                        <a:rPr sz="1950">
                          <a:solidFill>
                            <a:srgbClr val="123B32"/>
                          </a:solidFill>
                          <a:latin typeface="Arial"/>
                          <a:ea typeface="Arial"/>
                          <a:cs typeface="Arial"/>
                        </a:rPr>
                        <a:t>Integration</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All zones twice, deterministic encoders</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1 test passed</a:t>
                      </a:r>
                    </a:p>
                  </a:txBody>
                  <a:tcPr marL="91440" marR="91440" marT="45720" marB="45720">
                    <a:lnR w="6668">
                      <a:solidFill>
                        <a:srgbClr val="A2B5A4"/>
                      </a:solidFill>
                      <a:prstDash val="solid"/>
                    </a:lnR>
                    <a:lnB w="6668">
                      <a:solidFill>
                        <a:srgbClr val="A2B5A4"/>
                      </a:solidFill>
                      <a:prstDash val="solid"/>
                    </a:lnB>
                    <a:solidFill>
                      <a:srgbClr val="F5F1E7"/>
                    </a:solidFill>
                  </a:tcPr>
                </a:tc>
              </a:tr>
              <a:tr h="666750">
                <a:tc>
                  <a:txBody>
                    <a:bodyPr/>
                    <a:lstStyle/>
                    <a:p>
                      <a:r>
                        <a:rPr sz="1950">
                          <a:solidFill>
                            <a:srgbClr val="123B32"/>
                          </a:solidFill>
                          <a:latin typeface="Arial"/>
                          <a:ea typeface="Arial"/>
                          <a:cs typeface="Arial"/>
                        </a:rPr>
                        <a:t>CPU CLI</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Real decoders and cached models</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7 vectors, then 0 new</a:t>
                      </a:r>
                    </a:p>
                  </a:txBody>
                  <a:tcPr marL="91440" marR="91440" marT="45720" marB="45720">
                    <a:lnR w="6668">
                      <a:solidFill>
                        <a:srgbClr val="A2B5A4"/>
                      </a:solidFill>
                      <a:prstDash val="solid"/>
                    </a:lnR>
                    <a:lnB w="6668">
                      <a:solidFill>
                        <a:srgbClr val="A2B5A4"/>
                      </a:solidFill>
                      <a:prstDash val="solid"/>
                    </a:lnB>
                    <a:solidFill>
                      <a:srgbClr val="F5F1E7"/>
                    </a:solidFill>
                  </a:tcPr>
                </a:tc>
              </a:tr>
              <a:tr h="666750">
                <a:tc>
                  <a:txBody>
                    <a:bodyPr/>
                    <a:lstStyle/>
                    <a:p>
                      <a:r>
                        <a:rPr sz="1950">
                          <a:solidFill>
                            <a:srgbClr val="123B32"/>
                          </a:solidFill>
                          <a:latin typeface="Arial"/>
                          <a:ea typeface="Arial"/>
                          <a:cs typeface="Arial"/>
                        </a:rPr>
                        <a:t>Browser</a:t>
                      </a:r>
                    </a:p>
                  </a:txBody>
                  <a:tcPr marL="91440" marR="91440" marT="45720" marB="45720">
                    <a:lnL w="6668">
                      <a:solidFill>
                        <a:srgbClr val="A2B5A4"/>
                      </a:solidFill>
                      <a:prstDash val="solid"/>
                    </a:lnL>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Selected top-k reaches HTTP handlers</a:t>
                      </a:r>
                    </a:p>
                  </a:txBody>
                  <a:tcPr marL="91440" marR="91440" marT="45720" marB="45720">
                    <a:lnR w="6668">
                      <a:solidFill>
                        <a:srgbClr val="A2B5A4"/>
                      </a:solidFill>
                      <a:prstDash val="solid"/>
                    </a:lnR>
                    <a:lnB w="6668">
                      <a:solidFill>
                        <a:srgbClr val="A2B5A4"/>
                      </a:solidFill>
                      <a:prstDash val="solid"/>
                    </a:lnB>
                    <a:solidFill>
                      <a:srgbClr val="F5F1E7"/>
                    </a:solidFill>
                  </a:tcPr>
                </a:tc>
                <a:tc>
                  <a:txBody>
                    <a:bodyPr/>
                    <a:lstStyle/>
                    <a:p>
                      <a:r>
                        <a:rPr sz="1950">
                          <a:solidFill>
                            <a:srgbClr val="123B32"/>
                          </a:solidFill>
                          <a:latin typeface="Arial"/>
                          <a:ea typeface="Arial"/>
                          <a:cs typeface="Arial"/>
                        </a:rPr>
                        <a:t>8 checks passed</a:t>
                      </a:r>
                    </a:p>
                  </a:txBody>
                  <a:tcPr marL="91440" marR="91440" marT="45720" marB="45720">
                    <a:lnR w="6668">
                      <a:solidFill>
                        <a:srgbClr val="A2B5A4"/>
                      </a:solidFill>
                      <a:prstDash val="solid"/>
                    </a:lnR>
                    <a:lnB w="6668">
                      <a:solidFill>
                        <a:srgbClr val="A2B5A4"/>
                      </a:solidFill>
                      <a:prstDash val="solid"/>
                    </a:lnB>
                    <a:solidFill>
                      <a:srgbClr val="F5F1E7"/>
                    </a:solidFill>
                  </a:tcPr>
                </a:tc>
              </a:tr>
            </a:tbl>
          </a:graphicData>
        </a:graphic>
      </p:graphicFrame>
      <p:sp>
        <p:nvSpPr>
          <p:cNvPr id="4" name="">
            <a:extLst xmlns:a="http://schemas.openxmlformats.org/drawingml/2006/main">
              <a:ext uri="{FF2B5EF4-FFF2-40B4-BE49-F238E27FC236}">
                <a16:creationId xmlns:a16="http://schemas.microsoft.com/office/drawing/2014/main" id="{368C8D5A-F764-4584-9985-68EC2FA9EDEF}"/>
              </a:ext>
            </a:extLst>
          </p:cNvPr>
          <p:cNvSpPr>
            <a:spLocks xmlns:a="http://schemas.openxmlformats.org/drawingml/2006/main" noGrp="1"/>
          </p:cNvSpPr>
          <p:nvPr/>
        </p:nvSpPr>
        <p:spPr>
          <a:xfrm xmlns:a="http://schemas.openxmlformats.org/drawingml/2006/main">
            <a:off x="619125" y="53911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defRPr sz="2325" b="1">
                <a:solidFill>
                  <a:srgbClr val="123B32"/>
                </a:solidFill>
              </a:defRPr>
            </a:lvl1pPr>
            <a:lvl2pPr>
              <a:defRPr sz="2325" b="1">
                <a:solidFill>
                  <a:srgbClr val="123B32"/>
                </a:solidFill>
              </a:defRPr>
            </a:lvl2pPr>
            <a:lvl3pPr>
              <a:defRPr sz="2325" b="1">
                <a:solidFill>
                  <a:srgbClr val="123B32"/>
                </a:solidFill>
              </a:defRPr>
            </a:lvl3pPr>
            <a:lvl4pPr>
              <a:defRPr sz="2325" b="1">
                <a:solidFill>
                  <a:srgbClr val="123B32"/>
                </a:solidFill>
              </a:defRPr>
            </a:lvl4pPr>
            <a:lvl5pPr>
              <a:defRPr sz="2325" b="1">
                <a:solidFill>
                  <a:srgbClr val="123B32"/>
                </a:solidFill>
              </a:defRPr>
            </a:lvl5pPr>
            <a:lvl6pPr>
              <a:defRPr sz="2325" b="1">
                <a:solidFill>
                  <a:srgbClr val="123B32"/>
                </a:solidFill>
              </a:defRPr>
            </a:lvl6pPr>
            <a:lvl7pPr>
              <a:defRPr sz="2325" b="1">
                <a:solidFill>
                  <a:srgbClr val="123B32"/>
                </a:solidFill>
              </a:defRPr>
            </a:lvl7pPr>
            <a:lvl8pPr>
              <a:defRPr sz="2325" b="1">
                <a:solidFill>
                  <a:srgbClr val="123B32"/>
                </a:solidFill>
              </a:defRPr>
            </a:lvl8pPr>
            <a:lvl9pPr>
              <a:defRPr sz="2325" b="1">
                <a:solidFill>
                  <a:srgbClr val="123B32"/>
                </a:solidFill>
              </a:defRPr>
            </a:lvl9pPr>
          </a:lstStyle>
          <a:p xmlns:a="http://schemas.openxmlformats.org/drawingml/2006/main">
            <a:pPr>
              <a:defRPr sz="2325" b="1">
                <a:solidFill>
                  <a:srgbClr val="123B32"/>
                </a:solidFill>
              </a:defRPr>
            </a:pPr>
            <a:r>
              <a:rPr sz="2325" b="1">
                <a:solidFill>
                  <a:srgbClr val="123B32"/>
                </a:solidFill>
              </a:rPr>
              <a:t>Failure assertions inspect stored state and recovery</a:t>
            </a:r>
          </a:p>
        </p:txBody>
      </p:sp>
      <p:sp>
        <p:nvSpPr>
          <p:cNvPr id="5" name="">
            <a:extLst xmlns:a="http://schemas.openxmlformats.org/drawingml/2006/main">
              <a:ext uri="{FF2B5EF4-FFF2-40B4-BE49-F238E27FC236}">
                <a16:creationId xmlns:a16="http://schemas.microsoft.com/office/drawing/2014/main" id="{79295902-6171-4F51-89D6-3558392E54FA}"/>
              </a:ext>
            </a:extLst>
          </p:cNvPr>
          <p:cNvSpPr>
            <a:spLocks xmlns:a="http://schemas.openxmlformats.org/drawingml/2006/main" noGrp="1"/>
          </p:cNvSpPr>
          <p:nvPr/>
        </p:nvSpPr>
        <p:spPr>
          <a:xfrm xmlns:a="http://schemas.openxmlformats.org/drawingml/2006/main">
            <a:off x="619125" y="60388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defRPr sz="1800" b="0">
                <a:solidFill>
                  <a:srgbClr val="52675C"/>
                </a:solidFill>
              </a:defRPr>
            </a:lvl1pPr>
            <a:lvl2pPr>
              <a:defRPr sz="1800" b="0">
                <a:solidFill>
                  <a:srgbClr val="52675C"/>
                </a:solidFill>
              </a:defRPr>
            </a:lvl2pPr>
            <a:lvl3pPr>
              <a:defRPr sz="1800" b="0">
                <a:solidFill>
                  <a:srgbClr val="52675C"/>
                </a:solidFill>
              </a:defRPr>
            </a:lvl3pPr>
            <a:lvl4pPr>
              <a:defRPr sz="1800" b="0">
                <a:solidFill>
                  <a:srgbClr val="52675C"/>
                </a:solidFill>
              </a:defRPr>
            </a:lvl4pPr>
            <a:lvl5pPr>
              <a:defRPr sz="1800" b="0">
                <a:solidFill>
                  <a:srgbClr val="52675C"/>
                </a:solidFill>
              </a:defRPr>
            </a:lvl5pPr>
            <a:lvl6pPr>
              <a:defRPr sz="1800" b="0">
                <a:solidFill>
                  <a:srgbClr val="52675C"/>
                </a:solidFill>
              </a:defRPr>
            </a:lvl6pPr>
            <a:lvl7pPr>
              <a:defRPr sz="1800" b="0">
                <a:solidFill>
                  <a:srgbClr val="52675C"/>
                </a:solidFill>
              </a:defRPr>
            </a:lvl7pPr>
            <a:lvl8pPr>
              <a:defRPr sz="1800" b="0">
                <a:solidFill>
                  <a:srgbClr val="52675C"/>
                </a:solidFill>
              </a:defRPr>
            </a:lvl8pPr>
            <a:lvl9pPr>
              <a:defRPr sz="1800" b="0">
                <a:solidFill>
                  <a:srgbClr val="52675C"/>
                </a:solidFill>
              </a:defRPr>
            </a:lvl9pPr>
          </a:lstStyle>
          <a:p xmlns:a="http://schemas.openxmlformats.org/drawingml/2006/main">
            <a:pPr>
              <a:defRPr sz="1800" b="0">
                <a:solidFill>
                  <a:srgbClr val="52675C"/>
                </a:solidFill>
              </a:defRPr>
            </a:pPr>
            <a:r>
              <a:rPr sz="1800" b="0">
                <a:solidFill>
                  <a:srgbClr val="52675C"/>
                </a:solidFill>
              </a:rPr>
              <a:t>Copy mismatch, failed completion record, missing vector parts, accepted bytes retained</a:t>
            </a:r>
          </a:p>
        </p:txBody>
      </p:sp>
    </p:spTree>
    <p:extLst>
      <p:ext uri="{BB962C8B-B14F-4D97-AF65-F5344CB8AC3E}">
        <p14:creationId xmlns:p14="http://schemas.microsoft.com/office/powerpoint/2010/main" val="1520255783"/>
      </p:ext>
    </p:extLst>
  </p:cSld>
</p:sld>
</file>

<file path=ppt/slides/slide23.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42326E-6CE2-475C-8B94-A15176378C2B}"/>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23B32"/>
                </a:solidFill>
              </a:defRPr>
            </a:defPPr>
            <a:lvl1pPr>
              <a:buNone/>
              <a:defRPr sz="3375" b="1">
                <a:solidFill>
                  <a:srgbClr val="123B32"/>
                </a:solidFill>
              </a:defRPr>
            </a:lvl1pPr>
            <a:lvl2pPr>
              <a:buNone/>
              <a:defRPr sz="3375" b="1">
                <a:solidFill>
                  <a:srgbClr val="123B32"/>
                </a:solidFill>
              </a:defRPr>
            </a:lvl2pPr>
            <a:lvl3pPr>
              <a:buNone/>
              <a:defRPr sz="3375" b="1">
                <a:solidFill>
                  <a:srgbClr val="123B32"/>
                </a:solidFill>
              </a:defRPr>
            </a:lvl3pPr>
            <a:lvl4pPr>
              <a:buNone/>
              <a:defRPr sz="3375" b="1">
                <a:solidFill>
                  <a:srgbClr val="123B32"/>
                </a:solidFill>
              </a:defRPr>
            </a:lvl4pPr>
            <a:lvl5pPr>
              <a:buNone/>
              <a:defRPr sz="3375" b="1">
                <a:solidFill>
                  <a:srgbClr val="123B32"/>
                </a:solidFill>
              </a:defRPr>
            </a:lvl5pPr>
            <a:lvl6pPr>
              <a:buNone/>
              <a:defRPr sz="3375" b="1">
                <a:solidFill>
                  <a:srgbClr val="123B32"/>
                </a:solidFill>
              </a:defRPr>
            </a:lvl6pPr>
            <a:lvl7pPr>
              <a:buNone/>
              <a:defRPr sz="3375" b="1">
                <a:solidFill>
                  <a:srgbClr val="123B32"/>
                </a:solidFill>
              </a:defRPr>
            </a:lvl7pPr>
            <a:lvl8pPr>
              <a:buNone/>
              <a:defRPr sz="3375" b="1">
                <a:solidFill>
                  <a:srgbClr val="123B32"/>
                </a:solidFill>
              </a:defRPr>
            </a:lvl8pPr>
            <a:lvl9pPr>
              <a:buNone/>
              <a:defRPr sz="3375" b="1">
                <a:solidFill>
                  <a:srgbClr val="123B32"/>
                </a:solidFill>
              </a:defRPr>
            </a:lvl9pPr>
          </a:lstStyle>
          <a:p xmlns:a="http://schemas.openxmlformats.org/drawingml/2006/main">
            <a:pPr>
              <a:buNone/>
              <a:defRPr sz="3375" b="1">
                <a:solidFill>
                  <a:srgbClr val="123B32"/>
                </a:solidFill>
              </a:defRPr>
            </a:pPr>
            <a:r>
              <a:rPr sz="3375" b="1">
                <a:solidFill>
                  <a:srgbClr val="123B32"/>
                </a:solidFill>
              </a:rPr>
              <a:t>An input can fail before it reaches storage</a:t>
            </a:r>
          </a:p>
        </p:txBody>
      </p:sp>
      <p:sp>
        <p:nvSpPr>
          <p:cNvPr id="2" name="">
            <a:extLst xmlns:a="http://schemas.openxmlformats.org/drawingml/2006/main">
              <a:ext uri="{FF2B5EF4-FFF2-40B4-BE49-F238E27FC236}">
                <a16:creationId xmlns:a16="http://schemas.microsoft.com/office/drawing/2014/main" id="{32676920-FC46-49FE-A751-6281B52D5589}"/>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75C"/>
                </a:solidFill>
              </a:defRPr>
            </a:defPPr>
            <a:lvl1pPr>
              <a:buNone/>
              <a:defRPr sz="1425" b="0">
                <a:solidFill>
                  <a:srgbClr val="52675C"/>
                </a:solidFill>
              </a:defRPr>
            </a:lvl1pPr>
            <a:lvl2pPr>
              <a:buNone/>
              <a:defRPr sz="1425" b="0">
                <a:solidFill>
                  <a:srgbClr val="52675C"/>
                </a:solidFill>
              </a:defRPr>
            </a:lvl2pPr>
            <a:lvl3pPr>
              <a:buNone/>
              <a:defRPr sz="1425" b="0">
                <a:solidFill>
                  <a:srgbClr val="52675C"/>
                </a:solidFill>
              </a:defRPr>
            </a:lvl3pPr>
            <a:lvl4pPr>
              <a:buNone/>
              <a:defRPr sz="1425" b="0">
                <a:solidFill>
                  <a:srgbClr val="52675C"/>
                </a:solidFill>
              </a:defRPr>
            </a:lvl4pPr>
            <a:lvl5pPr>
              <a:buNone/>
              <a:defRPr sz="1425" b="0">
                <a:solidFill>
                  <a:srgbClr val="52675C"/>
                </a:solidFill>
              </a:defRPr>
            </a:lvl5pPr>
            <a:lvl6pPr>
              <a:buNone/>
              <a:defRPr sz="1425" b="0">
                <a:solidFill>
                  <a:srgbClr val="52675C"/>
                </a:solidFill>
              </a:defRPr>
            </a:lvl6pPr>
            <a:lvl7pPr>
              <a:buNone/>
              <a:defRPr sz="1425" b="0">
                <a:solidFill>
                  <a:srgbClr val="52675C"/>
                </a:solidFill>
              </a:defRPr>
            </a:lvl7pPr>
            <a:lvl8pPr>
              <a:buNone/>
              <a:defRPr sz="1425" b="0">
                <a:solidFill>
                  <a:srgbClr val="52675C"/>
                </a:solidFill>
              </a:defRPr>
            </a:lvl8pPr>
            <a:lvl9pPr>
              <a:buNone/>
              <a:defRPr sz="1425" b="0">
                <a:solidFill>
                  <a:srgbClr val="52675C"/>
                </a:solidFill>
              </a:defRPr>
            </a:lvl9pPr>
          </a:lstStyle>
          <a:p xmlns:a="http://schemas.openxmlformats.org/drawingml/2006/main">
            <a:pPr>
              <a:buNone/>
              <a:defRPr sz="1425" b="0">
                <a:solidFill>
                  <a:srgbClr val="52675C"/>
                </a:solidFill>
              </a:defRPr>
            </a:pPr>
            <a:r>
              <a:rPr sz="1425" b="0">
                <a:solidFill>
                  <a:srgbClr val="52675C"/>
                </a:solidFill>
              </a:rPr>
              <a:t>23</a:t>
            </a:r>
          </a:p>
        </p:txBody>
      </p:sp>
      <p:sp>
        <p:nvSpPr>
          <p:cNvPr id="3" name="">
            <a:extLst xmlns:a="http://schemas.openxmlformats.org/drawingml/2006/main">
              <a:ext uri="{FF2B5EF4-FFF2-40B4-BE49-F238E27FC236}">
                <a16:creationId xmlns:a16="http://schemas.microsoft.com/office/drawing/2014/main" id="{F26D9385-A37F-4D1E-9E7C-8B8EF48C5E3F}"/>
              </a:ext>
            </a:extLst>
          </p:cNvPr>
          <p:cNvSpPr>
            <a:spLocks xmlns:a="http://schemas.openxmlformats.org/drawingml/2006/main" noGrp="1"/>
          </p:cNvSpPr>
          <p:nvPr/>
        </p:nvSpPr>
        <p:spPr>
          <a:xfrm xmlns:a="http://schemas.openxmlformats.org/drawingml/2006/main">
            <a:off x="609600" y="1743075"/>
            <a:ext cx="657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23B32"/>
                </a:solidFill>
              </a:defRPr>
            </a:defPPr>
            <a:lvl1pPr>
              <a:buNone/>
              <a:defRPr sz="3450" b="1">
                <a:solidFill>
                  <a:srgbClr val="123B32"/>
                </a:solidFill>
              </a:defRPr>
            </a:lvl1pPr>
            <a:lvl2pPr>
              <a:buNone/>
              <a:defRPr sz="3450" b="1">
                <a:solidFill>
                  <a:srgbClr val="123B32"/>
                </a:solidFill>
              </a:defRPr>
            </a:lvl2pPr>
            <a:lvl3pPr>
              <a:buNone/>
              <a:defRPr sz="3450" b="1">
                <a:solidFill>
                  <a:srgbClr val="123B32"/>
                </a:solidFill>
              </a:defRPr>
            </a:lvl3pPr>
            <a:lvl4pPr>
              <a:buNone/>
              <a:defRPr sz="3450" b="1">
                <a:solidFill>
                  <a:srgbClr val="123B32"/>
                </a:solidFill>
              </a:defRPr>
            </a:lvl4pPr>
            <a:lvl5pPr>
              <a:buNone/>
              <a:defRPr sz="3450" b="1">
                <a:solidFill>
                  <a:srgbClr val="123B32"/>
                </a:solidFill>
              </a:defRPr>
            </a:lvl5pPr>
            <a:lvl6pPr>
              <a:buNone/>
              <a:defRPr sz="3450" b="1">
                <a:solidFill>
                  <a:srgbClr val="123B32"/>
                </a:solidFill>
              </a:defRPr>
            </a:lvl6pPr>
            <a:lvl7pPr>
              <a:buNone/>
              <a:defRPr sz="3450" b="1">
                <a:solidFill>
                  <a:srgbClr val="123B32"/>
                </a:solidFill>
              </a:defRPr>
            </a:lvl7pPr>
            <a:lvl8pPr>
              <a:buNone/>
              <a:defRPr sz="3450" b="1">
                <a:solidFill>
                  <a:srgbClr val="123B32"/>
                </a:solidFill>
              </a:defRPr>
            </a:lvl8pPr>
            <a:lvl9pPr>
              <a:buNone/>
              <a:defRPr sz="3450" b="1">
                <a:solidFill>
                  <a:srgbClr val="123B32"/>
                </a:solidFill>
              </a:defRPr>
            </a:lvl9pPr>
          </a:lstStyle>
          <a:p xmlns:a="http://schemas.openxmlformats.org/drawingml/2006/main">
            <a:pPr>
              <a:buNone/>
              <a:defRPr sz="3450" b="1">
                <a:solidFill>
                  <a:srgbClr val="123B32"/>
                </a:solidFill>
              </a:defRPr>
            </a:pPr>
            <a:r>
              <a:rPr sz="3450" b="1">
                <a:solidFill>
                  <a:srgbClr val="123B32"/>
                </a:solidFill>
              </a:rPr>
              <a:t>lynx.jpg</a:t>
            </a:r>
          </a:p>
        </p:txBody>
      </p:sp>
      <p:sp>
        <p:nvSpPr>
          <p:cNvPr id="4" name="">
            <a:extLst xmlns:a="http://schemas.openxmlformats.org/drawingml/2006/main">
              <a:ext uri="{FF2B5EF4-FFF2-40B4-BE49-F238E27FC236}">
                <a16:creationId xmlns:a16="http://schemas.microsoft.com/office/drawing/2014/main" id="{303BFD1E-3BB9-4BB9-97D8-D6E0E9661AD2}"/>
              </a:ext>
            </a:extLst>
          </p:cNvPr>
          <p:cNvSpPr>
            <a:spLocks xmlns:a="http://schemas.openxmlformats.org/drawingml/2006/main" noGrp="1"/>
          </p:cNvSpPr>
          <p:nvPr/>
        </p:nvSpPr>
        <p:spPr>
          <a:xfrm xmlns:a="http://schemas.openxmlformats.org/drawingml/2006/main">
            <a:off x="628650" y="2457450"/>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75C"/>
                </a:solidFill>
              </a:defRPr>
            </a:defPPr>
            <a:lvl1pPr>
              <a:buNone/>
              <a:defRPr sz="2175" b="0">
                <a:solidFill>
                  <a:srgbClr val="52675C"/>
                </a:solidFill>
              </a:defRPr>
            </a:lvl1pPr>
            <a:lvl2pPr>
              <a:buNone/>
              <a:defRPr sz="2175" b="0">
                <a:solidFill>
                  <a:srgbClr val="52675C"/>
                </a:solidFill>
              </a:defRPr>
            </a:lvl2pPr>
            <a:lvl3pPr>
              <a:buNone/>
              <a:defRPr sz="2175" b="0">
                <a:solidFill>
                  <a:srgbClr val="52675C"/>
                </a:solidFill>
              </a:defRPr>
            </a:lvl3pPr>
            <a:lvl4pPr>
              <a:buNone/>
              <a:defRPr sz="2175" b="0">
                <a:solidFill>
                  <a:srgbClr val="52675C"/>
                </a:solidFill>
              </a:defRPr>
            </a:lvl4pPr>
            <a:lvl5pPr>
              <a:buNone/>
              <a:defRPr sz="2175" b="0">
                <a:solidFill>
                  <a:srgbClr val="52675C"/>
                </a:solidFill>
              </a:defRPr>
            </a:lvl5pPr>
            <a:lvl6pPr>
              <a:buNone/>
              <a:defRPr sz="2175" b="0">
                <a:solidFill>
                  <a:srgbClr val="52675C"/>
                </a:solidFill>
              </a:defRPr>
            </a:lvl6pPr>
            <a:lvl7pPr>
              <a:buNone/>
              <a:defRPr sz="2175" b="0">
                <a:solidFill>
                  <a:srgbClr val="52675C"/>
                </a:solidFill>
              </a:defRPr>
            </a:lvl7pPr>
            <a:lvl8pPr>
              <a:buNone/>
              <a:defRPr sz="2175" b="0">
                <a:solidFill>
                  <a:srgbClr val="52675C"/>
                </a:solidFill>
              </a:defRPr>
            </a:lvl8pPr>
            <a:lvl9pPr>
              <a:buNone/>
              <a:defRPr sz="2175" b="0">
                <a:solidFill>
                  <a:srgbClr val="52675C"/>
                </a:solidFill>
              </a:defRPr>
            </a:lvl9pPr>
          </a:lstStyle>
          <a:p xmlns:a="http://schemas.openxmlformats.org/drawingml/2006/main">
            <a:pPr>
              <a:buNone/>
              <a:defRPr sz="2175" b="0">
                <a:solidFill>
                  <a:srgbClr val="52675C"/>
                </a:solidFill>
              </a:defRPr>
            </a:pPr>
            <a:r>
              <a:rPr sz="2175" b="0">
                <a:solidFill>
                  <a:srgbClr val="52675C"/>
                </a:solidFill>
              </a:rPr>
              <a:t>Harmless MZ header / synthetic fixture</a:t>
            </a:r>
          </a:p>
        </p:txBody>
      </p:sp>
      <p:sp>
        <p:nvSpPr>
          <p:cNvPr id="5" name="">
            <a:extLst xmlns:a="http://schemas.openxmlformats.org/drawingml/2006/main">
              <a:ext uri="{FF2B5EF4-FFF2-40B4-BE49-F238E27FC236}">
                <a16:creationId xmlns:a16="http://schemas.microsoft.com/office/drawing/2014/main" id="{D210F506-6DB2-4D5A-BC61-82592CED91C1}"/>
              </a:ext>
            </a:extLst>
          </p:cNvPr>
          <p:cNvSpPr>
            <a:spLocks xmlns:a="http://schemas.openxmlformats.org/drawingml/2006/main" noGrp="1"/>
          </p:cNvSpPr>
          <p:nvPr/>
        </p:nvSpPr>
        <p:spPr>
          <a:xfrm xmlns:a="http://schemas.openxmlformats.org/drawingml/2006/main">
            <a:off x="609600" y="3343275"/>
            <a:ext cx="3810000" cy="952500"/>
          </a:xfrm>
          <a:prstGeom xmlns:a="http://schemas.openxmlformats.org/drawingml/2006/main" prst="rect">
            <a:avLst/>
          </a:prstGeom>
          <a:solidFill xmlns:a="http://schemas.openxmlformats.org/drawingml/2006/main">
            <a:srgbClr val="123B32"/>
          </a:solidFill>
          <a:ln xmlns:a="http://schemas.openxmlformats.org/drawingml/2006/main" w="12383">
            <a:solidFill>
              <a:srgbClr val="A2B5A4"/>
            </a:solidFill>
          </a:ln>
        </p:spPr>
      </p:sp>
      <p:sp>
        <p:nvSpPr>
          <p:cNvPr id="6" name="">
            <a:extLst xmlns:a="http://schemas.openxmlformats.org/drawingml/2006/main">
              <a:ext uri="{FF2B5EF4-FFF2-40B4-BE49-F238E27FC236}">
                <a16:creationId xmlns:a16="http://schemas.microsoft.com/office/drawing/2014/main" id="{9666CFA2-3B2D-4991-8077-DCD443694C9C}"/>
              </a:ext>
            </a:extLst>
          </p:cNvPr>
          <p:cNvSpPr>
            <a:spLocks xmlns:a="http://schemas.openxmlformats.org/drawingml/2006/main" noGrp="1"/>
          </p:cNvSpPr>
          <p:nvPr/>
        </p:nvSpPr>
        <p:spPr>
          <a:xfrm xmlns:a="http://schemas.openxmlformats.org/drawingml/2006/main">
            <a:off x="771525" y="349567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5F1E7"/>
                </a:solidFill>
              </a:defRPr>
            </a:defPPr>
            <a:lvl1pPr>
              <a:buNone/>
              <a:defRPr sz="3675" b="1">
                <a:solidFill>
                  <a:srgbClr val="F5F1E7"/>
                </a:solidFill>
              </a:defRPr>
            </a:lvl1pPr>
            <a:lvl2pPr>
              <a:buNone/>
              <a:defRPr sz="3675" b="1">
                <a:solidFill>
                  <a:srgbClr val="F5F1E7"/>
                </a:solidFill>
              </a:defRPr>
            </a:lvl2pPr>
            <a:lvl3pPr>
              <a:buNone/>
              <a:defRPr sz="3675" b="1">
                <a:solidFill>
                  <a:srgbClr val="F5F1E7"/>
                </a:solidFill>
              </a:defRPr>
            </a:lvl3pPr>
            <a:lvl4pPr>
              <a:buNone/>
              <a:defRPr sz="3675" b="1">
                <a:solidFill>
                  <a:srgbClr val="F5F1E7"/>
                </a:solidFill>
              </a:defRPr>
            </a:lvl4pPr>
            <a:lvl5pPr>
              <a:buNone/>
              <a:defRPr sz="3675" b="1">
                <a:solidFill>
                  <a:srgbClr val="F5F1E7"/>
                </a:solidFill>
              </a:defRPr>
            </a:lvl5pPr>
            <a:lvl6pPr>
              <a:buNone/>
              <a:defRPr sz="3675" b="1">
                <a:solidFill>
                  <a:srgbClr val="F5F1E7"/>
                </a:solidFill>
              </a:defRPr>
            </a:lvl6pPr>
            <a:lvl7pPr>
              <a:buNone/>
              <a:defRPr sz="3675" b="1">
                <a:solidFill>
                  <a:srgbClr val="F5F1E7"/>
                </a:solidFill>
              </a:defRPr>
            </a:lvl7pPr>
            <a:lvl8pPr>
              <a:buNone/>
              <a:defRPr sz="3675" b="1">
                <a:solidFill>
                  <a:srgbClr val="F5F1E7"/>
                </a:solidFill>
              </a:defRPr>
            </a:lvl8pPr>
            <a:lvl9pPr>
              <a:buNone/>
              <a:defRPr sz="3675" b="1">
                <a:solidFill>
                  <a:srgbClr val="F5F1E7"/>
                </a:solidFill>
              </a:defRPr>
            </a:lvl9pPr>
          </a:lstStyle>
          <a:p xmlns:a="http://schemas.openxmlformats.org/drawingml/2006/main">
            <a:pPr>
              <a:buNone/>
              <a:defRPr sz="3675" b="1">
                <a:solidFill>
                  <a:srgbClr val="F5F1E7"/>
                </a:solidFill>
              </a:defRPr>
            </a:pPr>
            <a:r>
              <a:rPr sz="3675" b="1">
                <a:solidFill>
                  <a:srgbClr val="F5F1E7"/>
                </a:solidFill>
              </a:rPr>
              <a:t>BLOCKED</a:t>
            </a:r>
          </a:p>
        </p:txBody>
      </p:sp>
      <p:sp>
        <p:nvSpPr>
          <p:cNvPr id="7" name="">
            <a:extLst xmlns:a="http://schemas.openxmlformats.org/drawingml/2006/main">
              <a:ext uri="{FF2B5EF4-FFF2-40B4-BE49-F238E27FC236}">
                <a16:creationId xmlns:a16="http://schemas.microsoft.com/office/drawing/2014/main" id="{6A04BDD6-2BF7-41BC-B948-E7161697E9CF}"/>
              </a:ext>
            </a:extLst>
          </p:cNvPr>
          <p:cNvSpPr>
            <a:spLocks xmlns:a="http://schemas.openxmlformats.org/drawingml/2006/main" noGrp="1"/>
          </p:cNvSpPr>
          <p:nvPr/>
        </p:nvSpPr>
        <p:spPr>
          <a:xfrm xmlns:a="http://schemas.openxmlformats.org/drawingml/2006/main">
            <a:off x="619125" y="4676775"/>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23B32"/>
                </a:solidFill>
              </a:defRPr>
            </a:defPPr>
            <a:lvl1pPr>
              <a:buNone/>
              <a:defRPr sz="2475" b="1">
                <a:solidFill>
                  <a:srgbClr val="123B32"/>
                </a:solidFill>
              </a:defRPr>
            </a:lvl1pPr>
            <a:lvl2pPr>
              <a:buNone/>
              <a:defRPr sz="2475" b="1">
                <a:solidFill>
                  <a:srgbClr val="123B32"/>
                </a:solidFill>
              </a:defRPr>
            </a:lvl2pPr>
            <a:lvl3pPr>
              <a:buNone/>
              <a:defRPr sz="2475" b="1">
                <a:solidFill>
                  <a:srgbClr val="123B32"/>
                </a:solidFill>
              </a:defRPr>
            </a:lvl3pPr>
            <a:lvl4pPr>
              <a:buNone/>
              <a:defRPr sz="2475" b="1">
                <a:solidFill>
                  <a:srgbClr val="123B32"/>
                </a:solidFill>
              </a:defRPr>
            </a:lvl4pPr>
            <a:lvl5pPr>
              <a:buNone/>
              <a:defRPr sz="2475" b="1">
                <a:solidFill>
                  <a:srgbClr val="123B32"/>
                </a:solidFill>
              </a:defRPr>
            </a:lvl5pPr>
            <a:lvl6pPr>
              <a:buNone/>
              <a:defRPr sz="2475" b="1">
                <a:solidFill>
                  <a:srgbClr val="123B32"/>
                </a:solidFill>
              </a:defRPr>
            </a:lvl6pPr>
            <a:lvl7pPr>
              <a:buNone/>
              <a:defRPr sz="2475" b="1">
                <a:solidFill>
                  <a:srgbClr val="123B32"/>
                </a:solidFill>
              </a:defRPr>
            </a:lvl7pPr>
            <a:lvl8pPr>
              <a:buNone/>
              <a:defRPr sz="2475" b="1">
                <a:solidFill>
                  <a:srgbClr val="123B32"/>
                </a:solidFill>
              </a:defRPr>
            </a:lvl8pPr>
            <a:lvl9pPr>
              <a:buNone/>
              <a:defRPr sz="2475" b="1">
                <a:solidFill>
                  <a:srgbClr val="123B32"/>
                </a:solidFill>
              </a:defRPr>
            </a:lvl9pPr>
          </a:lstStyle>
          <a:p xmlns:a="http://schemas.openxmlformats.org/drawingml/2006/main">
            <a:pPr>
              <a:buNone/>
              <a:defRPr sz="2475" b="1">
                <a:solidFill>
                  <a:srgbClr val="123B32"/>
                </a:solidFill>
              </a:defRPr>
            </a:pPr>
            <a:r>
              <a:rPr sz="2475" b="1">
                <a:solidFill>
                  <a:srgbClr val="123B32"/>
                </a:solidFill>
              </a:rPr>
              <a:t>Before hashing or upload</a:t>
            </a:r>
          </a:p>
        </p:txBody>
      </p:sp>
      <p:sp>
        <p:nvSpPr>
          <p:cNvPr id="8" name="">
            <a:extLst xmlns:a="http://schemas.openxmlformats.org/drawingml/2006/main">
              <a:ext uri="{FF2B5EF4-FFF2-40B4-BE49-F238E27FC236}">
                <a16:creationId xmlns:a16="http://schemas.microsoft.com/office/drawing/2014/main" id="{DB03E698-9CC4-4012-877A-66837DC08638}"/>
              </a:ext>
            </a:extLst>
          </p:cNvPr>
          <p:cNvSpPr>
            <a:spLocks xmlns:a="http://schemas.openxmlformats.org/drawingml/2006/main" noGrp="1"/>
          </p:cNvSpPr>
          <p:nvPr/>
        </p:nvSpPr>
        <p:spPr>
          <a:xfrm xmlns:a="http://schemas.openxmlformats.org/drawingml/2006/main">
            <a:off x="7620000" y="1866900"/>
            <a:ext cx="39433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85D35"/>
                </a:solidFill>
              </a:defRPr>
            </a:defPPr>
            <a:lvl1pPr>
              <a:buNone/>
              <a:defRPr sz="2250" b="0">
                <a:solidFill>
                  <a:srgbClr val="B85D35"/>
                </a:solidFill>
              </a:defRPr>
            </a:lvl1pPr>
            <a:lvl2pPr>
              <a:buNone/>
              <a:defRPr sz="2250" b="0">
                <a:solidFill>
                  <a:srgbClr val="B85D35"/>
                </a:solidFill>
              </a:defRPr>
            </a:lvl2pPr>
            <a:lvl3pPr>
              <a:buNone/>
              <a:defRPr sz="2250" b="0">
                <a:solidFill>
                  <a:srgbClr val="B85D35"/>
                </a:solidFill>
              </a:defRPr>
            </a:lvl3pPr>
            <a:lvl4pPr>
              <a:buNone/>
              <a:defRPr sz="2250" b="0">
                <a:solidFill>
                  <a:srgbClr val="B85D35"/>
                </a:solidFill>
              </a:defRPr>
            </a:lvl4pPr>
            <a:lvl5pPr>
              <a:buNone/>
              <a:defRPr sz="2250" b="0">
                <a:solidFill>
                  <a:srgbClr val="B85D35"/>
                </a:solidFill>
              </a:defRPr>
            </a:lvl5pPr>
            <a:lvl6pPr>
              <a:buNone/>
              <a:defRPr sz="2250" b="0">
                <a:solidFill>
                  <a:srgbClr val="B85D35"/>
                </a:solidFill>
              </a:defRPr>
            </a:lvl6pPr>
            <a:lvl7pPr>
              <a:buNone/>
              <a:defRPr sz="2250" b="0">
                <a:solidFill>
                  <a:srgbClr val="B85D35"/>
                </a:solidFill>
              </a:defRPr>
            </a:lvl7pPr>
            <a:lvl8pPr>
              <a:buNone/>
              <a:defRPr sz="2250" b="0">
                <a:solidFill>
                  <a:srgbClr val="B85D35"/>
                </a:solidFill>
              </a:defRPr>
            </a:lvl8pPr>
            <a:lvl9pPr>
              <a:buNone/>
              <a:defRPr sz="2250" b="0">
                <a:solidFill>
                  <a:srgbClr val="B85D35"/>
                </a:solidFill>
              </a:defRPr>
            </a:lvl9pPr>
          </a:lstStyle>
          <a:p xmlns:a="http://schemas.openxmlformats.org/drawingml/2006/main">
            <a:pPr>
              <a:buNone/>
              <a:defRPr sz="2250" b="0">
                <a:solidFill>
                  <a:srgbClr val="B85D35"/>
                </a:solidFill>
              </a:defRPr>
            </a:pPr>
            <a:r>
              <a:rPr sz="2250" b="0">
                <a:solidFill>
                  <a:srgbClr val="B85D35"/>
                </a:solidFill>
              </a:rPr>
              <a:t>Corrupt files / empty inputs</a:t>
            </a:r>
          </a:p>
          <a:p xmlns:a="http://schemas.openxmlformats.org/drawingml/2006/main">
            <a:pPr>
              <a:buNone/>
              <a:defRPr sz="2250" b="0">
                <a:solidFill>
                  <a:srgbClr val="B85D35"/>
                </a:solidFill>
              </a:defRPr>
            </a:pPr>
            <a:r>
              <a:rPr sz="2250" b="0">
                <a:solidFill>
                  <a:srgbClr val="B85D35"/>
                </a:solidFill>
              </a:rPr>
              <a:t>Archive expansion / resource limits</a:t>
            </a:r>
          </a:p>
        </p:txBody>
      </p:sp>
      <p:sp>
        <p:nvSpPr>
          <p:cNvPr id="9" name="">
            <a:extLst xmlns:a="http://schemas.openxmlformats.org/drawingml/2006/main">
              <a:ext uri="{FF2B5EF4-FFF2-40B4-BE49-F238E27FC236}">
                <a16:creationId xmlns:a16="http://schemas.microsoft.com/office/drawing/2014/main" id="{4E8BADAF-D16D-4A1C-A317-5ECF72AC32F4}"/>
              </a:ext>
            </a:extLst>
          </p:cNvPr>
          <p:cNvSpPr>
            <a:spLocks xmlns:a="http://schemas.openxmlformats.org/drawingml/2006/main" noGrp="1"/>
          </p:cNvSpPr>
          <p:nvPr/>
        </p:nvSpPr>
        <p:spPr>
          <a:xfrm xmlns:a="http://schemas.openxmlformats.org/drawingml/2006/main">
            <a:off x="7620000" y="4057650"/>
            <a:ext cx="3943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Watermark warning</a:t>
            </a:r>
          </a:p>
          <a:p xmlns:a="http://schemas.openxmlformats.org/drawingml/2006/main">
            <a:pPr>
              <a:buNone/>
              <a:defRPr sz="2325" b="1">
                <a:solidFill>
                  <a:srgbClr val="123B32"/>
                </a:solidFill>
              </a:defRPr>
            </a:pPr>
            <a:r>
              <a:rPr sz="2325" b="1">
                <a:solidFill>
                  <a:srgbClr val="123B32"/>
                </a:solidFill>
              </a:rPr>
              <a:t>retains the image</a:t>
            </a:r>
          </a:p>
        </p:txBody>
      </p:sp>
      <p:sp>
        <p:nvSpPr>
          <p:cNvPr id="10" name="">
            <a:extLst xmlns:a="http://schemas.openxmlformats.org/drawingml/2006/main">
              <a:ext uri="{FF2B5EF4-FFF2-40B4-BE49-F238E27FC236}">
                <a16:creationId xmlns:a16="http://schemas.microsoft.com/office/drawing/2014/main" id="{35530A4D-E0A8-4F65-BFE7-63236191B9B1}"/>
              </a:ext>
            </a:extLst>
          </p:cNvPr>
          <p:cNvSpPr>
            <a:spLocks xmlns:a="http://schemas.openxmlformats.org/drawingml/2006/main" noGrp="1"/>
          </p:cNvSpPr>
          <p:nvPr/>
        </p:nvSpPr>
        <p:spPr>
          <a:xfrm xmlns:a="http://schemas.openxmlformats.org/drawingml/2006/main">
            <a:off x="609600" y="60579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5C"/>
                </a:solidFill>
              </a:defRPr>
            </a:defPPr>
            <a:lvl1pPr>
              <a:buNone/>
              <a:defRPr sz="1800" b="0">
                <a:solidFill>
                  <a:srgbClr val="52675C"/>
                </a:solidFill>
              </a:defRPr>
            </a:lvl1pPr>
            <a:lvl2pPr>
              <a:buNone/>
              <a:defRPr sz="1800" b="0">
                <a:solidFill>
                  <a:srgbClr val="52675C"/>
                </a:solidFill>
              </a:defRPr>
            </a:lvl2pPr>
            <a:lvl3pPr>
              <a:buNone/>
              <a:defRPr sz="1800" b="0">
                <a:solidFill>
                  <a:srgbClr val="52675C"/>
                </a:solidFill>
              </a:defRPr>
            </a:lvl3pPr>
            <a:lvl4pPr>
              <a:buNone/>
              <a:defRPr sz="1800" b="0">
                <a:solidFill>
                  <a:srgbClr val="52675C"/>
                </a:solidFill>
              </a:defRPr>
            </a:lvl4pPr>
            <a:lvl5pPr>
              <a:buNone/>
              <a:defRPr sz="1800" b="0">
                <a:solidFill>
                  <a:srgbClr val="52675C"/>
                </a:solidFill>
              </a:defRPr>
            </a:lvl5pPr>
            <a:lvl6pPr>
              <a:buNone/>
              <a:defRPr sz="1800" b="0">
                <a:solidFill>
                  <a:srgbClr val="52675C"/>
                </a:solidFill>
              </a:defRPr>
            </a:lvl6pPr>
            <a:lvl7pPr>
              <a:buNone/>
              <a:defRPr sz="1800" b="0">
                <a:solidFill>
                  <a:srgbClr val="52675C"/>
                </a:solidFill>
              </a:defRPr>
            </a:lvl7pPr>
            <a:lvl8pPr>
              <a:buNone/>
              <a:defRPr sz="1800" b="0">
                <a:solidFill>
                  <a:srgbClr val="52675C"/>
                </a:solidFill>
              </a:defRPr>
            </a:lvl8pPr>
            <a:lvl9pPr>
              <a:buNone/>
              <a:defRPr sz="1800" b="0">
                <a:solidFill>
                  <a:srgbClr val="52675C"/>
                </a:solidFill>
              </a:defRPr>
            </a:lvl9pPr>
          </a:lstStyle>
          <a:p xmlns:a="http://schemas.openxmlformats.org/drawingml/2006/main">
            <a:pPr>
              <a:buNone/>
              <a:defRPr sz="1800" b="0">
                <a:solidFill>
                  <a:srgbClr val="52675C"/>
                </a:solidFill>
              </a:defRPr>
            </a:pPr>
            <a:r>
              <a:rPr sz="1800" b="0">
                <a:solidFill>
                  <a:srgbClr val="52675C"/>
                </a:solidFill>
              </a:rPr>
              <a:t>71.82% combined statement coverage / input screening does not replace antivirus</a:t>
            </a:r>
          </a:p>
        </p:txBody>
      </p:sp>
    </p:spTree>
    <p:extLst>
      <p:ext uri="{BB962C8B-B14F-4D97-AF65-F5344CB8AC3E}">
        <p14:creationId xmlns:p14="http://schemas.microsoft.com/office/powerpoint/2010/main" val="1860958344"/>
      </p:ext>
    </p:extLst>
  </p:cSld>
</p:sld>
</file>

<file path=ppt/slides/slide24.xml><?xml version="1.0" encoding="utf-8"?>
<p:sld xmlns:p="http://schemas.openxmlformats.org/presentationml/2006/main">
  <p:cSld>
    <p:bg>
      <p:bgPr>
        <a:solidFill xmlns:a="http://schemas.openxmlformats.org/drawingml/2006/main">
          <a:srgbClr val="123B3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CEEEF42-58AD-4BCC-8071-16F66A146C52}"/>
              </a:ext>
            </a:extLst>
          </p:cNvPr>
          <p:cNvCxnSpPr>
            <a:stCxn xmlns:a="http://schemas.openxmlformats.org/drawingml/2006/main" id="9" idx="3"/>
            <a:endCxn xmlns:a="http://schemas.openxmlformats.org/drawingml/2006/main" id="12" idx="1"/>
          </p:cNvCxnSpPr>
          <p:nvPr/>
        </p:nvCxnSpPr>
        <p:spPr>
          <a:xfrm xmlns:a="http://schemas.openxmlformats.org/drawingml/2006/main">
            <a:off x="8667750" y="465296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5D539210-F94C-4E57-810F-455284B5FE64}"/>
              </a:ext>
            </a:extLst>
          </p:cNvPr>
          <p:cNvCxnSpPr>
            <a:stCxn xmlns:a="http://schemas.openxmlformats.org/drawingml/2006/main" id="6" idx="3"/>
            <a:endCxn xmlns:a="http://schemas.openxmlformats.org/drawingml/2006/main" id="9" idx="1"/>
          </p:cNvCxnSpPr>
          <p:nvPr/>
        </p:nvCxnSpPr>
        <p:spPr>
          <a:xfrm xmlns:a="http://schemas.openxmlformats.org/drawingml/2006/main">
            <a:off x="5895975" y="465296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76BF3F2C-3993-470D-95A1-C45E5661A482}"/>
              </a:ext>
            </a:extLst>
          </p:cNvPr>
          <p:cNvCxnSpPr>
            <a:stCxn xmlns:a="http://schemas.openxmlformats.org/drawingml/2006/main" id="4" idx="3"/>
            <a:endCxn xmlns:a="http://schemas.openxmlformats.org/drawingml/2006/main" id="6" idx="1"/>
          </p:cNvCxnSpPr>
          <p:nvPr/>
        </p:nvCxnSpPr>
        <p:spPr>
          <a:xfrm xmlns:a="http://schemas.openxmlformats.org/drawingml/2006/main">
            <a:off x="3124200" y="4652963"/>
            <a:ext cx="257175" cy="0"/>
          </a:xfrm>
          <a:prstGeom xmlns:a="http://schemas.openxmlformats.org/drawingml/2006/main" prst="straightConnector1">
            <a:avLst/>
          </a:prstGeom>
          <a:ln xmlns:a="http://schemas.openxmlformats.org/drawingml/2006/main" w="25718">
            <a:solidFill>
              <a:srgbClr val="B85D35"/>
            </a:solidFill>
            <a:prstDash val="solid"/>
            <a:tailEnd type="arrow" w="med" len="med"/>
          </a:ln>
        </p:spPr>
      </p:cxnSp>
      <p:sp>
        <p:nvSpPr>
          <p:cNvPr id="16" name="">
            <a:extLst xmlns:a="http://schemas.openxmlformats.org/drawingml/2006/main">
              <a:ext uri="{FF2B5EF4-FFF2-40B4-BE49-F238E27FC236}">
                <a16:creationId xmlns:a16="http://schemas.microsoft.com/office/drawing/2014/main" id="{38B12A5D-A054-479F-A99F-A4F22F4367EF}"/>
              </a:ext>
            </a:extLst>
          </p:cNvPr>
          <p:cNvSpPr>
            <a:spLocks xmlns:a="http://schemas.openxmlformats.org/drawingml/2006/main" noGrp="1"/>
          </p:cNvSpPr>
          <p:nvPr/>
        </p:nvSpPr>
        <p:spPr>
          <a:xfrm xmlns:a="http://schemas.openxmlformats.org/drawingml/2006/main">
            <a:off x="533400" y="4286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5F1E7"/>
                </a:solidFill>
              </a:defRPr>
            </a:defPPr>
            <a:lvl1pPr>
              <a:buNone/>
              <a:defRPr sz="3375" b="1">
                <a:solidFill>
                  <a:srgbClr val="F5F1E7"/>
                </a:solidFill>
              </a:defRPr>
            </a:lvl1pPr>
            <a:lvl2pPr>
              <a:buNone/>
              <a:defRPr sz="3375" b="1">
                <a:solidFill>
                  <a:srgbClr val="F5F1E7"/>
                </a:solidFill>
              </a:defRPr>
            </a:lvl2pPr>
            <a:lvl3pPr>
              <a:buNone/>
              <a:defRPr sz="3375" b="1">
                <a:solidFill>
                  <a:srgbClr val="F5F1E7"/>
                </a:solidFill>
              </a:defRPr>
            </a:lvl3pPr>
            <a:lvl4pPr>
              <a:buNone/>
              <a:defRPr sz="3375" b="1">
                <a:solidFill>
                  <a:srgbClr val="F5F1E7"/>
                </a:solidFill>
              </a:defRPr>
            </a:lvl4pPr>
            <a:lvl5pPr>
              <a:buNone/>
              <a:defRPr sz="3375" b="1">
                <a:solidFill>
                  <a:srgbClr val="F5F1E7"/>
                </a:solidFill>
              </a:defRPr>
            </a:lvl5pPr>
            <a:lvl6pPr>
              <a:buNone/>
              <a:defRPr sz="3375" b="1">
                <a:solidFill>
                  <a:srgbClr val="F5F1E7"/>
                </a:solidFill>
              </a:defRPr>
            </a:lvl6pPr>
            <a:lvl7pPr>
              <a:buNone/>
              <a:defRPr sz="3375" b="1">
                <a:solidFill>
                  <a:srgbClr val="F5F1E7"/>
                </a:solidFill>
              </a:defRPr>
            </a:lvl7pPr>
            <a:lvl8pPr>
              <a:buNone/>
              <a:defRPr sz="3375" b="1">
                <a:solidFill>
                  <a:srgbClr val="F5F1E7"/>
                </a:solidFill>
              </a:defRPr>
            </a:lvl8pPr>
            <a:lvl9pPr>
              <a:buNone/>
              <a:defRPr sz="3375" b="1">
                <a:solidFill>
                  <a:srgbClr val="F5F1E7"/>
                </a:solidFill>
              </a:defRPr>
            </a:lvl9pPr>
          </a:lstStyle>
          <a:p xmlns:a="http://schemas.openxmlformats.org/drawingml/2006/main">
            <a:pPr>
              <a:buNone/>
              <a:defRPr sz="3375" b="1">
                <a:solidFill>
                  <a:srgbClr val="F5F1E7"/>
                </a:solidFill>
              </a:defRPr>
            </a:pPr>
            <a:r>
              <a:rPr sz="3375" b="1">
                <a:solidFill>
                  <a:srgbClr val="F5F1E7"/>
                </a:solidFill>
              </a:rPr>
              <a:t>A query with a traceable answer</a:t>
            </a:r>
          </a:p>
        </p:txBody>
      </p:sp>
      <p:sp>
        <p:nvSpPr>
          <p:cNvPr id="2" name="">
            <a:extLst xmlns:a="http://schemas.openxmlformats.org/drawingml/2006/main">
              <a:ext uri="{FF2B5EF4-FFF2-40B4-BE49-F238E27FC236}">
                <a16:creationId xmlns:a16="http://schemas.microsoft.com/office/drawing/2014/main" id="{67EDCE64-6CD5-4D01-B2A7-93BCE02B5F6C}"/>
              </a:ext>
            </a:extLst>
          </p:cNvPr>
          <p:cNvSpPr>
            <a:spLocks xmlns:a="http://schemas.openxmlformats.org/drawingml/2006/main" noGrp="1"/>
          </p:cNvSpPr>
          <p:nvPr/>
        </p:nvSpPr>
        <p:spPr>
          <a:xfrm xmlns:a="http://schemas.openxmlformats.org/drawingml/2006/main">
            <a:off x="11239500" y="64579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5D2"/>
                </a:solidFill>
              </a:defRPr>
            </a:defPPr>
            <a:lvl1pPr>
              <a:buNone/>
              <a:defRPr sz="1425" b="0">
                <a:solidFill>
                  <a:srgbClr val="DCE5D2"/>
                </a:solidFill>
              </a:defRPr>
            </a:lvl1pPr>
            <a:lvl2pPr>
              <a:buNone/>
              <a:defRPr sz="1425" b="0">
                <a:solidFill>
                  <a:srgbClr val="DCE5D2"/>
                </a:solidFill>
              </a:defRPr>
            </a:lvl2pPr>
            <a:lvl3pPr>
              <a:buNone/>
              <a:defRPr sz="1425" b="0">
                <a:solidFill>
                  <a:srgbClr val="DCE5D2"/>
                </a:solidFill>
              </a:defRPr>
            </a:lvl3pPr>
            <a:lvl4pPr>
              <a:buNone/>
              <a:defRPr sz="1425" b="0">
                <a:solidFill>
                  <a:srgbClr val="DCE5D2"/>
                </a:solidFill>
              </a:defRPr>
            </a:lvl4pPr>
            <a:lvl5pPr>
              <a:buNone/>
              <a:defRPr sz="1425" b="0">
                <a:solidFill>
                  <a:srgbClr val="DCE5D2"/>
                </a:solidFill>
              </a:defRPr>
            </a:lvl5pPr>
            <a:lvl6pPr>
              <a:buNone/>
              <a:defRPr sz="1425" b="0">
                <a:solidFill>
                  <a:srgbClr val="DCE5D2"/>
                </a:solidFill>
              </a:defRPr>
            </a:lvl6pPr>
            <a:lvl7pPr>
              <a:buNone/>
              <a:defRPr sz="1425" b="0">
                <a:solidFill>
                  <a:srgbClr val="DCE5D2"/>
                </a:solidFill>
              </a:defRPr>
            </a:lvl7pPr>
            <a:lvl8pPr>
              <a:buNone/>
              <a:defRPr sz="1425" b="0">
                <a:solidFill>
                  <a:srgbClr val="DCE5D2"/>
                </a:solidFill>
              </a:defRPr>
            </a:lvl8pPr>
            <a:lvl9pPr>
              <a:buNone/>
              <a:defRPr sz="1425" b="0">
                <a:solidFill>
                  <a:srgbClr val="DCE5D2"/>
                </a:solidFill>
              </a:defRPr>
            </a:lvl9pPr>
          </a:lstStyle>
          <a:p xmlns:a="http://schemas.openxmlformats.org/drawingml/2006/main">
            <a:pPr>
              <a:buNone/>
              <a:defRPr sz="1425" b="0">
                <a:solidFill>
                  <a:srgbClr val="DCE5D2"/>
                </a:solidFill>
              </a:defRPr>
            </a:pPr>
            <a:r>
              <a:rPr sz="1425" b="0">
                <a:solidFill>
                  <a:srgbClr val="DCE5D2"/>
                </a:solidFill>
              </a:rPr>
              <a:t>24</a:t>
            </a:r>
          </a:p>
        </p:txBody>
      </p:sp>
      <p:sp>
        <p:nvSpPr>
          <p:cNvPr id="3" name="">
            <a:extLst xmlns:a="http://schemas.openxmlformats.org/drawingml/2006/main">
              <a:ext uri="{FF2B5EF4-FFF2-40B4-BE49-F238E27FC236}">
                <a16:creationId xmlns:a16="http://schemas.microsoft.com/office/drawing/2014/main" id="{3F823542-7BC1-42B6-98DB-54E57266AF4D}"/>
              </a:ext>
            </a:extLst>
          </p:cNvPr>
          <p:cNvSpPr>
            <a:spLocks xmlns:a="http://schemas.openxmlformats.org/drawingml/2006/main" noGrp="1"/>
          </p:cNvSpPr>
          <p:nvPr/>
        </p:nvSpPr>
        <p:spPr>
          <a:xfrm xmlns:a="http://schemas.openxmlformats.org/drawingml/2006/main">
            <a:off x="609600" y="1819275"/>
            <a:ext cx="10953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F5F1E7"/>
                </a:solidFill>
              </a:defRPr>
            </a:defPPr>
            <a:lvl1pPr>
              <a:buNone/>
              <a:defRPr sz="4875" b="1">
                <a:solidFill>
                  <a:srgbClr val="F5F1E7"/>
                </a:solidFill>
              </a:defRPr>
            </a:lvl1pPr>
            <a:lvl2pPr>
              <a:buNone/>
              <a:defRPr sz="4875" b="1">
                <a:solidFill>
                  <a:srgbClr val="F5F1E7"/>
                </a:solidFill>
              </a:defRPr>
            </a:lvl2pPr>
            <a:lvl3pPr>
              <a:buNone/>
              <a:defRPr sz="4875" b="1">
                <a:solidFill>
                  <a:srgbClr val="F5F1E7"/>
                </a:solidFill>
              </a:defRPr>
            </a:lvl3pPr>
            <a:lvl4pPr>
              <a:buNone/>
              <a:defRPr sz="4875" b="1">
                <a:solidFill>
                  <a:srgbClr val="F5F1E7"/>
                </a:solidFill>
              </a:defRPr>
            </a:lvl4pPr>
            <a:lvl5pPr>
              <a:buNone/>
              <a:defRPr sz="4875" b="1">
                <a:solidFill>
                  <a:srgbClr val="F5F1E7"/>
                </a:solidFill>
              </a:defRPr>
            </a:lvl5pPr>
            <a:lvl6pPr>
              <a:buNone/>
              <a:defRPr sz="4875" b="1">
                <a:solidFill>
                  <a:srgbClr val="F5F1E7"/>
                </a:solidFill>
              </a:defRPr>
            </a:lvl6pPr>
            <a:lvl7pPr>
              <a:buNone/>
              <a:defRPr sz="4875" b="1">
                <a:solidFill>
                  <a:srgbClr val="F5F1E7"/>
                </a:solidFill>
              </a:defRPr>
            </a:lvl7pPr>
            <a:lvl8pPr>
              <a:buNone/>
              <a:defRPr sz="4875" b="1">
                <a:solidFill>
                  <a:srgbClr val="F5F1E7"/>
                </a:solidFill>
              </a:defRPr>
            </a:lvl8pPr>
            <a:lvl9pPr>
              <a:buNone/>
              <a:defRPr sz="4875" b="1">
                <a:solidFill>
                  <a:srgbClr val="F5F1E7"/>
                </a:solidFill>
              </a:defRPr>
            </a:lvl9pPr>
          </a:lstStyle>
          <a:p xmlns:a="http://schemas.openxmlformats.org/drawingml/2006/main">
            <a:pPr>
              <a:buNone/>
              <a:defRPr sz="4875" b="1">
                <a:solidFill>
                  <a:srgbClr val="F5F1E7"/>
                </a:solidFill>
              </a:defRPr>
            </a:pPr>
            <a:r>
              <a:rPr sz="4875" b="1">
                <a:solidFill>
                  <a:srgbClr val="F5F1E7"/>
                </a:solidFill>
              </a:rPr>
              <a:t>A result we can trace</a:t>
            </a:r>
          </a:p>
          <a:p xmlns:a="http://schemas.openxmlformats.org/drawingml/2006/main">
            <a:pPr>
              <a:buNone/>
              <a:defRPr sz="4875" b="1">
                <a:solidFill>
                  <a:srgbClr val="F5F1E7"/>
                </a:solidFill>
              </a:defRPr>
            </a:pPr>
            <a:r>
              <a:rPr sz="4875" b="1">
                <a:solidFill>
                  <a:srgbClr val="F5F1E7"/>
                </a:solidFill>
              </a:rPr>
              <a:t>back to its source</a:t>
            </a:r>
          </a:p>
        </p:txBody>
      </p:sp>
      <p:sp>
        <p:nvSpPr>
          <p:cNvPr id="4" name="">
            <a:extLst xmlns:a="http://schemas.openxmlformats.org/drawingml/2006/main">
              <a:ext uri="{FF2B5EF4-FFF2-40B4-BE49-F238E27FC236}">
                <a16:creationId xmlns:a16="http://schemas.microsoft.com/office/drawing/2014/main" id="{7DA1DCAE-C0EA-46AE-9822-571BC72F9625}"/>
              </a:ext>
            </a:extLst>
          </p:cNvPr>
          <p:cNvSpPr>
            <a:spLocks xmlns:a="http://schemas.openxmlformats.org/drawingml/2006/main" noGrp="1"/>
          </p:cNvSpPr>
          <p:nvPr/>
        </p:nvSpPr>
        <p:spPr>
          <a:xfrm xmlns:a="http://schemas.openxmlformats.org/drawingml/2006/main">
            <a:off x="609600" y="4257675"/>
            <a:ext cx="2514600" cy="7905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5" name="">
            <a:extLst xmlns:a="http://schemas.openxmlformats.org/drawingml/2006/main">
              <a:ext uri="{FF2B5EF4-FFF2-40B4-BE49-F238E27FC236}">
                <a16:creationId xmlns:a16="http://schemas.microsoft.com/office/drawing/2014/main" id="{26D74B43-EF58-4037-AE3E-EE9911204E2C}"/>
              </a:ext>
            </a:extLst>
          </p:cNvPr>
          <p:cNvSpPr>
            <a:spLocks xmlns:a="http://schemas.openxmlformats.org/drawingml/2006/main" noGrp="1"/>
          </p:cNvSpPr>
          <p:nvPr/>
        </p:nvSpPr>
        <p:spPr>
          <a:xfrm xmlns:a="http://schemas.openxmlformats.org/drawingml/2006/main">
            <a:off x="771525" y="4410075"/>
            <a:ext cx="2190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Preserve</a:t>
            </a:r>
          </a:p>
        </p:txBody>
      </p:sp>
      <p:sp>
        <p:nvSpPr>
          <p:cNvPr id="6" name="">
            <a:extLst xmlns:a="http://schemas.openxmlformats.org/drawingml/2006/main">
              <a:ext uri="{FF2B5EF4-FFF2-40B4-BE49-F238E27FC236}">
                <a16:creationId xmlns:a16="http://schemas.microsoft.com/office/drawing/2014/main" id="{13F717C1-2B49-455A-98A3-8CCA5756869B}"/>
              </a:ext>
            </a:extLst>
          </p:cNvPr>
          <p:cNvSpPr>
            <a:spLocks xmlns:a="http://schemas.openxmlformats.org/drawingml/2006/main" noGrp="1"/>
          </p:cNvSpPr>
          <p:nvPr/>
        </p:nvSpPr>
        <p:spPr>
          <a:xfrm xmlns:a="http://schemas.openxmlformats.org/drawingml/2006/main">
            <a:off x="3381375" y="4257675"/>
            <a:ext cx="2514600" cy="7905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7" name="">
            <a:extLst xmlns:a="http://schemas.openxmlformats.org/drawingml/2006/main">
              <a:ext uri="{FF2B5EF4-FFF2-40B4-BE49-F238E27FC236}">
                <a16:creationId xmlns:a16="http://schemas.microsoft.com/office/drawing/2014/main" id="{B0656393-B79D-4473-B71C-8BDAC4229736}"/>
              </a:ext>
            </a:extLst>
          </p:cNvPr>
          <p:cNvSpPr>
            <a:spLocks xmlns:a="http://schemas.openxmlformats.org/drawingml/2006/main" noGrp="1"/>
          </p:cNvSpPr>
          <p:nvPr/>
        </p:nvSpPr>
        <p:spPr>
          <a:xfrm xmlns:a="http://schemas.openxmlformats.org/drawingml/2006/main">
            <a:off x="3543300" y="4410075"/>
            <a:ext cx="2190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Standardise</a:t>
            </a:r>
          </a:p>
        </p:txBody>
      </p:sp>
      <p:sp>
        <p:nvSpPr>
          <p:cNvPr id="9" name="">
            <a:extLst xmlns:a="http://schemas.openxmlformats.org/drawingml/2006/main">
              <a:ext uri="{FF2B5EF4-FFF2-40B4-BE49-F238E27FC236}">
                <a16:creationId xmlns:a16="http://schemas.microsoft.com/office/drawing/2014/main" id="{E6B49092-F12E-4800-AC60-468E74A5096C}"/>
              </a:ext>
            </a:extLst>
          </p:cNvPr>
          <p:cNvSpPr>
            <a:spLocks xmlns:a="http://schemas.openxmlformats.org/drawingml/2006/main" noGrp="1"/>
          </p:cNvSpPr>
          <p:nvPr/>
        </p:nvSpPr>
        <p:spPr>
          <a:xfrm xmlns:a="http://schemas.openxmlformats.org/drawingml/2006/main">
            <a:off x="6153150" y="4257675"/>
            <a:ext cx="2514600" cy="7905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0" name="">
            <a:extLst xmlns:a="http://schemas.openxmlformats.org/drawingml/2006/main">
              <a:ext uri="{FF2B5EF4-FFF2-40B4-BE49-F238E27FC236}">
                <a16:creationId xmlns:a16="http://schemas.microsoft.com/office/drawing/2014/main" id="{E4AC773D-A2E7-4FE9-80B8-A06A6CCCF572}"/>
              </a:ext>
            </a:extLst>
          </p:cNvPr>
          <p:cNvSpPr>
            <a:spLocks xmlns:a="http://schemas.openxmlformats.org/drawingml/2006/main" noGrp="1"/>
          </p:cNvSpPr>
          <p:nvPr/>
        </p:nvSpPr>
        <p:spPr>
          <a:xfrm xmlns:a="http://schemas.openxmlformats.org/drawingml/2006/main">
            <a:off x="6315075" y="4410075"/>
            <a:ext cx="2190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Validate</a:t>
            </a:r>
          </a:p>
        </p:txBody>
      </p:sp>
      <p:sp>
        <p:nvSpPr>
          <p:cNvPr id="12" name="">
            <a:extLst xmlns:a="http://schemas.openxmlformats.org/drawingml/2006/main">
              <a:ext uri="{FF2B5EF4-FFF2-40B4-BE49-F238E27FC236}">
                <a16:creationId xmlns:a16="http://schemas.microsoft.com/office/drawing/2014/main" id="{4360AE1B-4612-437F-9E5E-13696D297538}"/>
              </a:ext>
            </a:extLst>
          </p:cNvPr>
          <p:cNvSpPr>
            <a:spLocks xmlns:a="http://schemas.openxmlformats.org/drawingml/2006/main" noGrp="1"/>
          </p:cNvSpPr>
          <p:nvPr/>
        </p:nvSpPr>
        <p:spPr>
          <a:xfrm xmlns:a="http://schemas.openxmlformats.org/drawingml/2006/main">
            <a:off x="8924925" y="4257675"/>
            <a:ext cx="2514600" cy="790575"/>
          </a:xfrm>
          <a:prstGeom xmlns:a="http://schemas.openxmlformats.org/drawingml/2006/main" prst="rect">
            <a:avLst/>
          </a:prstGeom>
          <a:solidFill xmlns:a="http://schemas.openxmlformats.org/drawingml/2006/main">
            <a:srgbClr val="F5F1E7"/>
          </a:solidFill>
          <a:ln xmlns:a="http://schemas.openxmlformats.org/drawingml/2006/main" w="12383">
            <a:solidFill>
              <a:srgbClr val="A2B5A4"/>
            </a:solidFill>
          </a:ln>
        </p:spPr>
      </p:sp>
      <p:sp>
        <p:nvSpPr>
          <p:cNvPr id="13" name="">
            <a:extLst xmlns:a="http://schemas.openxmlformats.org/drawingml/2006/main">
              <a:ext uri="{FF2B5EF4-FFF2-40B4-BE49-F238E27FC236}">
                <a16:creationId xmlns:a16="http://schemas.microsoft.com/office/drawing/2014/main" id="{0E0BDE0D-9064-49EE-AB78-DD255A8EFE55}"/>
              </a:ext>
            </a:extLst>
          </p:cNvPr>
          <p:cNvSpPr>
            <a:spLocks xmlns:a="http://schemas.openxmlformats.org/drawingml/2006/main" noGrp="1"/>
          </p:cNvSpPr>
          <p:nvPr/>
        </p:nvSpPr>
        <p:spPr>
          <a:xfrm xmlns:a="http://schemas.openxmlformats.org/drawingml/2006/main">
            <a:off x="9086850" y="4410075"/>
            <a:ext cx="2190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3B32"/>
                </a:solidFill>
              </a:defRPr>
            </a:defPPr>
            <a:lvl1pPr>
              <a:buNone/>
              <a:defRPr sz="2325" b="1">
                <a:solidFill>
                  <a:srgbClr val="123B32"/>
                </a:solidFill>
              </a:defRPr>
            </a:lvl1pPr>
            <a:lvl2pPr>
              <a:buNone/>
              <a:defRPr sz="2325" b="1">
                <a:solidFill>
                  <a:srgbClr val="123B32"/>
                </a:solidFill>
              </a:defRPr>
            </a:lvl2pPr>
            <a:lvl3pPr>
              <a:buNone/>
              <a:defRPr sz="2325" b="1">
                <a:solidFill>
                  <a:srgbClr val="123B32"/>
                </a:solidFill>
              </a:defRPr>
            </a:lvl3pPr>
            <a:lvl4pPr>
              <a:buNone/>
              <a:defRPr sz="2325" b="1">
                <a:solidFill>
                  <a:srgbClr val="123B32"/>
                </a:solidFill>
              </a:defRPr>
            </a:lvl4pPr>
            <a:lvl5pPr>
              <a:buNone/>
              <a:defRPr sz="2325" b="1">
                <a:solidFill>
                  <a:srgbClr val="123B32"/>
                </a:solidFill>
              </a:defRPr>
            </a:lvl5pPr>
            <a:lvl6pPr>
              <a:buNone/>
              <a:defRPr sz="2325" b="1">
                <a:solidFill>
                  <a:srgbClr val="123B32"/>
                </a:solidFill>
              </a:defRPr>
            </a:lvl6pPr>
            <a:lvl7pPr>
              <a:buNone/>
              <a:defRPr sz="2325" b="1">
                <a:solidFill>
                  <a:srgbClr val="123B32"/>
                </a:solidFill>
              </a:defRPr>
            </a:lvl7pPr>
            <a:lvl8pPr>
              <a:buNone/>
              <a:defRPr sz="2325" b="1">
                <a:solidFill>
                  <a:srgbClr val="123B32"/>
                </a:solidFill>
              </a:defRPr>
            </a:lvl8pPr>
            <a:lvl9pPr>
              <a:buNone/>
              <a:defRPr sz="2325" b="1">
                <a:solidFill>
                  <a:srgbClr val="123B32"/>
                </a:solidFill>
              </a:defRPr>
            </a:lvl9pPr>
          </a:lstStyle>
          <a:p xmlns:a="http://schemas.openxmlformats.org/drawingml/2006/main">
            <a:pPr>
              <a:buNone/>
              <a:defRPr sz="2325" b="1">
                <a:solidFill>
                  <a:srgbClr val="123B32"/>
                </a:solidFill>
              </a:defRPr>
            </a:pPr>
            <a:r>
              <a:rPr sz="2325" b="1">
                <a:solidFill>
                  <a:srgbClr val="123B32"/>
                </a:solidFill>
              </a:rPr>
              <a:t>Retrieve</a:t>
            </a:r>
          </a:p>
        </p:txBody>
      </p:sp>
      <p:sp>
        <p:nvSpPr>
          <p:cNvPr id="15" name="">
            <a:extLst xmlns:a="http://schemas.openxmlformats.org/drawingml/2006/main">
              <a:ext uri="{FF2B5EF4-FFF2-40B4-BE49-F238E27FC236}">
                <a16:creationId xmlns:a16="http://schemas.microsoft.com/office/drawing/2014/main" id="{0963B07A-6A9A-4350-A28D-1CBDCEDA8FF9}"/>
              </a:ext>
            </a:extLst>
          </p:cNvPr>
          <p:cNvSpPr>
            <a:spLocks xmlns:a="http://schemas.openxmlformats.org/drawingml/2006/main" noGrp="1"/>
          </p:cNvSpPr>
          <p:nvPr/>
        </p:nvSpPr>
        <p:spPr>
          <a:xfrm xmlns:a="http://schemas.openxmlformats.org/drawingml/2006/main">
            <a:off x="609600" y="57340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CE5D2"/>
                </a:solidFill>
              </a:defRPr>
            </a:defPPr>
            <a:lvl1pPr>
              <a:buNone/>
              <a:defRPr sz="2250" b="0">
                <a:solidFill>
                  <a:srgbClr val="DCE5D2"/>
                </a:solidFill>
              </a:defRPr>
            </a:lvl1pPr>
            <a:lvl2pPr>
              <a:buNone/>
              <a:defRPr sz="2250" b="0">
                <a:solidFill>
                  <a:srgbClr val="DCE5D2"/>
                </a:solidFill>
              </a:defRPr>
            </a:lvl2pPr>
            <a:lvl3pPr>
              <a:buNone/>
              <a:defRPr sz="2250" b="0">
                <a:solidFill>
                  <a:srgbClr val="DCE5D2"/>
                </a:solidFill>
              </a:defRPr>
            </a:lvl3pPr>
            <a:lvl4pPr>
              <a:buNone/>
              <a:defRPr sz="2250" b="0">
                <a:solidFill>
                  <a:srgbClr val="DCE5D2"/>
                </a:solidFill>
              </a:defRPr>
            </a:lvl4pPr>
            <a:lvl5pPr>
              <a:buNone/>
              <a:defRPr sz="2250" b="0">
                <a:solidFill>
                  <a:srgbClr val="DCE5D2"/>
                </a:solidFill>
              </a:defRPr>
            </a:lvl5pPr>
            <a:lvl6pPr>
              <a:buNone/>
              <a:defRPr sz="2250" b="0">
                <a:solidFill>
                  <a:srgbClr val="DCE5D2"/>
                </a:solidFill>
              </a:defRPr>
            </a:lvl6pPr>
            <a:lvl7pPr>
              <a:buNone/>
              <a:defRPr sz="2250" b="0">
                <a:solidFill>
                  <a:srgbClr val="DCE5D2"/>
                </a:solidFill>
              </a:defRPr>
            </a:lvl7pPr>
            <a:lvl8pPr>
              <a:buNone/>
              <a:defRPr sz="2250" b="0">
                <a:solidFill>
                  <a:srgbClr val="DCE5D2"/>
                </a:solidFill>
              </a:defRPr>
            </a:lvl8pPr>
            <a:lvl9pPr>
              <a:buNone/>
              <a:defRPr sz="2250" b="0">
                <a:solidFill>
                  <a:srgbClr val="DCE5D2"/>
                </a:solidFill>
              </a:defRPr>
            </a:lvl9pPr>
          </a:lstStyle>
          <a:p xmlns:a="http://schemas.openxmlformats.org/drawingml/2006/main">
            <a:pPr>
              <a:buNone/>
              <a:defRPr sz="2250" b="0">
                <a:solidFill>
                  <a:srgbClr val="DCE5D2"/>
                </a:solidFill>
              </a:defRPr>
            </a:pPr>
            <a:r>
              <a:rPr sz="2250" b="0">
                <a:solidFill>
                  <a:srgbClr val="DCE5D2"/>
                </a:solidFill>
              </a:rPr>
              <a:t>Next: labelled retrieval and answer evaluation with specialist review</a:t>
            </a:r>
          </a:p>
        </p:txBody>
      </p:sp>
    </p:spTree>
    <p:extLst>
      <p:ext uri="{BB962C8B-B14F-4D97-AF65-F5344CB8AC3E}">
        <p14:creationId xmlns:p14="http://schemas.microsoft.com/office/powerpoint/2010/main" val="6077727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2026-10-25T21:03:42.0920000Z</dcterms:created>
  <dcterms:modified xsi:type="dcterms:W3CDTF">2026-10-25T21:03:42.0920000Z</dcterms:modified>
</coreProperties>
</file>