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2.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621e1a73b1074569" /><Relationship Type="http://schemas.openxmlformats.org/officeDocument/2006/relationships/extended-properties" Target="/docProps/app.xml" Id="R5b5269c5b5154b15" /><Relationship Type="http://schemas.openxmlformats.org/officeDocument/2006/relationships/officeDocument" Target="/ppt/presentation.xml" Id="R09690c1988034403" /></Relationships>
</file>

<file path=ppt/presentation.xml><?xml version="1.0" encoding="utf-8"?>
<p:presentation xmlns:p="http://schemas.openxmlformats.org/presentationml/2006/main">
  <p:sldMasterIdLst>
    <p:sldMasterId xmlns:r="http://schemas.openxmlformats.org/officeDocument/2006/relationships" id="2147483648" r:id="R9c0964ef09284059"/>
  </p:sldMasterIdLst>
  <p:notesMasterIdLst>
    <p:notesMasterId xmlns:r="http://schemas.openxmlformats.org/officeDocument/2006/relationships" r:id="Rc3db075237f241ad"/>
  </p:notesMasterIdLst>
  <p:sldIdLst>
    <p:sldId xmlns:r="http://schemas.openxmlformats.org/officeDocument/2006/relationships" id="256" r:id="Rc3b7bfffb65b4c51"/>
    <p:sldId xmlns:r="http://schemas.openxmlformats.org/officeDocument/2006/relationships" id="257" r:id="Rfbb0924e58c94626"/>
    <p:sldId xmlns:r="http://schemas.openxmlformats.org/officeDocument/2006/relationships" id="258" r:id="Rc22fb6a8ec254e11"/>
    <p:sldId xmlns:r="http://schemas.openxmlformats.org/officeDocument/2006/relationships" id="259" r:id="R7ef955914fb34cf4"/>
    <p:sldId xmlns:r="http://schemas.openxmlformats.org/officeDocument/2006/relationships" id="260" r:id="Rf0b7ac4ced304ac0"/>
    <p:sldId xmlns:r="http://schemas.openxmlformats.org/officeDocument/2006/relationships" id="261" r:id="Rd07231195eed4de6"/>
    <p:sldId xmlns:r="http://schemas.openxmlformats.org/officeDocument/2006/relationships" id="262" r:id="R49bbfe6dc3be4d68"/>
    <p:sldId xmlns:r="http://schemas.openxmlformats.org/officeDocument/2006/relationships" id="263" r:id="Rd4f1f53426694cc1"/>
    <p:sldId xmlns:r="http://schemas.openxmlformats.org/officeDocument/2006/relationships" id="264" r:id="R6fcf739f762940be"/>
    <p:sldId xmlns:r="http://schemas.openxmlformats.org/officeDocument/2006/relationships" id="265" r:id="Rbbd6d738c32d448b"/>
    <p:sldId xmlns:r="http://schemas.openxmlformats.org/officeDocument/2006/relationships" id="266" r:id="Re6a3566573cd459e"/>
    <p:sldId xmlns:r="http://schemas.openxmlformats.org/officeDocument/2006/relationships" id="267" r:id="R4e86043424a54397"/>
    <p:sldId xmlns:r="http://schemas.openxmlformats.org/officeDocument/2006/relationships" id="268" r:id="Rc452045956154163"/>
    <p:sldId xmlns:r="http://schemas.openxmlformats.org/officeDocument/2006/relationships" id="269" r:id="Rc692f929ec24442b"/>
    <p:sldId xmlns:r="http://schemas.openxmlformats.org/officeDocument/2006/relationships" id="270" r:id="Rc8f35712fc9346d2"/>
    <p:sldId xmlns:r="http://schemas.openxmlformats.org/officeDocument/2006/relationships" id="271" r:id="R8db7b40e9848492f"/>
    <p:sldId xmlns:r="http://schemas.openxmlformats.org/officeDocument/2006/relationships" id="272" r:id="Rb0a1d56ad90e4c54"/>
    <p:sldId xmlns:r="http://schemas.openxmlformats.org/officeDocument/2006/relationships" id="273" r:id="Rc1b299635754457e"/>
    <p:sldId xmlns:r="http://schemas.openxmlformats.org/officeDocument/2006/relationships" id="274" r:id="Rf6ee91438c8446e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81231c3b94247f6" /><Relationship Type="http://schemas.openxmlformats.org/officeDocument/2006/relationships/slideMaster" Target="/ppt/slideMasters/slideMaster1.xml" Id="R9c0964ef09284059" /><Relationship Type="http://schemas.openxmlformats.org/officeDocument/2006/relationships/notesMaster" Target="/ppt/notesMasters/notesMaster1.xml" Id="Rc3db075237f241ad" /><Relationship Type="http://schemas.openxmlformats.org/officeDocument/2006/relationships/presProps" Target="/ppt/presProps.xml" Id="R3280f5f0a44143b0" /><Relationship Type="http://schemas.openxmlformats.org/officeDocument/2006/relationships/tableStyles" Target="/ppt/tableStyles.xml" Id="R5e65c1fb21a541ba" /><Relationship Type="http://schemas.openxmlformats.org/officeDocument/2006/relationships/slide" Target="/ppt/slides/slide1.xml" Id="Rc3b7bfffb65b4c51" /><Relationship Type="http://schemas.openxmlformats.org/officeDocument/2006/relationships/slide" Target="/ppt/slides/slide2.xml" Id="Rfbb0924e58c94626" /><Relationship Type="http://schemas.openxmlformats.org/officeDocument/2006/relationships/slide" Target="/ppt/slides/slide3.xml" Id="Rc22fb6a8ec254e11" /><Relationship Type="http://schemas.openxmlformats.org/officeDocument/2006/relationships/slide" Target="/ppt/slides/slide4.xml" Id="R7ef955914fb34cf4" /><Relationship Type="http://schemas.openxmlformats.org/officeDocument/2006/relationships/slide" Target="/ppt/slides/slide5.xml" Id="Rf0b7ac4ced304ac0" /><Relationship Type="http://schemas.openxmlformats.org/officeDocument/2006/relationships/slide" Target="/ppt/slides/slide6.xml" Id="Rd07231195eed4de6" /><Relationship Type="http://schemas.openxmlformats.org/officeDocument/2006/relationships/slide" Target="/ppt/slides/slide7.xml" Id="R49bbfe6dc3be4d68" /><Relationship Type="http://schemas.openxmlformats.org/officeDocument/2006/relationships/slide" Target="/ppt/slides/slide8.xml" Id="Rd4f1f53426694cc1" /><Relationship Type="http://schemas.openxmlformats.org/officeDocument/2006/relationships/slide" Target="/ppt/slides/slide9.xml" Id="R6fcf739f762940be" /><Relationship Type="http://schemas.openxmlformats.org/officeDocument/2006/relationships/slide" Target="/ppt/slides/slide10.xml" Id="Rbbd6d738c32d448b" /><Relationship Type="http://schemas.openxmlformats.org/officeDocument/2006/relationships/slide" Target="/ppt/slides/slide11.xml" Id="Re6a3566573cd459e" /><Relationship Type="http://schemas.openxmlformats.org/officeDocument/2006/relationships/slide" Target="/ppt/slides/slide12.xml" Id="R4e86043424a54397" /><Relationship Type="http://schemas.openxmlformats.org/officeDocument/2006/relationships/slide" Target="/ppt/slides/slide13.xml" Id="Rc452045956154163" /><Relationship Type="http://schemas.openxmlformats.org/officeDocument/2006/relationships/slide" Target="/ppt/slides/slide14.xml" Id="Rc692f929ec24442b" /><Relationship Type="http://schemas.openxmlformats.org/officeDocument/2006/relationships/slide" Target="/ppt/slides/slide15.xml" Id="Rc8f35712fc9346d2" /><Relationship Type="http://schemas.openxmlformats.org/officeDocument/2006/relationships/slide" Target="/ppt/slides/slide16.xml" Id="R8db7b40e9848492f" /><Relationship Type="http://schemas.openxmlformats.org/officeDocument/2006/relationships/slide" Target="/ppt/slides/slide17.xml" Id="Rb0a1d56ad90e4c54" /><Relationship Type="http://schemas.openxmlformats.org/officeDocument/2006/relationships/slide" Target="/ppt/slides/slide18.xml" Id="Rc1b299635754457e" /><Relationship Type="http://schemas.openxmlformats.org/officeDocument/2006/relationships/slide" Target="/ppt/slides/slide19.xml" Id="Rf6ee91438c8446e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0a294e6af4f40e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b530be2bf2f4059" /><Relationship Type="http://schemas.openxmlformats.org/officeDocument/2006/relationships/notesMaster" Target="/ppt/notesMasters/notesMaster1.xml" Id="R38a1e991bdc84c59" /></Relationships>
</file>

<file path=ppt/notesSlides/_rels/notesSlide2.xml.rels>&#65279;<?xml version="1.0" encoding="utf-8"?><Relationships xmlns="http://schemas.openxmlformats.org/package/2006/relationships"><Relationship Type="http://schemas.openxmlformats.org/officeDocument/2006/relationships/slide" Target="/ppt/slides/slide2.xml" Id="Rda3e2455f4434c93" /><Relationship Type="http://schemas.openxmlformats.org/officeDocument/2006/relationships/notesMaster" Target="/ppt/notesMasters/notesMaster1.xml" Id="Rc6b130565854461d" /></Relationships>
</file>

<file path=ppt/notesSlides/_rels/notesSlide3.xml.rels>&#65279;<?xml version="1.0" encoding="utf-8"?><Relationships xmlns="http://schemas.openxmlformats.org/package/2006/relationships"><Relationship Type="http://schemas.openxmlformats.org/officeDocument/2006/relationships/slide" Target="/ppt/slides/slide3.xml" Id="R2fed08f93aa4405b" /><Relationship Type="http://schemas.openxmlformats.org/officeDocument/2006/relationships/notesMaster" Target="/ppt/notesMasters/notesMaster1.xml" Id="Rb9507a7e6d0d4ad7" /></Relationships>
</file>

<file path=ppt/notesSlides/_rels/notesSlide4.xml.rels>&#65279;<?xml version="1.0" encoding="utf-8"?><Relationships xmlns="http://schemas.openxmlformats.org/package/2006/relationships"><Relationship Type="http://schemas.openxmlformats.org/officeDocument/2006/relationships/slide" Target="/ppt/slides/slide4.xml" Id="R1396e1de942744e7" /><Relationship Type="http://schemas.openxmlformats.org/officeDocument/2006/relationships/notesMaster" Target="/ppt/notesMasters/notesMaster1.xml" Id="R9e05fb45a9ed4551" /></Relationships>
</file>

<file path=ppt/notesSlides/_rels/notesSlide5.xml.rels>&#65279;<?xml version="1.0" encoding="utf-8"?><Relationships xmlns="http://schemas.openxmlformats.org/package/2006/relationships"><Relationship Type="http://schemas.openxmlformats.org/officeDocument/2006/relationships/slide" Target="/ppt/slides/slide5.xml" Id="R2c40b184f02a4c86" /><Relationship Type="http://schemas.openxmlformats.org/officeDocument/2006/relationships/notesMaster" Target="/ppt/notesMasters/notesMaster1.xml" Id="Rb4dfb86d96a2496e" /></Relationships>
</file>

<file path=ppt/notesSlides/_rels/notesSlide6.xml.rels>&#65279;<?xml version="1.0" encoding="utf-8"?><Relationships xmlns="http://schemas.openxmlformats.org/package/2006/relationships"><Relationship Type="http://schemas.openxmlformats.org/officeDocument/2006/relationships/slide" Target="/ppt/slides/slide6.xml" Id="R70975808b6db4a98" /><Relationship Type="http://schemas.openxmlformats.org/officeDocument/2006/relationships/notesMaster" Target="/ppt/notesMasters/notesMaster1.xml" Id="R0698151a42424a96" /></Relationships>
</file>

<file path=ppt/notesSlides/_rels/notesSlide7.xml.rels>&#65279;<?xml version="1.0" encoding="utf-8"?><Relationships xmlns="http://schemas.openxmlformats.org/package/2006/relationships"><Relationship Type="http://schemas.openxmlformats.org/officeDocument/2006/relationships/slide" Target="/ppt/slides/slide7.xml" Id="R6b1308ab66af435f" /><Relationship Type="http://schemas.openxmlformats.org/officeDocument/2006/relationships/notesMaster" Target="/ppt/notesMasters/notesMaster1.xml" Id="R359d9fed712f4cb9" /></Relationships>
</file>

<file path=ppt/notesSlides/_rels/notesSlide8.xml.rels>&#65279;<?xml version="1.0" encoding="utf-8"?><Relationships xmlns="http://schemas.openxmlformats.org/package/2006/relationships"><Relationship Type="http://schemas.openxmlformats.org/officeDocument/2006/relationships/slide" Target="/ppt/slides/slide8.xml" Id="R064eaa8975284d09" /><Relationship Type="http://schemas.openxmlformats.org/officeDocument/2006/relationships/notesMaster" Target="/ppt/notesMasters/notesMaster1.xml" Id="Re54759f86da84138" /></Relationships>
</file>

<file path=ppt/notesSlides/_rels/notesSlide9.xml.rels>&#65279;<?xml version="1.0" encoding="utf-8"?><Relationships xmlns="http://schemas.openxmlformats.org/package/2006/relationships"><Relationship Type="http://schemas.openxmlformats.org/officeDocument/2006/relationships/slide" Target="/ppt/slides/slide9.xml" Id="Ra2545147fc4d4965" /><Relationship Type="http://schemas.openxmlformats.org/officeDocument/2006/relationships/notesMaster" Target="/ppt/notesMasters/notesMaster1.xml" Id="Rd8d5953dea0846c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0f98f1a3aa34aa7" /><Relationship Type="http://schemas.openxmlformats.org/officeDocument/2006/relationships/notesMaster" Target="/ppt/notesMasters/notesMaster1.xml" Id="Re72f06a586154f2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4be4f9bb7864799" /><Relationship Type="http://schemas.openxmlformats.org/officeDocument/2006/relationships/notesMaster" Target="/ppt/notesMasters/notesMaster1.xml" Id="Rfb4595efcd444da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5862ee108b94e92" /><Relationship Type="http://schemas.openxmlformats.org/officeDocument/2006/relationships/notesMaster" Target="/ppt/notesMasters/notesMaster1.xml" Id="R3119a3b9645244c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9b3898da9274949" /><Relationship Type="http://schemas.openxmlformats.org/officeDocument/2006/relationships/notesMaster" Target="/ppt/notesMasters/notesMaster1.xml" Id="R8737496737f4408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903be6c3cad444a" /><Relationship Type="http://schemas.openxmlformats.org/officeDocument/2006/relationships/notesMaster" Target="/ppt/notesMasters/notesMaster1.xml" Id="Rd470cfa08d004c9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2257ccc5bc0407b" /><Relationship Type="http://schemas.openxmlformats.org/officeDocument/2006/relationships/notesMaster" Target="/ppt/notesMasters/notesMaster1.xml" Id="Rc7c9047fb6414a8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50826c3cec54848" /><Relationship Type="http://schemas.openxmlformats.org/officeDocument/2006/relationships/notesMaster" Target="/ppt/notesMasters/notesMaster1.xml" Id="R1a9b02cade3b412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445e6a3c4154f14" /><Relationship Type="http://schemas.openxmlformats.org/officeDocument/2006/relationships/notesMaster" Target="/ppt/notesMasters/notesMaster1.xml" Id="R524c70ff80f943b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769c37da78f4e6a" /><Relationship Type="http://schemas.openxmlformats.org/officeDocument/2006/relationships/notesMaster" Target="/ppt/notesMasters/notesMaster1.xml" Id="R6e8292e2476e4a8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17a651fed474918" /><Relationship Type="http://schemas.openxmlformats.org/officeDocument/2006/relationships/notesMaster" Target="/ppt/notesMasters/notesMaster1.xml" Id="Rb5abe68de0954b8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Mario / 30 seconds</a:t>
            </a:r>
          </a:p>
          <a:p xmlns:a="http://schemas.openxmlformats.org/drawingml/2006/main">
            <a:r>
              <a:t/>
            </a:r>
          </a:p>
          <a:p xmlns:a="http://schemas.openxmlformats.org/drawingml/2006/main">
            <a:r>
              <a:t>A photograph, a field recording and a species description may all refer to the same animal, yet they usually live in separate catalogues. EcoSentinel connects those materials and keeps their sources accessible. We are Mario Rodrigo, Sambhav and Wassim. Today we will explain how we built the system, why we made these choices, and what our validation actually demonstrates.</a:t>
            </a:r>
          </a:p>
          <a:p xmlns:a="http://schemas.openxmlformats.org/drawingml/2006/main">
            <a:r>
              <a:t/>
            </a:r>
          </a:p>
          <a:p xmlns:a="http://schemas.openxmlformats.org/drawingml/2006/main">
            <a:r>
              <a:t>Project evidence: docs/final_report.md, docs/evidence/final_validation.json, docs/evidence/native_models.json; zone and Task guides in docs/. The diagrams describe implemented stages and contracts.</a:t>
            </a:r>
          </a:p>
          <a:p xmlns:a="http://schemas.openxmlformats.org/drawingml/2006/main">
            <a:r>
              <a:t>Photo: https://commons.wikimedia.org/wiki/File:Iberian_Lynx_front_(cropped).jpg; http://www.lynxexsitu.es; CC BY 3.0 es; https://creativecommons.org/licenses/by/3.0/es/deed.en. Display crop 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Mario / 60 seconds</a:t>
            </a:r>
          </a:p>
          <a:p xmlns:a="http://schemas.openxmlformats.org/drawingml/2006/main">
            <a:r>
              <a:t/>
            </a:r>
          </a:p>
          <a:p xmlns:a="http://schemas.openxmlformats.org/drawingml/2006/main">
            <a:r>
              <a:t>Imagine someone preparing an educational activity about Iberian wildlife. They have a photograph and want to find related material, listen to recordings and understand the animal's habitat. Usually, that means moving between catalogues, repeating searches and checking where each piece of information came from. Our proposal brings that journey into one tool. It could support education or help someone explore a biodiversity collection before specialist review. The intended value is easier discovery, with a traceable path back to the original evidence. These are potential benefits of the prototype. We have not measured time savings or tested adoption in an organisation. That distinction runs through the project: we show what the system does, and we keep the remaining evaluation visible.</a:t>
            </a:r>
          </a:p>
          <a:p xmlns:a="http://schemas.openxmlformats.org/drawingml/2006/main">
            <a:r>
              <a:t/>
            </a:r>
          </a:p>
          <a:p xmlns:a="http://schemas.openxmlformats.org/drawingml/2006/main">
            <a:r>
              <a:t>Project evidence: docs/final_report.md, docs/evidence/final_validation.json, docs/evidence/native_models.json; zone and Task guides in docs/. The diagrams describe implemented stages and contracts.</a:t>
            </a:r>
          </a:p>
          <a:p xmlns:a="http://schemas.openxmlformats.org/drawingml/2006/main">
            <a:r>
              <a:t>Illustrative corpus photo: https://commons.wikimedia.org/wiki/File:2026-05-17_Iberian_green_frog_on_the_cliffs_of_S%C3%A3o_Pedro_da_Cadeira.jpg; Alexkom000; CC BY 4.0; https://creativecommons.org/licenses/by/4.0. This is not claimed to be the image used in the recorded RAG acceptance 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Mario / 65 seconds</a:t>
            </a:r>
          </a:p>
          <a:p xmlns:a="http://schemas.openxmlformats.org/drawingml/2006/main">
            <a:r>
              <a:t/>
            </a:r>
          </a:p>
          <a:p xmlns:a="http://schemas.openxmlformats.org/drawingml/2006/main">
            <a:r>
              <a:t>We chose ten species of Iberian wildlife to give the project a clear scope. Our reference corpus contains one hundred images from Wikimedia Commons, thirty-four recordings from Xeno-canto, and sixty-four texts from Wikipedia and GBIF. Together, these are one hundred and ninety-eight accepted assets. Images are balanced across species, but the other modalities depend on source availability. For example, we have no audio for the ocellated lizard. That matters because availability affects what a search can retrieve. We retain source identifiers, attribution and available licence information alongside the files. These numbers describe the collection we audited. A new download may produce different material, so its counts and quality need a separate evaluation.</a:t>
            </a:r>
          </a:p>
          <a:p xmlns:a="http://schemas.openxmlformats.org/drawingml/2006/main">
            <a:r>
              <a:t/>
            </a:r>
          </a:p>
          <a:p xmlns:a="http://schemas.openxmlformats.org/drawingml/2006/main">
            <a:r>
              <a:t>Project evidence: docs/final_report.md, docs/evidence/final_validation.json, docs/evidence/native_models.json; zone and Task guides in docs/. The diagrams describe implemented stages and contracts.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Mario / 80 seconds</a:t>
            </a:r>
          </a:p>
          <a:p xmlns:a="http://schemas.openxmlformats.org/drawingml/2006/main">
            <a:r>
              <a:t/>
            </a:r>
          </a:p>
          <a:p xmlns:a="http://schemas.openxmlformats.org/drawingml/2006/main">
            <a:r>
              <a:t>This is the complete pipeline. At the top, optional acquisition or existing local files enter through the Security Gate. The main row separates four responsibilities. Landing preserves originals, Formatted standardises their representation, Trusted checks quality and provenance, and Exploitation builds the five vector collections. A sixteen-step orchestrator controls execution, with a resource lock, timeouts and per-step reports. The first three zones use S3-compatible object storage in Docker. Chroma stores the vectors and references. Below it, the diagram shows a separate snapshot for queries. The interface searches that copy, keeping the original index protected. Each boundary carries source keys, hashes and policy information. If an encoder changes, we can work from Trusted rather than downloading everything again. If a step fails, the report identifies the boundary to inspect. This separation gives us both an execution path and a recovery path, with Internet access remaining optional.</a:t>
            </a:r>
          </a:p>
          <a:p xmlns:a="http://schemas.openxmlformats.org/drawingml/2006/main">
            <a:r>
              <a:t/>
            </a:r>
          </a:p>
          <a:p xmlns:a="http://schemas.openxmlformats.org/drawingml/2006/main">
            <a:r>
              <a:t>Project evidence: docs/final_report.md, docs/evidence/final_validation.json, docs/evidence/native_models.json; zone and Task guides in docs/. The diagrams describe implemented stages and contracts.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Mario / 70 seconds</a:t>
            </a:r>
          </a:p>
          <a:p xmlns:a="http://schemas.openxmlformats.org/drawingml/2006/main">
            <a:r>
              <a:t/>
            </a:r>
          </a:p>
          <a:p xmlns:a="http://schemas.openxmlformats.org/drawingml/2006/main">
            <a:r>
              <a:t>A useful engineering case is importing the same file twice. Landing builds a technical identity from the content hash and local filename. It records completion only after verifying the Persistent copy. On a compatible rerun, an existing Temporal object or completion marker prevents a redundant upload. In our isolated rerun, all three assets were already completed and Temporal uploads were zero. If the name or bytes change, the identity changes. That case can enter as another asset because Landing preserves acquisition history. Trusted applies content-quality duplicate policies later. The raw hash remains distinct from the converted file's hash, so we can trace a representation back to its original.</a:t>
            </a:r>
          </a:p>
          <a:p xmlns:a="http://schemas.openxmlformats.org/drawingml/2006/main">
            <a:r>
              <a:t/>
            </a:r>
          </a:p>
          <a:p xmlns:a="http://schemas.openxmlformats.org/drawingml/2006/main">
            <a:r>
              <a:t>Project evidence: docs/final_report.md, docs/evidence/final_validation.json, docs/evidence/native_models.json; zone and Task guides in docs/. The diagrams describe implemented stages and contracts.</a:t>
            </a:r>
          </a:p>
          <a:p xmlns:a="http://schemas.openxmlformats.org/drawingml/2006/main">
            <a:r>
              <a:t>Landing identity is hash prefix + local filename. A different filename is not globally deduplicated here. Rerun evidence: reports/validation/delivery_smoke_repeat.log, Uploaded=0, Already completed=3.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Mario / 85 seconds</a:t>
            </a:r>
          </a:p>
          <a:p xmlns:a="http://schemas.openxmlformats.org/drawingml/2006/main">
            <a:r>
              <a:t/>
            </a:r>
          </a:p>
          <a:p xmlns:a="http://schemas.openxmlformats.org/drawingml/2006/main">
            <a:r>
              <a:t>Formatted handles representation before Trusted evaluates quality. Images become RGB JPEG, providing a consistent representation across source colour modes. The encoder setting of ninety-five prioritises visual fidelity while accepting lossy compression. We keep the original width and height. We do not crop or resize them for a particular model here. Transparency is composed over white because JPEG has no alpha channel. EXIF orientation is retained without rotating pixels, and multiframe sources contribute their primary frame. Audio becomes FLAC PCM sixteen, preserving sample rate, channels and duration when conversion permits. Trusted does not trim quiet intervals or normalise volume. Model-specific resampling belongs later, in Exploitation. Text becomes UTF-eight with consistent line endings and Unicode, while retaining language, case and punctuation. We accept explicit tradeoffs: JPEG is lossy, sixteen-bit conversion can quantise finer input, and text extraction removes layout. Landing keeps the complete originals. Sambhav will explain which quality findings should exclude an asset and which should remain visible warnings.</a:t>
            </a:r>
          </a:p>
          <a:p xmlns:a="http://schemas.openxmlformats.org/drawingml/2006/main">
            <a:r>
              <a:t/>
            </a:r>
          </a:p>
          <a:p xmlns:a="http://schemas.openxmlformats.org/drawingml/2006/main">
            <a:r>
              <a:t>Project evidence: docs/final_report.md, docs/evidence/final_validation.json, docs/evidence/native_models.json; zone and Task guides in docs/. The diagrams describe implemented stages and contracts.</a:t>
            </a:r>
          </a:p>
          <a:p xmlns:a="http://schemas.openxmlformats.org/drawingml/2006/main">
            <a:r>
              <a:t>Sources: formatted_zone/format_images.py canonical_jpeg/to_rgb; format_audio.py canonical FLAC PCM16; format_text.py normalisation; trusted_zone/quality/text_quality.py. JPEG is lossy; PCM16 may quantise; extraction discards layout. Images retain EXIF without materialising rotation. MPO uses frame 0. Trusted does not denoise/trim/normalise audio, and text casefolding is used for similarity features rather than rewriting stored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Sambhav / 60 seconds</a:t>
            </a:r>
          </a:p>
          <a:p xmlns:a="http://schemas.openxmlformats.org/drawingml/2006/main">
            <a:r>
              <a:t/>
            </a:r>
          </a:p>
          <a:p xmlns:a="http://schemas.openxmlformats.org/drawingml/2006/main">
            <a:r>
              <a:t>Trusted separates technical rejection from useful but imperfect data. For images, our operational limits are twenty decimal megabytes, forty megapixels, and at least one hundred and twenty-eight pixels on each side. File size bounds storage and transfer; pixel count better reflects decoding cost. Audio has a two-hundred-megabyte ceiling and text has four. These are project budgets, not scientific cutoffs or guarantees of peak memory. Exact image hashes detect identical bytes. Perceptual hashes propose candidates, then strict SSIM and colour checks confirm matches. Watermarks, dark images and quiet audio remain warnings. Duplicate scope varies by modality. Later errors or rejections preserve previously accepted bytes and record the reason for review.</a:t>
            </a:r>
          </a:p>
          <a:p xmlns:a="http://schemas.openxmlformats.org/drawingml/2006/main">
            <a:r>
              <a:t/>
            </a:r>
          </a:p>
          <a:p xmlns:a="http://schemas.openxmlformats.org/drawingml/2006/main">
            <a:r>
              <a:t>Project evidence: docs/final_report.md, docs/evidence/final_validation.json, docs/evidence/native_models.json; zone and Task guides in docs/. The diagrams describe implemented stages and contracts.</a:t>
            </a:r>
          </a:p>
          <a:p xmlns:a="http://schemas.openxmlformats.org/drawingml/2006/main">
            <a:r>
              <a:t>Image duplicate confirmation uses SHA-256 or pHash candidates plus SSIM and RGB confirmation. Audio and text have modality-specific scope. The policy does not guarantee removal of all near duplicates.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Sambhav / 35 seconds</a:t>
            </a:r>
          </a:p>
          <a:p xmlns:a="http://schemas.openxmlformats.org/drawingml/2006/main">
            <a:r>
              <a:t/>
            </a:r>
          </a:p>
          <a:p xmlns:a="http://schemas.openxmlformats.org/drawingml/2006/main">
            <a:r>
              <a:t>This is an actual image-quality report. Validators record a decision, its reason, source, policy and measured signals in each asset's manifest. The reporting layer aggregates those records into HTML, CSV, JSON and plots, without re-opening the original images. Acceptance and provenance completeness tell us what entered Trusted and whether its origin is traceable. The following charts show why we also inspect distributions and warnings, rather than interpreting a hundred percent acceptance as proof of perfect data.</a:t>
            </a:r>
          </a:p>
          <a:p xmlns:a="http://schemas.openxmlformats.org/drawingml/2006/main">
            <a:r>
              <a:t/>
            </a:r>
          </a:p>
          <a:p xmlns:a="http://schemas.openxmlformats.org/drawingml/2006/main">
            <a:r>
              <a:t>Project evidence: docs/final_report.md, docs/evidence/final_validation.json, docs/evidence/native_models.json; zone and Task guides in docs/. The diagrams describe implemented stages and contracts.</a:t>
            </a:r>
          </a:p>
          <a:p xmlns:a="http://schemas.openxmlformats.org/drawingml/2006/main">
            <a:r>
              <a:t>Actual report: reports/trusted_quality/images/20261019T164636Z/quality_report.html and summary.json. HTML captured without regenerating metrics. Provenance 100 percent means metadata completeness; JSD 0 bits means unchanged observed distribution. Neither proves biological correctness. Portable source: docs/evidence/quality_images.json.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Sambhav / 45 seconds</a:t>
            </a:r>
          </a:p>
          <a:p xmlns:a="http://schemas.openxmlformats.org/drawingml/2006/main">
            <a:r>
              <a:t/>
            </a:r>
          </a:p>
          <a:p xmlns:a="http://schemas.openxmlformats.org/drawingml/2006/main">
            <a:r>
              <a:t>This chart compares Formatted and Trusted images for every species. Each pair stays at ten, so the reference collection retains all one hundred images. We measure distribution shift with Jensen-Shannon divergence. Here it is zero because the observed species proportions did not change. The reason to collect this metric is to spot filtering that removes disproportionate amounts from particular species or sources. It does not prove that the initial collection was representative, or that its labels are correct. In this run, the chart explains preservation of an already balanced image sample.</a:t>
            </a:r>
          </a:p>
          <a:p xmlns:a="http://schemas.openxmlformats.org/drawingml/2006/main">
            <a:r>
              <a:t/>
            </a:r>
          </a:p>
          <a:p xmlns:a="http://schemas.openxmlformats.org/drawingml/2006/main">
            <a:r>
              <a:t>Project evidence: docs/final_report.md, docs/evidence/final_validation.json, docs/evidence/native_models.json; zone and Task guides in docs/. The diagrams describe implemented stages and contracts.</a:t>
            </a:r>
          </a:p>
          <a:p xmlns:a="http://schemas.openxmlformats.org/drawingml/2006/main">
            <a:r>
              <a:t>Editable chart data: docs/presentation/quality_charts.json. Image categories use English common-name labels in the same order as source species identifiers. Audio counts derive from existing report CSV, with fixed 0/20/40/60/80/100 bins for legibility; original report uses six data-dependent bins. Measurements were not recomputed; original media and indexes were not opened by the chart build. All 34 audio records are accepted; 9 warnings use &gt;=80 percent low-energy windows. Observed unchanged distributions do not prove representativeness or biological correctness.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Sambhav / 45 seconds</a:t>
            </a:r>
          </a:p>
          <a:p xmlns:a="http://schemas.openxmlformats.org/drawingml/2006/main">
            <a:r>
              <a:t/>
            </a:r>
          </a:p>
          <a:p xmlns:a="http://schemas.openxmlformats.org/drawingml/2006/main">
            <a:r>
              <a:t>The horizontal axis shows the percentage of low-energy windows in each recording. The vertical axis counts recordings. We use the report's existing measurements, grouped into readable twenty-percentage-point intervals. Both series match because all thirty-four recordings were retained. Nine have at least eighty percent of their fifty-millisecond windows below minus fifty dBFS, which triggers a warning. Quiet passages may contain distant calls or environmental context, so Trusted preserves the complete signal and records the observation. This is a digital-energy measure. It does not prove silence, the absence of wildlife, or poor biological value.</a:t>
            </a:r>
          </a:p>
          <a:p xmlns:a="http://schemas.openxmlformats.org/drawingml/2006/main">
            <a:r>
              <a:t/>
            </a:r>
          </a:p>
          <a:p xmlns:a="http://schemas.openxmlformats.org/drawingml/2006/main">
            <a:r>
              <a:t>Project evidence: docs/final_report.md, docs/evidence/final_validation.json, docs/evidence/native_models.json; zone and Task guides in docs/. The diagrams describe implemented stages and contracts.</a:t>
            </a:r>
          </a:p>
          <a:p xmlns:a="http://schemas.openxmlformats.org/drawingml/2006/main">
            <a:r>
              <a:t>Editable chart data: docs/presentation/quality_charts.json. Image categories use English common-name labels in the same order as source species identifiers. Audio counts derive from existing report CSV, with fixed 0/20/40/60/80/100 bins for legibility; original report uses six data-dependent bins. Measurements were not recomputed; original media and indexes were not opened by the chart build. All 34 audio records are accepted; 9 warnings use &gt;=80 percent low-energy windows. Observed unchanged distributions do not prove representativeness or biological correctness.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Sambhav / 65 seconds</a:t>
            </a:r>
          </a:p>
          <a:p xmlns:a="http://schemas.openxmlformats.org/drawingml/2006/main">
            <a:r>
              <a:t/>
            </a:r>
          </a:p>
          <a:p xmlns:a="http://schemas.openxmlformats.org/drawingml/2006/main">
            <a:r>
              <a:t>In Exploitation, one asset can produce several vectors. A photograph has a visual representation, while a long recording is divided into windows and a long document into passages. That is how one hundred and ninety-eight assets produce six thousand and twenty-one embeddings. We maintain five collections: three for individual modalities and two shared spaces. The image-and-text collection places aligned representations together. The audio-and-text collection does the same for sounds and language. Each record includes its asset identity, segment position, content hash and model-policy contract. This tells us what a vector represents and helps detect incomplete publication. Before computing embeddings again, we check both compatibility and exact segment coverage. A matching record count alone is insufficient: two duplicated parts could hide a missing part. Compatible reruns reuse the existing index instead of repeating inference.</a:t>
            </a:r>
          </a:p>
          <a:p xmlns:a="http://schemas.openxmlformats.org/drawingml/2006/main">
            <a:r>
              <a:t/>
            </a:r>
          </a:p>
          <a:p xmlns:a="http://schemas.openxmlformats.org/drawingml/2006/main">
            <a:r>
              <a:t>Project evidence: docs/final_report.md, docs/evidence/final_validation.json, docs/evidence/native_models.json; zone and Task guides in docs/. The diagrams describe implemented stages and contracts.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Sambhav / 60 seconds</a:t>
            </a:r>
          </a:p>
          <a:p xmlns:a="http://schemas.openxmlformats.org/drawingml/2006/main">
            <a:r>
              <a:t/>
            </a:r>
          </a:p>
          <a:p xmlns:a="http://schemas.openxmlformats.org/drawingml/2006/main">
            <a:r>
              <a:t>We do not use one encoder for every relationship. CLIP connects visual concepts with images and aligned text. CLAP connects audio with language, which lets a description retrieve relevant recordings. For text, we use multilingual E5 small, which gives us a compact representation for queries in several languages. These are practical choices for CPU execution and reuse of pretrained models. We have not established that they are the best wildlife models through a labelled comparison. Their limitations matter. English sound descriptions may work better with CLAP, and CLIP is not a specialist species classifier. Equal vector dimensions do not make two embedding spaces compatible. We keep separate contracts and compare similarity within the appropriate space, rather than mixing unrelated distances.</a:t>
            </a:r>
          </a:p>
          <a:p xmlns:a="http://schemas.openxmlformats.org/drawingml/2006/main">
            <a:r>
              <a:t/>
            </a:r>
          </a:p>
          <a:p xmlns:a="http://schemas.openxmlformats.org/drawingml/2006/main">
            <a:r>
              <a:t>Project evidence: docs/final_report.md, docs/evidence/final_validation.json, docs/evidence/native_models.json; zone and Task guides in docs/. The diagrams describe implemented stages and contracts.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Sambhav / 60 seconds</a:t>
            </a:r>
          </a:p>
          <a:p xmlns:a="http://schemas.openxmlformats.org/drawingml/2006/main">
            <a:r>
              <a:t/>
            </a:r>
          </a:p>
          <a:p xmlns:a="http://schemas.openxmlformats.org/drawingml/2006/main">
            <a:r>
              <a:t>Here is an actual image-to-image query on our corpus. The photograph on the left is the reference. We show selected matches at ranks one and three with recorded cosine scores. The complete response contains five distinct assets and excludes the reference. Four have lynx catalogue labels; the fifth has a wolf label. These are similarity candidates, not species probabilities. All segments of a stored reference are excluded before grouping by asset. Audio-to-audio and text-to-text use the same workflow. The full response remains available so the selected examples can be checked against the actual ranking.</a:t>
            </a:r>
          </a:p>
          <a:p xmlns:a="http://schemas.openxmlformats.org/drawingml/2006/main">
            <a:r>
              <a:t/>
            </a:r>
          </a:p>
          <a:p xmlns:a="http://schemas.openxmlformats.org/drawingml/2006/main">
            <a:r>
              <a:t>Project evidence: docs/final_report.md, docs/evidence/final_validation.json, docs/evidence/native_models.json; zone and Task guides in docs/. The diagrams describe implemented stages and contracts.</a:t>
            </a:r>
          </a:p>
          <a:p xmlns:a="http://schemas.openxmlformats.org/drawingml/2006/main">
            <a:r>
              <a:t>Retrieval evidence: docs/presentation/task_examples.json. Queried a disposable snapshot with cached CPU models, without re-indexing. Slide 13 shows ranks 1 and 3 of five, not the full list. Slide 14 shows overall image rank 5 and text rank 4 of eight. The text excerpt is verbatim.</a:t>
            </a:r>
          </a:p>
          <a:p xmlns:a="http://schemas.openxmlformats.org/drawingml/2006/main">
            <a:r>
              <a:t>Photo: https://commons.wikimedia.org/wiki/File:Iberian_Lynx_front_(cropped).jpg; http://www.lynxexsitu.es; CC BY 3.0 es; https://creativecommons.org/licenses/by/3.0/es/deed.en. Display resizing only.</a:t>
            </a:r>
          </a:p>
          <a:p xmlns:a="http://schemas.openxmlformats.org/drawingml/2006/main">
            <a:r>
              <a:t>Photo: https://commons.wikimedia.org/wiki/File:F_18.04.02_Observatorio_Lince_PTA-GC.190-1_(27314142758).jpg; Junta de Andalucía; CC BY-SA 2.0; https://creativecommons.org/licenses/by-sa/2.0. Display resizing only.</a:t>
            </a:r>
          </a:p>
          <a:p xmlns:a="http://schemas.openxmlformats.org/drawingml/2006/main">
            <a:r>
              <a:t>Photo: https://commons.wikimedia.org/wiki/File:Female_Iberian_Lynx_(Lynx_pardinus),_La_Lancha,_Parque_natural_de_la_Sierra_de_And%C3%BAjar,_Espa%C3%B1a_(33022496950).jpg; Frank Vassen from Brussels, Belgium; CC BY 2.0; https://creativecommons.org/licenses/by/2.0. Display resizing 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Sambhav / 40 seconds</a:t>
            </a:r>
          </a:p>
          <a:p xmlns:a="http://schemas.openxmlformats.org/drawingml/2006/main">
            <a:r>
              <a:t/>
            </a:r>
          </a:p>
          <a:p xmlns:a="http://schemas.openxmlformats.org/drawingml/2006/main">
            <a:r>
              <a:t>The same models support cross-modality search. For the exact query on this slide, our shared CLIP collection returned eight assets: four images and four texts, through an explicit diversity policy. We show overall image rank five and text rank four. The GBIF excerpt is copied from the actual response. Provenance links let us inspect both. CLAP provides the analogous sound-and-text workflow. The quota exposes available modalities, but changes the raw similarity order. It is part of the retrieval policy, not evidence that every result is relevant.</a:t>
            </a:r>
          </a:p>
          <a:p xmlns:a="http://schemas.openxmlformats.org/drawingml/2006/main">
            <a:r>
              <a:t/>
            </a:r>
          </a:p>
          <a:p xmlns:a="http://schemas.openxmlformats.org/drawingml/2006/main">
            <a:r>
              <a:t>Project evidence: docs/final_report.md, docs/evidence/final_validation.json, docs/evidence/native_models.json; zone and Task guides in docs/. The diagrams describe implemented stages and contracts.</a:t>
            </a:r>
          </a:p>
          <a:p xmlns:a="http://schemas.openxmlformats.org/drawingml/2006/main">
            <a:r>
              <a:t>Retrieval evidence: docs/presentation/task_examples.json. Queried a disposable snapshot with cached CPU models, without re-indexing. Slide 13 shows ranks 1 and 3 of five, not the full list. Slide 14 shows overall image rank 5 and text rank 4 of eight. The text excerpt is verbatim.</a:t>
            </a:r>
          </a:p>
          <a:p xmlns:a="http://schemas.openxmlformats.org/drawingml/2006/main">
            <a:r>
              <a:t>Photo: https://commons.wikimedia.org/wiki/File:Female_Iberian_Lynx_(Lynx_pardinus),_La_Lancha,_Parque_natural_de_la_Sierra_de_And%C3%BAjar,_Andaluc%C3%ADa,_Espa%C3%B1a_-_Flickr_-_Frank.Vassen.jpg; Frank Vassen from Brussels, Belgium; CC BY 2.0; https://creativecommons.org/licenses/by/2.0. Display resizing 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Wassim / 85 seconds</a:t>
            </a:r>
          </a:p>
          <a:p xmlns:a="http://schemas.openxmlformats.org/drawingml/2006/main">
            <a:r>
              <a:t/>
            </a:r>
          </a:p>
          <a:p xmlns:a="http://schemas.openxmlformats.org/drawingml/2006/main">
            <a:r>
              <a:t>A text question enters retrieval directly. An optional image supplies CLIP matches and a BLIP description. Retrieved passages provide the evidence context for Qwen. The generator receives text and does not inspect image pixels directly. We use Qwen two point five, with three billion parameters, in quantised GGUF format for CPU execution. Its revision and file hash are fixed, with context limits to control memory. Qwen selects permitted evidence identifiers while writing its claims. The server resolves those identifiers to quotations and checks them against retrieved sources. The result can be an answer, a partial answer or an abstention. A technical generation failure remains a separate error. Citations provide an inspectable path to evidence, but do not prove every interpretation is biologically correct.</a:t>
            </a:r>
          </a:p>
          <a:p xmlns:a="http://schemas.openxmlformats.org/drawingml/2006/main">
            <a:r>
              <a:t/>
            </a:r>
          </a:p>
          <a:p xmlns:a="http://schemas.openxmlformats.org/drawingml/2006/main">
            <a:r>
              <a:t>Project evidence: docs/final_report.md, docs/evidence/final_validation.json, docs/evidence/native_models.json; zone and Task guides in docs/. The diagrams describe implemented stages and contracts.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Wassim / 75 seconds</a:t>
            </a:r>
          </a:p>
          <a:p xmlns:a="http://schemas.openxmlformats.org/drawingml/2006/main">
            <a:r>
              <a:t/>
            </a:r>
          </a:p>
          <a:p xmlns:a="http://schemas.openxmlformats.org/drawingml/2006/main">
            <a:r>
              <a:t>This is our recorded Task three example using a frog image from Trusted. The question asks for habitat and diet of the retrieved candidates, without confirming the species in the photograph. The interface presents a corpus candidate, then separate claims supported by source extracts. The enlarged text on the slide translates the actual Spanish output into English. In a separate negative test, we asked for the complete nucleotide sequence of the Iberian lynx genome. The model abstained because the retrieved evidence did not support that request. These examples show both the useful path and an explicit limit. The frog response used the real models, but it remains one example. Citations allow inspection. They do not prove every interpretation or identify the animal conclusively.</a:t>
            </a:r>
          </a:p>
          <a:p xmlns:a="http://schemas.openxmlformats.org/drawingml/2006/main">
            <a:r>
              <a:t/>
            </a:r>
          </a:p>
          <a:p xmlns:a="http://schemas.openxmlformats.org/drawingml/2006/main">
            <a:r>
              <a:t>Project evidence: docs/final_report.md, docs/evidence/final_validation.json, docs/evidence/native_models.json; zone and Task guides in docs/. The diagrams describe implemented stages and contracts.</a:t>
            </a:r>
          </a:p>
          <a:p xmlns:a="http://schemas.openxmlformats.org/drawingml/2006/main">
            <a:r>
              <a:t>English translations of recorded Spanish extracts: “zonas con escasa corriente”; “Se alimentan tanto de presas terrestres como acuáticas”. Source: reports/validation/ui_frog_rag.png. No new inference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Wassim / 70 seconds</a:t>
            </a:r>
          </a:p>
          <a:p xmlns:a="http://schemas.openxmlformats.org/drawingml/2006/main">
            <a:r>
              <a:t/>
            </a:r>
          </a:p>
          <a:p xmlns:a="http://schemas.openxmlformats.org/drawingml/2006/main">
            <a:r>
              <a:t>The system has a sequential orchestrator with sixteen steps. It runs the zones, writes a log for each step and finishes with reconciliation. A resource lock prevents concurrent pipeline runs. When a step fails, execution stops and preserves its report, so we can fix the cause and retry. We do not assume one transaction across all stores. Recovery checks the state at each boundary. We tested this with two complete runs using isolated storage and real CPU models. The first produced three synthetic assets and seven vectors. The second completed with zero new vectors across all five collections. This demonstrates integration and idempotent reuse. The synthetic noise image and audio tone do not evaluate wildlife retrieval quality.</a:t>
            </a:r>
          </a:p>
          <a:p xmlns:a="http://schemas.openxmlformats.org/drawingml/2006/main">
            <a:r>
              <a:t/>
            </a:r>
          </a:p>
          <a:p xmlns:a="http://schemas.openxmlformats.org/drawingml/2006/main">
            <a:r>
              <a:t>Project evidence: docs/final_report.md, docs/evidence/final_validation.json, docs/evidence/native_models.json; zone and Task guides in docs/. The diagrams describe implemented stages and contracts.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Wassim / 80 seconds</a:t>
            </a:r>
          </a:p>
          <a:p xmlns:a="http://schemas.openxmlformats.org/drawingml/2006/main">
            <a:r>
              <a:t/>
            </a:r>
          </a:p>
          <a:p xmlns:a="http://schemas.openxmlformats.org/drawingml/2006/main">
            <a:r>
              <a:t>A useful question is what happens when the input is unsafe or broken. Here, a file named lynx dot jpg contains a harmless Windows executable header. The Security Gate blocks it before hashing or upload. We never run an executable for this demonstration. Separate tests cover misleading extensions, corrupt images, empty files, archive expansion and resource limits. Trusted also checks what should remain: a possible watermark produces a warning while preserving the accepted image. We test failures between writes and verify that retries do not remove earlier accepted data. Our suite has three hundred and sixty-four offline tests and one isolated S3 and Chroma integration test. Combined coverage is seventy-one point eight two percent. Coverage measures executed statements, and the original six thousand and twenty-one vectors remain unchanged. This is bounded input screening, with an auditable result. It does not replace antivirus scanning or specialist review.</a:t>
            </a:r>
          </a:p>
          <a:p xmlns:a="http://schemas.openxmlformats.org/drawingml/2006/main">
            <a:r>
              <a:t/>
            </a:r>
          </a:p>
          <a:p xmlns:a="http://schemas.openxmlformats.org/drawingml/2006/main">
            <a:r>
              <a:t>Project evidence: docs/final_report.md, docs/evidence/final_validation.json, docs/evidence/native_models.json; zone and Task guides in docs/. The diagrams describe implemented stages and contracts.</a:t>
            </a:r>
          </a:p>
          <a:p xmlns:a="http://schemas.openxmlformats.org/drawingml/2006/main">
            <a:r>
              <a:t>Reproduce with python tests/demo_security_gate.py and python -m pytest tests/test_input_boundaries.py tests/test_trusted_images.py -q. This is bounded screening, not antivirus. Current test results: docs/testing_and_validation.md.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Wassim / 50 seconds</a:t>
            </a:r>
          </a:p>
          <a:p xmlns:a="http://schemas.openxmlformats.org/drawingml/2006/main">
            <a:r>
              <a:t/>
            </a:r>
          </a:p>
          <a:p xmlns:a="http://schemas.openxmlformats.org/drawingml/2006/main">
            <a:r>
              <a:t>Let us return to the person who started with a photograph. They can now explore related assets, move across modalities and ask a question linked to its sources. That experience rests on preserved originals, explicit transformations, quality policies and model contracts. This is EcoSentinel's contribution: connecting a useful query workflow with a data backbone we can explain and check. The repository includes a user guide, design decisions and selected validation evidence. The next evaluation would use labelled examples and specialist review before considering operational deployment. That is the scope of our prototype and the evidence behind it. Thank you. We are ready to discuss the system or show the workflow in the interface.</a:t>
            </a:r>
          </a:p>
          <a:p xmlns:a="http://schemas.openxmlformats.org/drawingml/2006/main">
            <a:r>
              <a:t/>
            </a:r>
          </a:p>
          <a:p xmlns:a="http://schemas.openxmlformats.org/drawingml/2006/main">
            <a:r>
              <a:t>Project evidence: docs/final_report.md, docs/evidence/final_validation.json, docs/evidence/native_models.json; zone and Task guides in docs/. The diagrams describe implemented stages and contracts.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f37b11566cc439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1f2d1dd3af941c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8478a1bc783434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4a3bd816f56425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64291663cd449d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95bc1c2b4d0417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EAF2DB4-13FF-4392-AC04-DBA5AA2585A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815F670-062F-425F-95EF-8547575FD59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6EE5676-D3F9-4506-95CB-AFA4D7C5EA6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B874D9D-63D8-4791-975B-B667C8CAD59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52A876C-3195-42FE-B78B-E618A38ACB5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AAFD8AF-4C15-4B24-8EB8-A1E30A06E86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943D8B4-5939-4CBF-8115-B0E84C3E212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1E803EC-F1FD-4DFF-B6A8-40D84B9653F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C24D8C6-EEB9-4193-9EF9-19DED4C8BDE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497194D-C563-44A2-9BDF-F39C4CF8854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30e992bf78b4338" /><Relationship Type="http://schemas.openxmlformats.org/officeDocument/2006/relationships/slideLayout" Target="/ppt/slideLayouts/slideLayout1.xml" Id="R61169b20b122448c" /><Relationship Type="http://schemas.openxmlformats.org/officeDocument/2006/relationships/slideLayout" Target="/ppt/slideLayouts/slideLayout2.xml" Id="Ra22eac5966c942f1" /><Relationship Type="http://schemas.openxmlformats.org/officeDocument/2006/relationships/slideLayout" Target="/ppt/slideLayouts/slideLayout3.xml" Id="R00c5fc491d664509" /><Relationship Type="http://schemas.openxmlformats.org/officeDocument/2006/relationships/slideLayout" Target="/ppt/slideLayouts/slideLayout4.xml" Id="R84eac4138f914735" /><Relationship Type="http://schemas.openxmlformats.org/officeDocument/2006/relationships/slideLayout" Target="/ppt/slideLayouts/slideLayout5.xml" Id="Ra354bb21adc74059" /><Relationship Type="http://schemas.openxmlformats.org/officeDocument/2006/relationships/slideLayout" Target="/ppt/slideLayouts/slideLayout6.xml" Id="Re2fb7db9f907468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1169b20b122448c"/>
    <p:sldLayoutId xmlns:r="http://schemas.openxmlformats.org/officeDocument/2006/relationships" id="2147483650" r:id="Ra22eac5966c942f1"/>
    <p:sldLayoutId xmlns:r="http://schemas.openxmlformats.org/officeDocument/2006/relationships" id="2147483651" r:id="R00c5fc491d664509"/>
    <p:sldLayoutId xmlns:r="http://schemas.openxmlformats.org/officeDocument/2006/relationships" id="2147483652" r:id="R84eac4138f914735"/>
    <p:sldLayoutId xmlns:r="http://schemas.openxmlformats.org/officeDocument/2006/relationships" id="2147483653" r:id="Ra354bb21adc74059"/>
    <p:sldLayoutId xmlns:r="http://schemas.openxmlformats.org/officeDocument/2006/relationships" id="2147483654" r:id="Re2fb7db9f907468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b3394ffb8f74e90" /><Relationship Type="http://schemas.openxmlformats.org/officeDocument/2006/relationships/image" Target="/ppt/media/image.jpeg" Id="R537742df64aa4984" /><Relationship Type="http://schemas.openxmlformats.org/officeDocument/2006/relationships/notesSlide" Target="/ppt/notesSlides/notesSlide1.xml" Id="R87cad66861d54f0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312acf5e0754583" /><Relationship Type="http://schemas.openxmlformats.org/officeDocument/2006/relationships/image" Target="/ppt/media/image2.jpeg" Id="R5240dcf8357f4d0b" /><Relationship Type="http://schemas.openxmlformats.org/officeDocument/2006/relationships/notesSlide" Target="/ppt/notesSlides/notesSlide2.xml" Id="R84a53d95b87f4a1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778fab34a574383" /><Relationship Type="http://schemas.openxmlformats.org/officeDocument/2006/relationships/notesSlide" Target="/ppt/notesSlides/notesSlide3.xml" Id="Rf0fbde703400400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1b8d0d735d941a3" /><Relationship Type="http://schemas.openxmlformats.org/officeDocument/2006/relationships/notesSlide" Target="/ppt/notesSlides/notesSlide4.xml" Id="R13a89e129bdf482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5a65ec8c6454b35" /><Relationship Type="http://schemas.openxmlformats.org/officeDocument/2006/relationships/notesSlide" Target="/ppt/notesSlides/notesSlide5.xml" Id="R03f12961eb5d4b3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130e3226a744ca0" /><Relationship Type="http://schemas.openxmlformats.org/officeDocument/2006/relationships/notesSlide" Target="/ppt/notesSlides/notesSlide6.xml" Id="R0aff0fc47cdb442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a3ccf838ef84aff" /><Relationship Type="http://schemas.openxmlformats.org/officeDocument/2006/relationships/notesSlide" Target="/ppt/notesSlides/notesSlide7.xml" Id="R3020ab6e5d48422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edaf6452b304915" /><Relationship Type="http://schemas.openxmlformats.org/officeDocument/2006/relationships/image" Target="/ppt/media/image3.jpeg" Id="R3831fe8936824c08" /><Relationship Type="http://schemas.openxmlformats.org/officeDocument/2006/relationships/notesSlide" Target="/ppt/notesSlides/notesSlide8.xml" Id="R955f203cf93446b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3922d73fdba4c3f" /><Relationship Type="http://schemas.openxmlformats.org/officeDocument/2006/relationships/chart" Target="/ppt/slides/charts/chart1.xml" Id="Rc04fd69ebb2640b7" /><Relationship Type="http://schemas.openxmlformats.org/officeDocument/2006/relationships/notesSlide" Target="/ppt/notesSlides/notesSlide9.xml" Id="Rac3f290bd0e4461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cb7d2de8bd74b27" /><Relationship Type="http://schemas.openxmlformats.org/officeDocument/2006/relationships/chart" Target="/ppt/slides/charts/chart2.xml" Id="R79a3e2265c1c4a8e" /><Relationship Type="http://schemas.openxmlformats.org/officeDocument/2006/relationships/notesSlide" Target="/ppt/notesSlides/notesSlide10.xml" Id="R8a08ea30ad8c477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a1019b7bc734eca" /><Relationship Type="http://schemas.openxmlformats.org/officeDocument/2006/relationships/notesSlide" Target="/ppt/notesSlides/notesSlide11.xml" Id="Rd01e395f577a40a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8888b226d26b4ec0" /><Relationship Type="http://schemas.openxmlformats.org/officeDocument/2006/relationships/notesSlide" Target="/ppt/notesSlides/notesSlide12.xml" Id="Rf1ed5468748f419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2096b40790b4f74" /><Relationship Type="http://schemas.openxmlformats.org/officeDocument/2006/relationships/image" Target="/ppt/media/image4.jpeg" Id="R385c093d38ba45dc" /><Relationship Type="http://schemas.openxmlformats.org/officeDocument/2006/relationships/image" Target="/ppt/media/image5.jpeg" Id="R01c8a861e9e544b8" /><Relationship Type="http://schemas.openxmlformats.org/officeDocument/2006/relationships/image" Target="/ppt/media/image6.jpeg" Id="R3039875b2e704843" /><Relationship Type="http://schemas.openxmlformats.org/officeDocument/2006/relationships/notesSlide" Target="/ppt/notesSlides/notesSlide13.xml" Id="R917cc6174ebd43f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391f62bb88094953" /><Relationship Type="http://schemas.openxmlformats.org/officeDocument/2006/relationships/image" Target="/ppt/media/image7.jpeg" Id="R2491e0192bdf46b5" /><Relationship Type="http://schemas.openxmlformats.org/officeDocument/2006/relationships/notesSlide" Target="/ppt/notesSlides/notesSlide14.xml" Id="R154153c37e01436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a1f16777b5514ed7" /><Relationship Type="http://schemas.openxmlformats.org/officeDocument/2006/relationships/notesSlide" Target="/ppt/notesSlides/notesSlide15.xml" Id="Re911d5cf2c944a2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5be80d0afb864fda" /><Relationship Type="http://schemas.openxmlformats.org/officeDocument/2006/relationships/image" Target="/ppt/media/image8.jpeg" Id="R6ffc9eed19ee4916" /><Relationship Type="http://schemas.openxmlformats.org/officeDocument/2006/relationships/notesSlide" Target="/ppt/notesSlides/notesSlide16.xml" Id="Rd9ab83e7b86f436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8d28f5a893e64434" /><Relationship Type="http://schemas.openxmlformats.org/officeDocument/2006/relationships/notesSlide" Target="/ppt/notesSlides/notesSlide17.xml" Id="R4ea0b2d925da422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3e399ca81ffb4476" /><Relationship Type="http://schemas.openxmlformats.org/officeDocument/2006/relationships/notesSlide" Target="/ppt/notesSlides/notesSlide18.xml" Id="R0955aeac338443e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0d23d3e6e3f84a06" /><Relationship Type="http://schemas.openxmlformats.org/officeDocument/2006/relationships/notesSlide" Target="/ppt/notesSlides/notesSlide19.xml" Id="R512f9d903b85428e"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Formatted</c:v>
          </c:tx>
          <c:spPr>
            <a:solidFill xmlns:a="http://schemas.openxmlformats.org/drawingml/2006/main">
              <a:srgbClr val="123B32"/>
            </a:solidFill>
          </c:spPr>
          <c:invertIfNegative val="0"/>
          <c:cat>
            <c:strRef>
              <c:f>'Chart Data'!$A$2:$A$11</c:f>
              <c:strCache>
                <c:ptCount val="10"/>
                <c:pt idx="0">
                  <c:v>Kingfisher</c:v>
                </c:pt>
                <c:pt idx="1">
                  <c:v>G. eagle</c:v>
                </c:pt>
                <c:pt idx="2">
                  <c:v>Eagle owl</c:v>
                </c:pt>
                <c:pt idx="3">
                  <c:v>Wolf</c:v>
                </c:pt>
                <c:pt idx="4">
                  <c:v>Red deer</c:v>
                </c:pt>
                <c:pt idx="5">
                  <c:v>Robin</c:v>
                </c:pt>
                <c:pt idx="6">
                  <c:v>I. lynx</c:v>
                </c:pt>
                <c:pt idx="7">
                  <c:v>Frog</c:v>
                </c:pt>
                <c:pt idx="8">
                  <c:v>Wild boar</c:v>
                </c:pt>
                <c:pt idx="9">
                  <c:v>O. lizard</c:v>
                </c:pt>
              </c:strCache>
            </c:strRef>
          </c:cat>
          <c:val>
            <c:numRef>
              <c:f>'Chart Data'!$B$2:$B$11</c:f>
              <c:numCache>
                <c:formatCode>0</c:formatCode>
                <c:ptCount val="10"/>
                <c:pt idx="0">
                  <c:v>10</c:v>
                </c:pt>
                <c:pt idx="1">
                  <c:v>10</c:v>
                </c:pt>
                <c:pt idx="2">
                  <c:v>10</c:v>
                </c:pt>
                <c:pt idx="3">
                  <c:v>10</c:v>
                </c:pt>
                <c:pt idx="4">
                  <c:v>10</c:v>
                </c:pt>
                <c:pt idx="5">
                  <c:v>10</c:v>
                </c:pt>
                <c:pt idx="6">
                  <c:v>10</c:v>
                </c:pt>
                <c:pt idx="7">
                  <c:v>10</c:v>
                </c:pt>
                <c:pt idx="8">
                  <c:v>10</c:v>
                </c:pt>
                <c:pt idx="9">
                  <c:v>10</c:v>
                </c:pt>
              </c:numCache>
            </c:numRef>
          </c:val>
        </c:ser>
        <c:ser>
          <c:idx val="1"/>
          <c:order val="1"/>
          <c:tx>
            <c:v>Trusted</c:v>
          </c:tx>
          <c:spPr>
            <a:solidFill xmlns:a="http://schemas.openxmlformats.org/drawingml/2006/main">
              <a:srgbClr val="B85D35"/>
            </a:solidFill>
          </c:spPr>
          <c:invertIfNegative val="0"/>
          <c:cat>
            <c:strRef>
              <c:f>'Chart Data'!$C$2:$C$11</c:f>
              <c:strCache>
                <c:ptCount val="10"/>
                <c:pt idx="0">
                  <c:v>Kingfisher</c:v>
                </c:pt>
                <c:pt idx="1">
                  <c:v>G. eagle</c:v>
                </c:pt>
                <c:pt idx="2">
                  <c:v>Eagle owl</c:v>
                </c:pt>
                <c:pt idx="3">
                  <c:v>Wolf</c:v>
                </c:pt>
                <c:pt idx="4">
                  <c:v>Red deer</c:v>
                </c:pt>
                <c:pt idx="5">
                  <c:v>Robin</c:v>
                </c:pt>
                <c:pt idx="6">
                  <c:v>I. lynx</c:v>
                </c:pt>
                <c:pt idx="7">
                  <c:v>Frog</c:v>
                </c:pt>
                <c:pt idx="8">
                  <c:v>Wild boar</c:v>
                </c:pt>
                <c:pt idx="9">
                  <c:v>O. lizard</c:v>
                </c:pt>
              </c:strCache>
            </c:strRef>
          </c:cat>
          <c:val>
            <c:numRef>
              <c:f>'Chart Data'!$D$2:$D$11</c:f>
              <c:numCache>
                <c:formatCode>0</c:formatCode>
                <c:ptCount val="10"/>
                <c:pt idx="0">
                  <c:v>10</c:v>
                </c:pt>
                <c:pt idx="1">
                  <c:v>10</c:v>
                </c:pt>
                <c:pt idx="2">
                  <c:v>10</c:v>
                </c:pt>
                <c:pt idx="3">
                  <c:v>10</c:v>
                </c:pt>
                <c:pt idx="4">
                  <c:v>10</c:v>
                </c:pt>
                <c:pt idx="5">
                  <c:v>10</c:v>
                </c:pt>
                <c:pt idx="6">
                  <c:v>10</c:v>
                </c:pt>
                <c:pt idx="7">
                  <c:v>10</c:v>
                </c:pt>
                <c:pt idx="8">
                  <c:v>10</c:v>
                </c:pt>
                <c:pt idx="9">
                  <c:v>10</c:v>
                </c:pt>
              </c:numCache>
            </c:numRef>
          </c:val>
        </c:ser>
        <c:dLbls>
          <c:showLegendKey val="0"/>
          <c:showVal val="0"/>
          <c:showCatName val="0"/>
          <c:showSerName val="0"/>
          <c:showPercent val="0"/>
          <c:showBubbleSize val="0"/>
          <c:showLeaderLines val="0"/>
        </c:dLbls>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A2B5A4"/>
            </a:solidFill>
          </a:ln>
        </c:spPr>
        <c:txPr>
          <a:bodyPr xmlns:a="http://schemas.openxmlformats.org/drawingml/2006/main" anchorCtr="1"/>
          <a:lstStyle xmlns:a="http://schemas.openxmlformats.org/drawingml/2006/main"/>
          <a:p xmlns:a="http://schemas.openxmlformats.org/drawingml/2006/main">
            <a:pPr>
              <a:defRPr sz="1800">
                <a:solidFill>
                  <a:srgbClr val="123B32"/>
                </a:solidFill>
              </a:defRPr>
            </a:pPr>
          </a:p>
        </c:txPr>
        <c:crossAx val="48672768"/>
      </c:catAx>
      <c:valAx>
        <c:axId val="48672768"/>
        <c:scaling>
          <c:orientation val="minMax"/>
          <c:max val="12"/>
          <c:min val="0"/>
        </c:scaling>
        <c:delete val="0"/>
        <c:axPos val="l"/>
        <c:majorGridlines>
          <c:spPr>
            <a:ln xmlns:a="http://schemas.openxmlformats.org/drawingml/2006/main" w="5715">
              <a:solidFill>
                <a:srgbClr val="A2B5A4"/>
              </a:solidFill>
            </a:ln>
          </c:spPr>
        </c:majorGridlines>
        <c:title>
          <c:tx>
            <c:rich>
              <a:bodyPr xmlns:a="http://schemas.openxmlformats.org/drawingml/2006/main"/>
              <a:lstStyle xmlns:a="http://schemas.openxmlformats.org/drawingml/2006/main"/>
              <a:p xmlns:a="http://schemas.openxmlformats.org/drawingml/2006/main">
                <a:r>
                  <a:rPr sz="1875">
                    <a:solidFill>
                      <a:srgbClr val="123B32"/>
                    </a:solidFill>
                  </a:rPr>
                  <a:t>Images</a:t>
                </a:r>
              </a:p>
            </c:rich>
          </c:tx>
          <c:overlay val="0"/>
          <c:txPr>
            <a:bodyPr xmlns:a="http://schemas.openxmlformats.org/drawingml/2006/main" anchorCtr="1"/>
            <a:lstStyle xmlns:a="http://schemas.openxmlformats.org/drawingml/2006/main"/>
            <a:p xmlns:a="http://schemas.openxmlformats.org/drawingml/2006/main">
              <a:pPr>
                <a:defRPr sz="1875">
                  <a:solidFill>
                    <a:srgbClr val="123B32"/>
                  </a:solidFil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52675C"/>
                </a:solidFill>
              </a:defRPr>
            </a:pPr>
          </a:p>
        </c:txPr>
        <c:crossAx val="48650112"/>
        <c:crossBetween val="between"/>
        <c:majorUnit val="2"/>
      </c:valAx>
      <c:spPr>
        <a:solidFill xmlns:a="http://schemas.openxmlformats.org/drawingml/2006/main">
          <a:srgbClr val="F5F1E7"/>
        </a:solidFill>
        <a:ln xmlns:a="http://schemas.openxmlformats.org/drawingml/2006/main" w="0">
          <a:noFill/>
        </a:ln>
      </c:spPr>
    </c:plotArea>
    <c:legend>
      <c:legendPos val="t"/>
      <c:overlay val="0"/>
      <c:txPr>
        <a:bodyPr xmlns:a="http://schemas.openxmlformats.org/drawingml/2006/main" anchorCtr="1"/>
        <a:lstStyle xmlns:a="http://schemas.openxmlformats.org/drawingml/2006/main"/>
        <a:p xmlns:a="http://schemas.openxmlformats.org/drawingml/2006/main">
          <a:pPr>
            <a:defRPr sz="1950">
              <a:solidFill>
                <a:srgbClr val="123B32"/>
              </a:solidFill>
            </a:defRPr>
          </a:pPr>
        </a:p>
      </c:txPr>
    </c:legend>
    <c:plotVisOnly val="1"/>
  </c:chart>
  <c:spPr>
    <a:solidFill xmlns:a="http://schemas.openxmlformats.org/drawingml/2006/main">
      <a:srgbClr val="F5F1E7"/>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Formatted</c:v>
          </c:tx>
          <c:spPr>
            <a:solidFill xmlns:a="http://schemas.openxmlformats.org/drawingml/2006/main">
              <a:srgbClr val="123B32"/>
            </a:solidFill>
          </c:spPr>
          <c:invertIfNegative val="0"/>
          <c:cat>
            <c:strRef>
              <c:f>'Chart Data'!$A$2:$A$6</c:f>
              <c:strCache>
                <c:ptCount val="5"/>
                <c:pt idx="0">
                  <c:v>0–20</c:v>
                </c:pt>
                <c:pt idx="1">
                  <c:v>20–40</c:v>
                </c:pt>
                <c:pt idx="2">
                  <c:v>40–60</c:v>
                </c:pt>
                <c:pt idx="3">
                  <c:v>60–80</c:v>
                </c:pt>
                <c:pt idx="4">
                  <c:v>80–100</c:v>
                </c:pt>
              </c:strCache>
            </c:strRef>
          </c:cat>
          <c:val>
            <c:numRef>
              <c:f>'Chart Data'!$B$2:$B$6</c:f>
              <c:numCache>
                <c:formatCode>0</c:formatCode>
                <c:ptCount val="5"/>
                <c:pt idx="0">
                  <c:v>12</c:v>
                </c:pt>
                <c:pt idx="1">
                  <c:v>4</c:v>
                </c:pt>
                <c:pt idx="2">
                  <c:v>5</c:v>
                </c:pt>
                <c:pt idx="3">
                  <c:v>4</c:v>
                </c:pt>
                <c:pt idx="4">
                  <c:v>9</c:v>
                </c:pt>
              </c:numCache>
            </c:numRef>
          </c:val>
        </c:ser>
        <c:ser>
          <c:idx val="1"/>
          <c:order val="1"/>
          <c:tx>
            <c:v>Trusted</c:v>
          </c:tx>
          <c:spPr>
            <a:solidFill xmlns:a="http://schemas.openxmlformats.org/drawingml/2006/main">
              <a:srgbClr val="B85D35"/>
            </a:solidFill>
          </c:spPr>
          <c:invertIfNegative val="0"/>
          <c:cat>
            <c:strRef>
              <c:f>'Chart Data'!$C$2:$C$6</c:f>
              <c:strCache>
                <c:ptCount val="5"/>
                <c:pt idx="0">
                  <c:v>0–20</c:v>
                </c:pt>
                <c:pt idx="1">
                  <c:v>20–40</c:v>
                </c:pt>
                <c:pt idx="2">
                  <c:v>40–60</c:v>
                </c:pt>
                <c:pt idx="3">
                  <c:v>60–80</c:v>
                </c:pt>
                <c:pt idx="4">
                  <c:v>80–100</c:v>
                </c:pt>
              </c:strCache>
            </c:strRef>
          </c:cat>
          <c:val>
            <c:numRef>
              <c:f>'Chart Data'!$D$2:$D$6</c:f>
              <c:numCache>
                <c:formatCode>0</c:formatCode>
                <c:ptCount val="5"/>
                <c:pt idx="0">
                  <c:v>12</c:v>
                </c:pt>
                <c:pt idx="1">
                  <c:v>4</c:v>
                </c:pt>
                <c:pt idx="2">
                  <c:v>5</c:v>
                </c:pt>
                <c:pt idx="3">
                  <c:v>4</c:v>
                </c:pt>
                <c:pt idx="4">
                  <c:v>9</c:v>
                </c:pt>
              </c:numCache>
            </c:numRef>
          </c:val>
        </c:ser>
        <c:dLbls>
          <c:showLegendKey val="0"/>
          <c:showVal val="0"/>
          <c:showCatName val="0"/>
          <c:showSerName val="0"/>
          <c:showPercent val="0"/>
          <c:showBubbleSize val="0"/>
          <c:showLeaderLines val="0"/>
        </c:dLbls>
        <c:gapWidth val="70"/>
        <c:axId val="48650112"/>
        <c:axId val="48672768"/>
      </c:bar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sz="1800">
                    <a:solidFill>
                      <a:srgbClr val="123B32"/>
                    </a:solidFill>
                  </a:rPr>
                  <a:t>Low-energy windows (%)</a:t>
                </a:r>
              </a:p>
            </c:rich>
          </c:tx>
          <c:overlay val="0"/>
          <c:txPr>
            <a:bodyPr xmlns:a="http://schemas.openxmlformats.org/drawingml/2006/main" anchorCtr="1"/>
            <a:lstStyle xmlns:a="http://schemas.openxmlformats.org/drawingml/2006/main"/>
            <a:p xmlns:a="http://schemas.openxmlformats.org/drawingml/2006/main">
              <a:pPr>
                <a:defRPr sz="1800">
                  <a:solidFill>
                    <a:srgbClr val="123B32"/>
                  </a:solidFil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23B32"/>
                </a:solidFill>
              </a:defRPr>
            </a:pPr>
          </a:p>
        </c:txPr>
        <c:crossAx val="48672768"/>
      </c:catAx>
      <c:valAx>
        <c:axId val="48672768"/>
        <c:scaling>
          <c:orientation val="minMax"/>
          <c:max val="14"/>
          <c:min val="0"/>
        </c:scaling>
        <c:delete val="0"/>
        <c:axPos val="l"/>
        <c:majorGridlines>
          <c:spPr>
            <a:ln xmlns:a="http://schemas.openxmlformats.org/drawingml/2006/main" w="5715">
              <a:solidFill>
                <a:srgbClr val="A2B5A4"/>
              </a:solidFill>
            </a:ln>
          </c:spPr>
        </c:majorGridlines>
        <c:title>
          <c:tx>
            <c:rich>
              <a:bodyPr xmlns:a="http://schemas.openxmlformats.org/drawingml/2006/main"/>
              <a:lstStyle xmlns:a="http://schemas.openxmlformats.org/drawingml/2006/main"/>
              <a:p xmlns:a="http://schemas.openxmlformats.org/drawingml/2006/main">
                <a:r>
                  <a:rPr sz="1800">
                    <a:solidFill>
                      <a:srgbClr val="123B32"/>
                    </a:solidFill>
                  </a:rPr>
                  <a:t>Recordings</a:t>
                </a:r>
              </a:p>
            </c:rich>
          </c:tx>
          <c:overlay val="0"/>
          <c:txPr>
            <a:bodyPr xmlns:a="http://schemas.openxmlformats.org/drawingml/2006/main" anchorCtr="1"/>
            <a:lstStyle xmlns:a="http://schemas.openxmlformats.org/drawingml/2006/main"/>
            <a:p xmlns:a="http://schemas.openxmlformats.org/drawingml/2006/main">
              <a:pPr>
                <a:defRPr sz="1800">
                  <a:solidFill>
                    <a:srgbClr val="123B32"/>
                  </a:solidFil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52675C"/>
                </a:solidFill>
              </a:defRPr>
            </a:pPr>
          </a:p>
        </c:txPr>
        <c:crossAx val="48650112"/>
        <c:crossBetween val="between"/>
        <c:majorUnit val="2"/>
      </c:valAx>
      <c:spPr>
        <a:solidFill xmlns:a="http://schemas.openxmlformats.org/drawingml/2006/main">
          <a:srgbClr val="F5F1E7"/>
        </a:solidFill>
        <a:ln xmlns:a="http://schemas.openxmlformats.org/drawingml/2006/main" w="0">
          <a:noFill/>
        </a:ln>
      </c:spPr>
    </c:plotArea>
    <c:legend>
      <c:legendPos val="t"/>
      <c:overlay val="0"/>
      <c:txPr>
        <a:bodyPr xmlns:a="http://schemas.openxmlformats.org/drawingml/2006/main" anchorCtr="1"/>
        <a:lstStyle xmlns:a="http://schemas.openxmlformats.org/drawingml/2006/main"/>
        <a:p xmlns:a="http://schemas.openxmlformats.org/drawingml/2006/main">
          <a:pPr>
            <a:defRPr sz="1875">
              <a:solidFill>
                <a:srgbClr val="123B32"/>
              </a:solidFill>
            </a:defRPr>
          </a:pPr>
        </a:p>
      </c:txPr>
    </c:legend>
    <c:plotVisOnly val="1"/>
  </c:chart>
  <c:spPr>
    <a:solidFill xmlns:a="http://schemas.openxmlformats.org/drawingml/2006/main">
      <a:srgbClr val="F5F1E7"/>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23B3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205AC79-4D09-4962-8B68-6D72E8D608F1}"/>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DCE5D2"/>
                </a:solidFill>
              </a:defRPr>
            </a:defPPr>
            <a:lvl1pPr>
              <a:defRPr sz="1425" b="0">
                <a:solidFill>
                  <a:srgbClr val="DCE5D2"/>
                </a:solidFill>
              </a:defRPr>
            </a:lvl1pPr>
            <a:lvl2pPr>
              <a:defRPr sz="1425" b="0">
                <a:solidFill>
                  <a:srgbClr val="DCE5D2"/>
                </a:solidFill>
              </a:defRPr>
            </a:lvl2pPr>
            <a:lvl3pPr>
              <a:defRPr sz="1425" b="0">
                <a:solidFill>
                  <a:srgbClr val="DCE5D2"/>
                </a:solidFill>
              </a:defRPr>
            </a:lvl3pPr>
            <a:lvl4pPr>
              <a:defRPr sz="1425" b="0">
                <a:solidFill>
                  <a:srgbClr val="DCE5D2"/>
                </a:solidFill>
              </a:defRPr>
            </a:lvl4pPr>
            <a:lvl5pPr>
              <a:defRPr sz="1425" b="0">
                <a:solidFill>
                  <a:srgbClr val="DCE5D2"/>
                </a:solidFill>
              </a:defRPr>
            </a:lvl5pPr>
            <a:lvl6pPr>
              <a:defRPr sz="1425" b="0">
                <a:solidFill>
                  <a:srgbClr val="DCE5D2"/>
                </a:solidFill>
              </a:defRPr>
            </a:lvl6pPr>
            <a:lvl7pPr>
              <a:defRPr sz="1425" b="0">
                <a:solidFill>
                  <a:srgbClr val="DCE5D2"/>
                </a:solidFill>
              </a:defRPr>
            </a:lvl7pPr>
            <a:lvl8pPr>
              <a:defRPr sz="1425" b="0">
                <a:solidFill>
                  <a:srgbClr val="DCE5D2"/>
                </a:solidFill>
              </a:defRPr>
            </a:lvl8pPr>
            <a:lvl9pPr>
              <a:defRPr sz="1425" b="0">
                <a:solidFill>
                  <a:srgbClr val="DCE5D2"/>
                </a:solidFill>
              </a:defRPr>
            </a:lvl9pPr>
          </a:lstStyle>
          <a:p xmlns:a="http://schemas.openxmlformats.org/drawingml/2006/main">
            <a:pPr>
              <a:defRPr sz="1425" b="0">
                <a:solidFill>
                  <a:srgbClr val="DCE5D2"/>
                </a:solidFill>
              </a:defRPr>
            </a:pPr>
            <a:r>
              <a:rPr sz="1425" b="0">
                <a:solidFill>
                  <a:srgbClr val="DCE5D2"/>
                </a:solidFill>
              </a:rPr>
              <a:t>01</a:t>
            </a:r>
          </a:p>
        </p:txBody>
      </p:sp>
      <p:pic>
        <p:nvPicPr>
          <p:cNvPr id="2" name="">
            <a:extLst xmlns:a="http://schemas.openxmlformats.org/drawingml/2006/main">
              <a:ext uri="{FF2B5EF4-FFF2-40B4-BE49-F238E27FC236}">
                <a16:creationId xmlns:a16="http://schemas.microsoft.com/office/drawing/2014/main" id="{4A870F30-EE0A-404E-89C8-FB28B8F530FC}"/>
              </a:ext>
            </a:extLst>
          </p:cNvPr>
          <p:cNvPicPr>
            <a:picLocks xmlns:a="http://schemas.openxmlformats.org/drawingml/2006/main" noChangeAspect="1"/>
          </p:cNvPicPr>
          <p:nvPr/>
        </p:nvPicPr>
        <p:blipFill>
          <a:blip xmlns:r="http://schemas.openxmlformats.org/officeDocument/2006/relationships" xmlns:a="http://schemas.openxmlformats.org/drawingml/2006/main" r:embed="R537742df64aa4984"/>
          <a:srcRect xmlns:a="http://schemas.openxmlformats.org/drawingml/2006/main" l="1194" t="0" r="1194" b="0"/>
          <a:stretch xmlns:a="http://schemas.openxmlformats.org/drawingml/2006/main">
            <a:fillRect l="0" t="0" r="0" b="0"/>
          </a:stretch>
        </p:blipFill>
        <p:spPr>
          <a:xfrm xmlns:a="http://schemas.openxmlformats.org/drawingml/2006/main">
            <a:off x="7677150" y="0"/>
            <a:ext cx="451485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72FF1ACC-50A2-4348-9F39-F3473387486F}"/>
              </a:ext>
            </a:extLst>
          </p:cNvPr>
          <p:cNvSpPr>
            <a:spLocks xmlns:a="http://schemas.openxmlformats.org/drawingml/2006/main" noGrp="1"/>
          </p:cNvSpPr>
          <p:nvPr/>
        </p:nvSpPr>
        <p:spPr>
          <a:xfrm xmlns:a="http://schemas.openxmlformats.org/drawingml/2006/main">
            <a:off x="571500" y="1219200"/>
            <a:ext cx="700087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900" b="1">
                <a:solidFill>
                  <a:srgbClr val="F5F1E7"/>
                </a:solidFill>
              </a:defRPr>
            </a:defPPr>
            <a:lvl1pPr>
              <a:defRPr sz="6900" b="1">
                <a:solidFill>
                  <a:srgbClr val="F5F1E7"/>
                </a:solidFill>
              </a:defRPr>
            </a:lvl1pPr>
            <a:lvl2pPr>
              <a:defRPr sz="6900" b="1">
                <a:solidFill>
                  <a:srgbClr val="F5F1E7"/>
                </a:solidFill>
              </a:defRPr>
            </a:lvl2pPr>
            <a:lvl3pPr>
              <a:defRPr sz="6900" b="1">
                <a:solidFill>
                  <a:srgbClr val="F5F1E7"/>
                </a:solidFill>
              </a:defRPr>
            </a:lvl3pPr>
            <a:lvl4pPr>
              <a:defRPr sz="6900" b="1">
                <a:solidFill>
                  <a:srgbClr val="F5F1E7"/>
                </a:solidFill>
              </a:defRPr>
            </a:lvl4pPr>
            <a:lvl5pPr>
              <a:defRPr sz="6900" b="1">
                <a:solidFill>
                  <a:srgbClr val="F5F1E7"/>
                </a:solidFill>
              </a:defRPr>
            </a:lvl5pPr>
            <a:lvl6pPr>
              <a:defRPr sz="6900" b="1">
                <a:solidFill>
                  <a:srgbClr val="F5F1E7"/>
                </a:solidFill>
              </a:defRPr>
            </a:lvl6pPr>
            <a:lvl7pPr>
              <a:defRPr sz="6900" b="1">
                <a:solidFill>
                  <a:srgbClr val="F5F1E7"/>
                </a:solidFill>
              </a:defRPr>
            </a:lvl7pPr>
            <a:lvl8pPr>
              <a:defRPr sz="6900" b="1">
                <a:solidFill>
                  <a:srgbClr val="F5F1E7"/>
                </a:solidFill>
              </a:defRPr>
            </a:lvl8pPr>
            <a:lvl9pPr>
              <a:defRPr sz="6900" b="1">
                <a:solidFill>
                  <a:srgbClr val="F5F1E7"/>
                </a:solidFill>
              </a:defRPr>
            </a:lvl9pPr>
          </a:lstStyle>
          <a:p xmlns:a="http://schemas.openxmlformats.org/drawingml/2006/main">
            <a:pPr>
              <a:defRPr sz="6900" b="1">
                <a:solidFill>
                  <a:srgbClr val="F5F1E7"/>
                </a:solidFill>
              </a:defRPr>
            </a:pPr>
            <a:r>
              <a:rPr sz="6900" b="1">
                <a:solidFill>
                  <a:srgbClr val="F5F1E7"/>
                </a:solidFill>
              </a:rPr>
              <a:t>EcoSentinel</a:t>
            </a:r>
          </a:p>
        </p:txBody>
      </p:sp>
      <p:sp>
        <p:nvSpPr>
          <p:cNvPr id="4" name="">
            <a:extLst xmlns:a="http://schemas.openxmlformats.org/drawingml/2006/main">
              <a:ext uri="{FF2B5EF4-FFF2-40B4-BE49-F238E27FC236}">
                <a16:creationId xmlns:a16="http://schemas.microsoft.com/office/drawing/2014/main" id="{F884DDEB-97F8-46C4-B242-558606F0EF97}"/>
              </a:ext>
            </a:extLst>
          </p:cNvPr>
          <p:cNvSpPr>
            <a:spLocks xmlns:a="http://schemas.openxmlformats.org/drawingml/2006/main" noGrp="1"/>
          </p:cNvSpPr>
          <p:nvPr/>
        </p:nvSpPr>
        <p:spPr>
          <a:xfrm xmlns:a="http://schemas.openxmlformats.org/drawingml/2006/main">
            <a:off x="619125" y="2876550"/>
            <a:ext cx="6667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75" b="0">
                <a:solidFill>
                  <a:srgbClr val="F5F1E7"/>
                </a:solidFill>
              </a:defRPr>
            </a:defPPr>
            <a:lvl1pPr>
              <a:defRPr sz="3975" b="0">
                <a:solidFill>
                  <a:srgbClr val="F5F1E7"/>
                </a:solidFill>
              </a:defRPr>
            </a:lvl1pPr>
            <a:lvl2pPr>
              <a:defRPr sz="3975" b="0">
                <a:solidFill>
                  <a:srgbClr val="F5F1E7"/>
                </a:solidFill>
              </a:defRPr>
            </a:lvl2pPr>
            <a:lvl3pPr>
              <a:defRPr sz="3975" b="0">
                <a:solidFill>
                  <a:srgbClr val="F5F1E7"/>
                </a:solidFill>
              </a:defRPr>
            </a:lvl3pPr>
            <a:lvl4pPr>
              <a:defRPr sz="3975" b="0">
                <a:solidFill>
                  <a:srgbClr val="F5F1E7"/>
                </a:solidFill>
              </a:defRPr>
            </a:lvl4pPr>
            <a:lvl5pPr>
              <a:defRPr sz="3975" b="0">
                <a:solidFill>
                  <a:srgbClr val="F5F1E7"/>
                </a:solidFill>
              </a:defRPr>
            </a:lvl5pPr>
            <a:lvl6pPr>
              <a:defRPr sz="3975" b="0">
                <a:solidFill>
                  <a:srgbClr val="F5F1E7"/>
                </a:solidFill>
              </a:defRPr>
            </a:lvl6pPr>
            <a:lvl7pPr>
              <a:defRPr sz="3975" b="0">
                <a:solidFill>
                  <a:srgbClr val="F5F1E7"/>
                </a:solidFill>
              </a:defRPr>
            </a:lvl7pPr>
            <a:lvl8pPr>
              <a:defRPr sz="3975" b="0">
                <a:solidFill>
                  <a:srgbClr val="F5F1E7"/>
                </a:solidFill>
              </a:defRPr>
            </a:lvl8pPr>
            <a:lvl9pPr>
              <a:defRPr sz="3975" b="0">
                <a:solidFill>
                  <a:srgbClr val="F5F1E7"/>
                </a:solidFill>
              </a:defRPr>
            </a:lvl9pPr>
          </a:lstStyle>
          <a:p xmlns:a="http://schemas.openxmlformats.org/drawingml/2006/main">
            <a:pPr>
              <a:defRPr sz="3975" b="0">
                <a:solidFill>
                  <a:srgbClr val="F5F1E7"/>
                </a:solidFill>
              </a:defRPr>
            </a:pPr>
            <a:r>
              <a:rPr sz="3975" b="0">
                <a:solidFill>
                  <a:srgbClr val="F5F1E7"/>
                </a:solidFill>
              </a:rPr>
              <a:t>Wildlife evidence,</a:t>
            </a:r>
          </a:p>
          <a:p xmlns:a="http://schemas.openxmlformats.org/drawingml/2006/main">
            <a:pPr>
              <a:defRPr sz="3975" b="0">
                <a:solidFill>
                  <a:srgbClr val="F5F1E7"/>
                </a:solidFill>
              </a:defRPr>
            </a:pPr>
            <a:r>
              <a:rPr sz="3975" b="0">
                <a:solidFill>
                  <a:srgbClr val="F5F1E7"/>
                </a:solidFill>
              </a:rPr>
              <a:t>connected</a:t>
            </a:r>
          </a:p>
        </p:txBody>
      </p:sp>
      <p:sp>
        <p:nvSpPr>
          <p:cNvPr id="5" name="">
            <a:extLst xmlns:a="http://schemas.openxmlformats.org/drawingml/2006/main">
              <a:ext uri="{FF2B5EF4-FFF2-40B4-BE49-F238E27FC236}">
                <a16:creationId xmlns:a16="http://schemas.microsoft.com/office/drawing/2014/main" id="{CA31A42C-3697-4F36-9E01-A5BB7B49E3B7}"/>
              </a:ext>
            </a:extLst>
          </p:cNvPr>
          <p:cNvSpPr>
            <a:spLocks xmlns:a="http://schemas.openxmlformats.org/drawingml/2006/main" noGrp="1"/>
          </p:cNvSpPr>
          <p:nvPr/>
        </p:nvSpPr>
        <p:spPr>
          <a:xfrm xmlns:a="http://schemas.openxmlformats.org/drawingml/2006/main">
            <a:off x="619125" y="5314950"/>
            <a:ext cx="6810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F5F1E7"/>
                </a:solidFill>
              </a:defRPr>
            </a:defPPr>
            <a:lvl1pPr>
              <a:defRPr sz="2100" b="0">
                <a:solidFill>
                  <a:srgbClr val="F5F1E7"/>
                </a:solidFill>
              </a:defRPr>
            </a:lvl1pPr>
            <a:lvl2pPr>
              <a:defRPr sz="2100" b="0">
                <a:solidFill>
                  <a:srgbClr val="F5F1E7"/>
                </a:solidFill>
              </a:defRPr>
            </a:lvl2pPr>
            <a:lvl3pPr>
              <a:defRPr sz="2100" b="0">
                <a:solidFill>
                  <a:srgbClr val="F5F1E7"/>
                </a:solidFill>
              </a:defRPr>
            </a:lvl3pPr>
            <a:lvl4pPr>
              <a:defRPr sz="2100" b="0">
                <a:solidFill>
                  <a:srgbClr val="F5F1E7"/>
                </a:solidFill>
              </a:defRPr>
            </a:lvl4pPr>
            <a:lvl5pPr>
              <a:defRPr sz="2100" b="0">
                <a:solidFill>
                  <a:srgbClr val="F5F1E7"/>
                </a:solidFill>
              </a:defRPr>
            </a:lvl5pPr>
            <a:lvl6pPr>
              <a:defRPr sz="2100" b="0">
                <a:solidFill>
                  <a:srgbClr val="F5F1E7"/>
                </a:solidFill>
              </a:defRPr>
            </a:lvl6pPr>
            <a:lvl7pPr>
              <a:defRPr sz="2100" b="0">
                <a:solidFill>
                  <a:srgbClr val="F5F1E7"/>
                </a:solidFill>
              </a:defRPr>
            </a:lvl7pPr>
            <a:lvl8pPr>
              <a:defRPr sz="2100" b="0">
                <a:solidFill>
                  <a:srgbClr val="F5F1E7"/>
                </a:solidFill>
              </a:defRPr>
            </a:lvl8pPr>
            <a:lvl9pPr>
              <a:defRPr sz="2100" b="0">
                <a:solidFill>
                  <a:srgbClr val="F5F1E7"/>
                </a:solidFill>
              </a:defRPr>
            </a:lvl9pPr>
          </a:lstStyle>
          <a:p xmlns:a="http://schemas.openxmlformats.org/drawingml/2006/main">
            <a:pPr>
              <a:defRPr sz="2100" b="0">
                <a:solidFill>
                  <a:srgbClr val="F5F1E7"/>
                </a:solidFill>
              </a:defRPr>
            </a:pPr>
            <a:r>
              <a:rPr sz="2100" b="0">
                <a:solidFill>
                  <a:srgbClr val="F5F1E7"/>
                </a:solidFill>
              </a:rPr>
              <a:t>Mario Rodrigo · Sambhav · Wassim</a:t>
            </a:r>
          </a:p>
        </p:txBody>
      </p:sp>
      <p:sp>
        <p:nvSpPr>
          <p:cNvPr id="6" name="">
            <a:extLst xmlns:a="http://schemas.openxmlformats.org/drawingml/2006/main">
              <a:ext uri="{FF2B5EF4-FFF2-40B4-BE49-F238E27FC236}">
                <a16:creationId xmlns:a16="http://schemas.microsoft.com/office/drawing/2014/main" id="{2414A76A-A067-44BA-B590-C2D40038BDE1}"/>
              </a:ext>
            </a:extLst>
          </p:cNvPr>
          <p:cNvSpPr>
            <a:spLocks xmlns:a="http://schemas.openxmlformats.org/drawingml/2006/main" noGrp="1"/>
          </p:cNvSpPr>
          <p:nvPr/>
        </p:nvSpPr>
        <p:spPr>
          <a:xfrm xmlns:a="http://schemas.openxmlformats.org/drawingml/2006/main">
            <a:off x="619125" y="590550"/>
            <a:ext cx="571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DCE5D2"/>
                </a:solidFill>
              </a:defRPr>
            </a:defPPr>
            <a:lvl1pPr>
              <a:defRPr sz="1800" b="0">
                <a:solidFill>
                  <a:srgbClr val="DCE5D2"/>
                </a:solidFill>
              </a:defRPr>
            </a:lvl1pPr>
            <a:lvl2pPr>
              <a:defRPr sz="1800" b="0">
                <a:solidFill>
                  <a:srgbClr val="DCE5D2"/>
                </a:solidFill>
              </a:defRPr>
            </a:lvl2pPr>
            <a:lvl3pPr>
              <a:defRPr sz="1800" b="0">
                <a:solidFill>
                  <a:srgbClr val="DCE5D2"/>
                </a:solidFill>
              </a:defRPr>
            </a:lvl3pPr>
            <a:lvl4pPr>
              <a:defRPr sz="1800" b="0">
                <a:solidFill>
                  <a:srgbClr val="DCE5D2"/>
                </a:solidFill>
              </a:defRPr>
            </a:lvl4pPr>
            <a:lvl5pPr>
              <a:defRPr sz="1800" b="0">
                <a:solidFill>
                  <a:srgbClr val="DCE5D2"/>
                </a:solidFill>
              </a:defRPr>
            </a:lvl5pPr>
            <a:lvl6pPr>
              <a:defRPr sz="1800" b="0">
                <a:solidFill>
                  <a:srgbClr val="DCE5D2"/>
                </a:solidFill>
              </a:defRPr>
            </a:lvl6pPr>
            <a:lvl7pPr>
              <a:defRPr sz="1800" b="0">
                <a:solidFill>
                  <a:srgbClr val="DCE5D2"/>
                </a:solidFill>
              </a:defRPr>
            </a:lvl7pPr>
            <a:lvl8pPr>
              <a:defRPr sz="1800" b="0">
                <a:solidFill>
                  <a:srgbClr val="DCE5D2"/>
                </a:solidFill>
              </a:defRPr>
            </a:lvl8pPr>
            <a:lvl9pPr>
              <a:defRPr sz="1800" b="0">
                <a:solidFill>
                  <a:srgbClr val="DCE5D2"/>
                </a:solidFill>
              </a:defRPr>
            </a:lvl9pPr>
          </a:lstStyle>
          <a:p xmlns:a="http://schemas.openxmlformats.org/drawingml/2006/main">
            <a:pPr>
              <a:defRPr sz="1800" b="0">
                <a:solidFill>
                  <a:srgbClr val="DCE5D2"/>
                </a:solidFill>
              </a:defRPr>
            </a:pPr>
            <a:r>
              <a:rPr sz="1800" b="0">
                <a:solidFill>
                  <a:srgbClr val="DCE5D2"/>
                </a:solidFill>
              </a:rPr>
              <a:t>ADSDB P1 / UPC</a:t>
            </a:r>
          </a:p>
        </p:txBody>
      </p:sp>
      <p:sp>
        <p:nvSpPr>
          <p:cNvPr id="7" name="">
            <a:extLst xmlns:a="http://schemas.openxmlformats.org/drawingml/2006/main">
              <a:ext uri="{FF2B5EF4-FFF2-40B4-BE49-F238E27FC236}">
                <a16:creationId xmlns:a16="http://schemas.microsoft.com/office/drawing/2014/main" id="{ABBC7CE2-289E-4BB4-AC5B-1FA798A3EC62}"/>
              </a:ext>
            </a:extLst>
          </p:cNvPr>
          <p:cNvSpPr>
            <a:spLocks xmlns:a="http://schemas.openxmlformats.org/drawingml/2006/main" noGrp="1"/>
          </p:cNvSpPr>
          <p:nvPr/>
        </p:nvSpPr>
        <p:spPr>
          <a:xfrm xmlns:a="http://schemas.openxmlformats.org/drawingml/2006/main">
            <a:off x="619125" y="6334125"/>
            <a:ext cx="6905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DCE5D2"/>
                </a:solidFill>
              </a:defRPr>
            </a:defPPr>
            <a:lvl1pPr>
              <a:defRPr sz="1425" b="0">
                <a:solidFill>
                  <a:srgbClr val="DCE5D2"/>
                </a:solidFill>
              </a:defRPr>
            </a:lvl1pPr>
            <a:lvl2pPr>
              <a:defRPr sz="1425" b="0">
                <a:solidFill>
                  <a:srgbClr val="DCE5D2"/>
                </a:solidFill>
              </a:defRPr>
            </a:lvl2pPr>
            <a:lvl3pPr>
              <a:defRPr sz="1425" b="0">
                <a:solidFill>
                  <a:srgbClr val="DCE5D2"/>
                </a:solidFill>
              </a:defRPr>
            </a:lvl3pPr>
            <a:lvl4pPr>
              <a:defRPr sz="1425" b="0">
                <a:solidFill>
                  <a:srgbClr val="DCE5D2"/>
                </a:solidFill>
              </a:defRPr>
            </a:lvl4pPr>
            <a:lvl5pPr>
              <a:defRPr sz="1425" b="0">
                <a:solidFill>
                  <a:srgbClr val="DCE5D2"/>
                </a:solidFill>
              </a:defRPr>
            </a:lvl5pPr>
            <a:lvl6pPr>
              <a:defRPr sz="1425" b="0">
                <a:solidFill>
                  <a:srgbClr val="DCE5D2"/>
                </a:solidFill>
              </a:defRPr>
            </a:lvl6pPr>
            <a:lvl7pPr>
              <a:defRPr sz="1425" b="0">
                <a:solidFill>
                  <a:srgbClr val="DCE5D2"/>
                </a:solidFill>
              </a:defRPr>
            </a:lvl7pPr>
            <a:lvl8pPr>
              <a:defRPr sz="1425" b="0">
                <a:solidFill>
                  <a:srgbClr val="DCE5D2"/>
                </a:solidFill>
              </a:defRPr>
            </a:lvl8pPr>
            <a:lvl9pPr>
              <a:defRPr sz="1425" b="0">
                <a:solidFill>
                  <a:srgbClr val="DCE5D2"/>
                </a:solidFill>
              </a:defRPr>
            </a:lvl9pPr>
          </a:lstStyle>
          <a:p xmlns:a="http://schemas.openxmlformats.org/drawingml/2006/main">
            <a:pPr>
              <a:defRPr sz="1425" b="0">
                <a:solidFill>
                  <a:srgbClr val="DCE5D2"/>
                </a:solidFill>
              </a:defRPr>
            </a:pPr>
            <a:r>
              <a:rPr sz="1425" b="0">
                <a:solidFill>
                  <a:srgbClr val="DCE5D2"/>
                </a:solidFill>
              </a:rPr>
              <a:t>Photo: lynxexsitu.es / CC BY 3.0 es</a:t>
            </a:r>
          </a:p>
        </p:txBody>
      </p:sp>
    </p:spTree>
    <p:extLst>
      <p:ext uri="{BB962C8B-B14F-4D97-AF65-F5344CB8AC3E}">
        <p14:creationId xmlns:p14="http://schemas.microsoft.com/office/powerpoint/2010/main" val="699180881"/>
      </p:ext>
    </p:extLst>
  </p:cSld>
</p:sld>
</file>

<file path=ppt/slides/slide2.xml><?xml version="1.0" encoding="utf-8"?>
<p:sld xmlns:p="http://schemas.openxmlformats.org/presentationml/2006/main">
  <p:cSld>
    <p:bg>
      <p:bgPr>
        <a:solidFill xmlns:a="http://schemas.openxmlformats.org/drawingml/2006/main">
          <a:srgbClr val="F5F1E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8E60DD2-83A9-4F56-A2A4-D401553A2C4F}"/>
              </a:ext>
            </a:extLst>
          </p:cNvPr>
          <p:cNvSpPr>
            <a:spLocks xmlns:a="http://schemas.openxmlformats.org/drawingml/2006/main" noGrp="1"/>
          </p:cNvSpPr>
          <p:nvPr/>
        </p:nvSpPr>
        <p:spPr>
          <a:xfrm xmlns:a="http://schemas.openxmlformats.org/drawingml/2006/main">
            <a:off x="533400" y="428625"/>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23B32"/>
                </a:solidFill>
              </a:defRPr>
            </a:defPPr>
            <a:lvl1pPr>
              <a:defRPr sz="3375" b="1">
                <a:solidFill>
                  <a:srgbClr val="123B32"/>
                </a:solidFill>
              </a:defRPr>
            </a:lvl1pPr>
            <a:lvl2pPr>
              <a:defRPr sz="3375" b="1">
                <a:solidFill>
                  <a:srgbClr val="123B32"/>
                </a:solidFill>
              </a:defRPr>
            </a:lvl2pPr>
            <a:lvl3pPr>
              <a:defRPr sz="3375" b="1">
                <a:solidFill>
                  <a:srgbClr val="123B32"/>
                </a:solidFill>
              </a:defRPr>
            </a:lvl3pPr>
            <a:lvl4pPr>
              <a:defRPr sz="3375" b="1">
                <a:solidFill>
                  <a:srgbClr val="123B32"/>
                </a:solidFill>
              </a:defRPr>
            </a:lvl4pPr>
            <a:lvl5pPr>
              <a:defRPr sz="3375" b="1">
                <a:solidFill>
                  <a:srgbClr val="123B32"/>
                </a:solidFill>
              </a:defRPr>
            </a:lvl5pPr>
            <a:lvl6pPr>
              <a:defRPr sz="3375" b="1">
                <a:solidFill>
                  <a:srgbClr val="123B32"/>
                </a:solidFill>
              </a:defRPr>
            </a:lvl6pPr>
            <a:lvl7pPr>
              <a:defRPr sz="3375" b="1">
                <a:solidFill>
                  <a:srgbClr val="123B32"/>
                </a:solidFill>
              </a:defRPr>
            </a:lvl7pPr>
            <a:lvl8pPr>
              <a:defRPr sz="3375" b="1">
                <a:solidFill>
                  <a:srgbClr val="123B32"/>
                </a:solidFill>
              </a:defRPr>
            </a:lvl8pPr>
            <a:lvl9pPr>
              <a:defRPr sz="3375" b="1">
                <a:solidFill>
                  <a:srgbClr val="123B32"/>
                </a:solidFill>
              </a:defRPr>
            </a:lvl9pPr>
          </a:lstStyle>
          <a:p xmlns:a="http://schemas.openxmlformats.org/drawingml/2006/main">
            <a:pPr>
              <a:defRPr sz="3375" b="1">
                <a:solidFill>
                  <a:srgbClr val="123B32"/>
                </a:solidFill>
              </a:defRPr>
            </a:pPr>
            <a:r>
              <a:rPr sz="3375" b="1">
                <a:solidFill>
                  <a:srgbClr val="123B32"/>
                </a:solidFill>
              </a:rPr>
              <a:t>A photograph starts the investigation</a:t>
            </a:r>
          </a:p>
        </p:txBody>
      </p:sp>
      <p:sp>
        <p:nvSpPr>
          <p:cNvPr id="2" name="">
            <a:extLst xmlns:a="http://schemas.openxmlformats.org/drawingml/2006/main">
              <a:ext uri="{FF2B5EF4-FFF2-40B4-BE49-F238E27FC236}">
                <a16:creationId xmlns:a16="http://schemas.microsoft.com/office/drawing/2014/main" id="{9F3722B3-B971-4491-9490-6636DE240B5F}"/>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2675C"/>
                </a:solidFill>
              </a:defRPr>
            </a:defPPr>
            <a:lvl1pPr>
              <a:defRPr sz="1425" b="0">
                <a:solidFill>
                  <a:srgbClr val="52675C"/>
                </a:solidFill>
              </a:defRPr>
            </a:lvl1pPr>
            <a:lvl2pPr>
              <a:defRPr sz="1425" b="0">
                <a:solidFill>
                  <a:srgbClr val="52675C"/>
                </a:solidFill>
              </a:defRPr>
            </a:lvl2pPr>
            <a:lvl3pPr>
              <a:defRPr sz="1425" b="0">
                <a:solidFill>
                  <a:srgbClr val="52675C"/>
                </a:solidFill>
              </a:defRPr>
            </a:lvl3pPr>
            <a:lvl4pPr>
              <a:defRPr sz="1425" b="0">
                <a:solidFill>
                  <a:srgbClr val="52675C"/>
                </a:solidFill>
              </a:defRPr>
            </a:lvl4pPr>
            <a:lvl5pPr>
              <a:defRPr sz="1425" b="0">
                <a:solidFill>
                  <a:srgbClr val="52675C"/>
                </a:solidFill>
              </a:defRPr>
            </a:lvl5pPr>
            <a:lvl6pPr>
              <a:defRPr sz="1425" b="0">
                <a:solidFill>
                  <a:srgbClr val="52675C"/>
                </a:solidFill>
              </a:defRPr>
            </a:lvl6pPr>
            <a:lvl7pPr>
              <a:defRPr sz="1425" b="0">
                <a:solidFill>
                  <a:srgbClr val="52675C"/>
                </a:solidFill>
              </a:defRPr>
            </a:lvl7pPr>
            <a:lvl8pPr>
              <a:defRPr sz="1425" b="0">
                <a:solidFill>
                  <a:srgbClr val="52675C"/>
                </a:solidFill>
              </a:defRPr>
            </a:lvl8pPr>
            <a:lvl9pPr>
              <a:defRPr sz="1425" b="0">
                <a:solidFill>
                  <a:srgbClr val="52675C"/>
                </a:solidFill>
              </a:defRPr>
            </a:lvl9pPr>
          </a:lstStyle>
          <a:p xmlns:a="http://schemas.openxmlformats.org/drawingml/2006/main">
            <a:pPr>
              <a:defRPr sz="1425" b="0">
                <a:solidFill>
                  <a:srgbClr val="52675C"/>
                </a:solidFill>
              </a:defRPr>
            </a:pPr>
            <a:r>
              <a:rPr sz="1425" b="0">
                <a:solidFill>
                  <a:srgbClr val="52675C"/>
                </a:solidFill>
              </a:rPr>
              <a:t>02</a:t>
            </a:r>
          </a:p>
        </p:txBody>
      </p:sp>
      <p:pic>
        <p:nvPicPr>
          <p:cNvPr id="3" name="">
            <a:extLst xmlns:a="http://schemas.openxmlformats.org/drawingml/2006/main">
              <a:ext uri="{FF2B5EF4-FFF2-40B4-BE49-F238E27FC236}">
                <a16:creationId xmlns:a16="http://schemas.microsoft.com/office/drawing/2014/main" id="{EB3D7F88-9E00-4928-A87B-338A88DD186D}"/>
              </a:ext>
            </a:extLst>
          </p:cNvPr>
          <p:cNvPicPr>
            <a:picLocks xmlns:a="http://schemas.openxmlformats.org/drawingml/2006/main" noChangeAspect="1"/>
          </p:cNvPicPr>
          <p:nvPr/>
        </p:nvPicPr>
        <p:blipFill>
          <a:blip xmlns:r="http://schemas.openxmlformats.org/officeDocument/2006/relationships" xmlns:a="http://schemas.openxmlformats.org/drawingml/2006/main" r:embed="R5240dcf8357f4d0b"/>
          <a:stretch xmlns:a="http://schemas.openxmlformats.org/drawingml/2006/main"/>
        </p:blipFill>
        <p:spPr>
          <a:xfrm xmlns:a="http://schemas.openxmlformats.org/drawingml/2006/main">
            <a:off x="6148388" y="1762125"/>
            <a:ext cx="5514975" cy="36766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7CC3AA5B-54F0-4E77-989E-4B3299F90996}"/>
              </a:ext>
            </a:extLst>
          </p:cNvPr>
          <p:cNvSpPr>
            <a:spLocks xmlns:a="http://schemas.openxmlformats.org/drawingml/2006/main" noGrp="1"/>
          </p:cNvSpPr>
          <p:nvPr/>
        </p:nvSpPr>
        <p:spPr>
          <a:xfrm xmlns:a="http://schemas.openxmlformats.org/drawingml/2006/main">
            <a:off x="609600" y="2085975"/>
            <a:ext cx="552450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123B32"/>
                </a:solidFill>
              </a:defRPr>
            </a:defPPr>
            <a:lvl1pPr>
              <a:defRPr sz="3600" b="1">
                <a:solidFill>
                  <a:srgbClr val="123B32"/>
                </a:solidFill>
              </a:defRPr>
            </a:lvl1pPr>
            <a:lvl2pPr>
              <a:defRPr sz="3600" b="1">
                <a:solidFill>
                  <a:srgbClr val="123B32"/>
                </a:solidFill>
              </a:defRPr>
            </a:lvl2pPr>
            <a:lvl3pPr>
              <a:defRPr sz="3600" b="1">
                <a:solidFill>
                  <a:srgbClr val="123B32"/>
                </a:solidFill>
              </a:defRPr>
            </a:lvl3pPr>
            <a:lvl4pPr>
              <a:defRPr sz="3600" b="1">
                <a:solidFill>
                  <a:srgbClr val="123B32"/>
                </a:solidFill>
              </a:defRPr>
            </a:lvl4pPr>
            <a:lvl5pPr>
              <a:defRPr sz="3600" b="1">
                <a:solidFill>
                  <a:srgbClr val="123B32"/>
                </a:solidFill>
              </a:defRPr>
            </a:lvl5pPr>
            <a:lvl6pPr>
              <a:defRPr sz="3600" b="1">
                <a:solidFill>
                  <a:srgbClr val="123B32"/>
                </a:solidFill>
              </a:defRPr>
            </a:lvl6pPr>
            <a:lvl7pPr>
              <a:defRPr sz="3600" b="1">
                <a:solidFill>
                  <a:srgbClr val="123B32"/>
                </a:solidFill>
              </a:defRPr>
            </a:lvl7pPr>
            <a:lvl8pPr>
              <a:defRPr sz="3600" b="1">
                <a:solidFill>
                  <a:srgbClr val="123B32"/>
                </a:solidFill>
              </a:defRPr>
            </a:lvl8pPr>
            <a:lvl9pPr>
              <a:defRPr sz="3600" b="1">
                <a:solidFill>
                  <a:srgbClr val="123B32"/>
                </a:solidFill>
              </a:defRPr>
            </a:lvl9pPr>
          </a:lstStyle>
          <a:p xmlns:a="http://schemas.openxmlformats.org/drawingml/2006/main">
            <a:pPr>
              <a:defRPr sz="3600" b="1">
                <a:solidFill>
                  <a:srgbClr val="123B32"/>
                </a:solidFill>
              </a:defRPr>
            </a:pPr>
            <a:r>
              <a:rPr sz="3600" b="1">
                <a:solidFill>
                  <a:srgbClr val="123B32"/>
                </a:solidFill>
              </a:rPr>
              <a:t>“What can help me</a:t>
            </a:r>
          </a:p>
          <a:p xmlns:a="http://schemas.openxmlformats.org/drawingml/2006/main">
            <a:pPr>
              <a:defRPr sz="3600" b="1">
                <a:solidFill>
                  <a:srgbClr val="123B32"/>
                </a:solidFill>
              </a:defRPr>
            </a:pPr>
            <a:r>
              <a:rPr sz="3600" b="1">
                <a:solidFill>
                  <a:srgbClr val="123B32"/>
                </a:solidFill>
              </a:rPr>
              <a:t>understand this</a:t>
            </a:r>
          </a:p>
          <a:p xmlns:a="http://schemas.openxmlformats.org/drawingml/2006/main">
            <a:pPr>
              <a:defRPr sz="3600" b="1">
                <a:solidFill>
                  <a:srgbClr val="123B32"/>
                </a:solidFill>
              </a:defRPr>
            </a:pPr>
            <a:r>
              <a:rPr sz="3600" b="1">
                <a:solidFill>
                  <a:srgbClr val="123B32"/>
                </a:solidFill>
              </a:rPr>
              <a:t>photograph?”</a:t>
            </a:r>
          </a:p>
        </p:txBody>
      </p:sp>
      <p:sp>
        <p:nvSpPr>
          <p:cNvPr id="5" name="">
            <a:extLst xmlns:a="http://schemas.openxmlformats.org/drawingml/2006/main">
              <a:ext uri="{FF2B5EF4-FFF2-40B4-BE49-F238E27FC236}">
                <a16:creationId xmlns:a16="http://schemas.microsoft.com/office/drawing/2014/main" id="{CADC3025-FADC-40E9-A597-140A976857F6}"/>
              </a:ext>
            </a:extLst>
          </p:cNvPr>
          <p:cNvSpPr>
            <a:spLocks xmlns:a="http://schemas.openxmlformats.org/drawingml/2006/main" noGrp="1"/>
          </p:cNvSpPr>
          <p:nvPr/>
        </p:nvSpPr>
        <p:spPr>
          <a:xfrm xmlns:a="http://schemas.openxmlformats.org/drawingml/2006/main">
            <a:off x="619125" y="4705350"/>
            <a:ext cx="51435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B85D35"/>
                </a:solidFill>
              </a:defRPr>
            </a:defPPr>
            <a:lvl1pPr>
              <a:defRPr sz="2250" b="0">
                <a:solidFill>
                  <a:srgbClr val="B85D35"/>
                </a:solidFill>
              </a:defRPr>
            </a:lvl1pPr>
            <a:lvl2pPr>
              <a:defRPr sz="2250" b="0">
                <a:solidFill>
                  <a:srgbClr val="B85D35"/>
                </a:solidFill>
              </a:defRPr>
            </a:lvl2pPr>
            <a:lvl3pPr>
              <a:defRPr sz="2250" b="0">
                <a:solidFill>
                  <a:srgbClr val="B85D35"/>
                </a:solidFill>
              </a:defRPr>
            </a:lvl3pPr>
            <a:lvl4pPr>
              <a:defRPr sz="2250" b="0">
                <a:solidFill>
                  <a:srgbClr val="B85D35"/>
                </a:solidFill>
              </a:defRPr>
            </a:lvl4pPr>
            <a:lvl5pPr>
              <a:defRPr sz="2250" b="0">
                <a:solidFill>
                  <a:srgbClr val="B85D35"/>
                </a:solidFill>
              </a:defRPr>
            </a:lvl5pPr>
            <a:lvl6pPr>
              <a:defRPr sz="2250" b="0">
                <a:solidFill>
                  <a:srgbClr val="B85D35"/>
                </a:solidFill>
              </a:defRPr>
            </a:lvl6pPr>
            <a:lvl7pPr>
              <a:defRPr sz="2250" b="0">
                <a:solidFill>
                  <a:srgbClr val="B85D35"/>
                </a:solidFill>
              </a:defRPr>
            </a:lvl7pPr>
            <a:lvl8pPr>
              <a:defRPr sz="2250" b="0">
                <a:solidFill>
                  <a:srgbClr val="B85D35"/>
                </a:solidFill>
              </a:defRPr>
            </a:lvl8pPr>
            <a:lvl9pPr>
              <a:defRPr sz="2250" b="0">
                <a:solidFill>
                  <a:srgbClr val="B85D35"/>
                </a:solidFill>
              </a:defRPr>
            </a:lvl9pPr>
          </a:lstStyle>
          <a:p xmlns:a="http://schemas.openxmlformats.org/drawingml/2006/main">
            <a:pPr>
              <a:defRPr sz="2250" b="0">
                <a:solidFill>
                  <a:srgbClr val="B85D35"/>
                </a:solidFill>
              </a:defRPr>
            </a:pPr>
            <a:r>
              <a:rPr sz="2250" b="0">
                <a:solidFill>
                  <a:srgbClr val="B85D35"/>
                </a:solidFill>
              </a:rPr>
              <a:t>Related images</a:t>
            </a:r>
          </a:p>
          <a:p xmlns:a="http://schemas.openxmlformats.org/drawingml/2006/main">
            <a:pPr>
              <a:defRPr sz="2250" b="0">
                <a:solidFill>
                  <a:srgbClr val="B85D35"/>
                </a:solidFill>
              </a:defRPr>
            </a:pPr>
            <a:r>
              <a:rPr sz="2250" b="0">
                <a:solidFill>
                  <a:srgbClr val="B85D35"/>
                </a:solidFill>
              </a:rPr>
              <a:t>Recordings</a:t>
            </a:r>
          </a:p>
          <a:p xmlns:a="http://schemas.openxmlformats.org/drawingml/2006/main">
            <a:pPr>
              <a:defRPr sz="2250" b="0">
                <a:solidFill>
                  <a:srgbClr val="B85D35"/>
                </a:solidFill>
              </a:defRPr>
            </a:pPr>
            <a:r>
              <a:rPr sz="2250" b="0">
                <a:solidFill>
                  <a:srgbClr val="B85D35"/>
                </a:solidFill>
              </a:rPr>
              <a:t>Source descriptions</a:t>
            </a:r>
          </a:p>
        </p:txBody>
      </p:sp>
      <p:sp>
        <p:nvSpPr>
          <p:cNvPr id="6" name="">
            <a:extLst xmlns:a="http://schemas.openxmlformats.org/drawingml/2006/main">
              <a:ext uri="{FF2B5EF4-FFF2-40B4-BE49-F238E27FC236}">
                <a16:creationId xmlns:a16="http://schemas.microsoft.com/office/drawing/2014/main" id="{36819390-550D-4A5C-8F61-91336C87304E}"/>
              </a:ext>
            </a:extLst>
          </p:cNvPr>
          <p:cNvSpPr>
            <a:spLocks xmlns:a="http://schemas.openxmlformats.org/drawingml/2006/main" noGrp="1"/>
          </p:cNvSpPr>
          <p:nvPr/>
        </p:nvSpPr>
        <p:spPr>
          <a:xfrm xmlns:a="http://schemas.openxmlformats.org/drawingml/2006/main">
            <a:off x="6200775" y="5629275"/>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52675C"/>
                </a:solidFill>
              </a:defRPr>
            </a:defPPr>
            <a:lvl1pPr>
              <a:defRPr sz="1950" b="0">
                <a:solidFill>
                  <a:srgbClr val="52675C"/>
                </a:solidFill>
              </a:defRPr>
            </a:lvl1pPr>
            <a:lvl2pPr>
              <a:defRPr sz="1950" b="0">
                <a:solidFill>
                  <a:srgbClr val="52675C"/>
                </a:solidFill>
              </a:defRPr>
            </a:lvl2pPr>
            <a:lvl3pPr>
              <a:defRPr sz="1950" b="0">
                <a:solidFill>
                  <a:srgbClr val="52675C"/>
                </a:solidFill>
              </a:defRPr>
            </a:lvl3pPr>
            <a:lvl4pPr>
              <a:defRPr sz="1950" b="0">
                <a:solidFill>
                  <a:srgbClr val="52675C"/>
                </a:solidFill>
              </a:defRPr>
            </a:lvl4pPr>
            <a:lvl5pPr>
              <a:defRPr sz="1950" b="0">
                <a:solidFill>
                  <a:srgbClr val="52675C"/>
                </a:solidFill>
              </a:defRPr>
            </a:lvl5pPr>
            <a:lvl6pPr>
              <a:defRPr sz="1950" b="0">
                <a:solidFill>
                  <a:srgbClr val="52675C"/>
                </a:solidFill>
              </a:defRPr>
            </a:lvl6pPr>
            <a:lvl7pPr>
              <a:defRPr sz="1950" b="0">
                <a:solidFill>
                  <a:srgbClr val="52675C"/>
                </a:solidFill>
              </a:defRPr>
            </a:lvl7pPr>
            <a:lvl8pPr>
              <a:defRPr sz="1950" b="0">
                <a:solidFill>
                  <a:srgbClr val="52675C"/>
                </a:solidFill>
              </a:defRPr>
            </a:lvl8pPr>
            <a:lvl9pPr>
              <a:defRPr sz="1950" b="0">
                <a:solidFill>
                  <a:srgbClr val="52675C"/>
                </a:solidFill>
              </a:defRPr>
            </a:lvl9pPr>
          </a:lstStyle>
          <a:p xmlns:a="http://schemas.openxmlformats.org/drawingml/2006/main">
            <a:pPr>
              <a:defRPr sz="1950" b="0">
                <a:solidFill>
                  <a:srgbClr val="52675C"/>
                </a:solidFill>
              </a:defRPr>
            </a:pPr>
            <a:r>
              <a:rPr sz="1950" b="0">
                <a:solidFill>
                  <a:srgbClr val="52675C"/>
                </a:solidFill>
              </a:rPr>
              <a:t>Education and biodiversity exploration</a:t>
            </a:r>
          </a:p>
        </p:txBody>
      </p:sp>
      <p:sp>
        <p:nvSpPr>
          <p:cNvPr id="7" name="">
            <a:extLst xmlns:a="http://schemas.openxmlformats.org/drawingml/2006/main">
              <a:ext uri="{FF2B5EF4-FFF2-40B4-BE49-F238E27FC236}">
                <a16:creationId xmlns:a16="http://schemas.microsoft.com/office/drawing/2014/main" id="{AE5119B0-8368-4A19-B56C-6A00739E096B}"/>
              </a:ext>
            </a:extLst>
          </p:cNvPr>
          <p:cNvSpPr>
            <a:spLocks xmlns:a="http://schemas.openxmlformats.org/drawingml/2006/main" noGrp="1"/>
          </p:cNvSpPr>
          <p:nvPr/>
        </p:nvSpPr>
        <p:spPr>
          <a:xfrm xmlns:a="http://schemas.openxmlformats.org/drawingml/2006/main">
            <a:off x="6200775" y="6134100"/>
            <a:ext cx="542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2675C"/>
                </a:solidFill>
              </a:defRPr>
            </a:defPPr>
            <a:lvl1pPr>
              <a:defRPr sz="1425" b="0">
                <a:solidFill>
                  <a:srgbClr val="52675C"/>
                </a:solidFill>
              </a:defRPr>
            </a:lvl1pPr>
            <a:lvl2pPr>
              <a:defRPr sz="1425" b="0">
                <a:solidFill>
                  <a:srgbClr val="52675C"/>
                </a:solidFill>
              </a:defRPr>
            </a:lvl2pPr>
            <a:lvl3pPr>
              <a:defRPr sz="1425" b="0">
                <a:solidFill>
                  <a:srgbClr val="52675C"/>
                </a:solidFill>
              </a:defRPr>
            </a:lvl3pPr>
            <a:lvl4pPr>
              <a:defRPr sz="1425" b="0">
                <a:solidFill>
                  <a:srgbClr val="52675C"/>
                </a:solidFill>
              </a:defRPr>
            </a:lvl4pPr>
            <a:lvl5pPr>
              <a:defRPr sz="1425" b="0">
                <a:solidFill>
                  <a:srgbClr val="52675C"/>
                </a:solidFill>
              </a:defRPr>
            </a:lvl5pPr>
            <a:lvl6pPr>
              <a:defRPr sz="1425" b="0">
                <a:solidFill>
                  <a:srgbClr val="52675C"/>
                </a:solidFill>
              </a:defRPr>
            </a:lvl6pPr>
            <a:lvl7pPr>
              <a:defRPr sz="1425" b="0">
                <a:solidFill>
                  <a:srgbClr val="52675C"/>
                </a:solidFill>
              </a:defRPr>
            </a:lvl7pPr>
            <a:lvl8pPr>
              <a:defRPr sz="1425" b="0">
                <a:solidFill>
                  <a:srgbClr val="52675C"/>
                </a:solidFill>
              </a:defRPr>
            </a:lvl8pPr>
            <a:lvl9pPr>
              <a:defRPr sz="1425" b="0">
                <a:solidFill>
                  <a:srgbClr val="52675C"/>
                </a:solidFill>
              </a:defRPr>
            </a:lvl9pPr>
          </a:lstStyle>
          <a:p xmlns:a="http://schemas.openxmlformats.org/drawingml/2006/main">
            <a:pPr>
              <a:defRPr sz="1425" b="0">
                <a:solidFill>
                  <a:srgbClr val="52675C"/>
                </a:solidFill>
              </a:defRPr>
            </a:pPr>
            <a:r>
              <a:rPr sz="1425" b="0">
                <a:solidFill>
                  <a:srgbClr val="52675C"/>
                </a:solidFill>
              </a:rPr>
              <a:t>Photo: Alexkom000 / CC BY 4.0</a:t>
            </a:r>
          </a:p>
        </p:txBody>
      </p:sp>
    </p:spTree>
    <p:extLst>
      <p:ext uri="{BB962C8B-B14F-4D97-AF65-F5344CB8AC3E}">
        <p14:creationId xmlns:p14="http://schemas.microsoft.com/office/powerpoint/2010/main" val="1971151551"/>
      </p:ext>
    </p:extLst>
  </p:cSld>
</p:sld>
</file>

<file path=ppt/slides/slide3.xml><?xml version="1.0" encoding="utf-8"?>
<p:sld xmlns:p="http://schemas.openxmlformats.org/presentationml/2006/main">
  <p:cSld>
    <p:bg>
      <p:bgPr>
        <a:solidFill xmlns:a="http://schemas.openxmlformats.org/drawingml/2006/main">
          <a:srgbClr val="F5F1E7"/>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2370E3C-10A2-418B-84DF-328141E59EE2}"/>
              </a:ext>
            </a:extLst>
          </p:cNvPr>
          <p:cNvSpPr>
            <a:spLocks xmlns:a="http://schemas.openxmlformats.org/drawingml/2006/main" noGrp="1"/>
          </p:cNvSpPr>
          <p:nvPr/>
        </p:nvSpPr>
        <p:spPr>
          <a:xfrm xmlns:a="http://schemas.openxmlformats.org/drawingml/2006/main">
            <a:off x="533400" y="428625"/>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23B32"/>
                </a:solidFill>
              </a:defRPr>
            </a:defPPr>
            <a:lvl1pPr>
              <a:defRPr sz="3375" b="1">
                <a:solidFill>
                  <a:srgbClr val="123B32"/>
                </a:solidFill>
              </a:defRPr>
            </a:lvl1pPr>
            <a:lvl2pPr>
              <a:defRPr sz="3375" b="1">
                <a:solidFill>
                  <a:srgbClr val="123B32"/>
                </a:solidFill>
              </a:defRPr>
            </a:lvl2pPr>
            <a:lvl3pPr>
              <a:defRPr sz="3375" b="1">
                <a:solidFill>
                  <a:srgbClr val="123B32"/>
                </a:solidFill>
              </a:defRPr>
            </a:lvl3pPr>
            <a:lvl4pPr>
              <a:defRPr sz="3375" b="1">
                <a:solidFill>
                  <a:srgbClr val="123B32"/>
                </a:solidFill>
              </a:defRPr>
            </a:lvl4pPr>
            <a:lvl5pPr>
              <a:defRPr sz="3375" b="1">
                <a:solidFill>
                  <a:srgbClr val="123B32"/>
                </a:solidFill>
              </a:defRPr>
            </a:lvl5pPr>
            <a:lvl6pPr>
              <a:defRPr sz="3375" b="1">
                <a:solidFill>
                  <a:srgbClr val="123B32"/>
                </a:solidFill>
              </a:defRPr>
            </a:lvl6pPr>
            <a:lvl7pPr>
              <a:defRPr sz="3375" b="1">
                <a:solidFill>
                  <a:srgbClr val="123B32"/>
                </a:solidFill>
              </a:defRPr>
            </a:lvl7pPr>
            <a:lvl8pPr>
              <a:defRPr sz="3375" b="1">
                <a:solidFill>
                  <a:srgbClr val="123B32"/>
                </a:solidFill>
              </a:defRPr>
            </a:lvl8pPr>
            <a:lvl9pPr>
              <a:defRPr sz="3375" b="1">
                <a:solidFill>
                  <a:srgbClr val="123B32"/>
                </a:solidFill>
              </a:defRPr>
            </a:lvl9pPr>
          </a:lstStyle>
          <a:p xmlns:a="http://schemas.openxmlformats.org/drawingml/2006/main">
            <a:pPr>
              <a:defRPr sz="3375" b="1">
                <a:solidFill>
                  <a:srgbClr val="123B32"/>
                </a:solidFill>
              </a:defRPr>
            </a:pPr>
            <a:r>
              <a:rPr sz="3375" b="1">
                <a:solidFill>
                  <a:srgbClr val="123B32"/>
                </a:solidFill>
              </a:rPr>
              <a:t>Three modalities, one reference corpus</a:t>
            </a:r>
          </a:p>
        </p:txBody>
      </p:sp>
      <p:sp>
        <p:nvSpPr>
          <p:cNvPr id="2" name="">
            <a:extLst xmlns:a="http://schemas.openxmlformats.org/drawingml/2006/main">
              <a:ext uri="{FF2B5EF4-FFF2-40B4-BE49-F238E27FC236}">
                <a16:creationId xmlns:a16="http://schemas.microsoft.com/office/drawing/2014/main" id="{529991F8-4030-4EF4-9CDD-B81934EF11EE}"/>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2675C"/>
                </a:solidFill>
              </a:defRPr>
            </a:defPPr>
            <a:lvl1pPr>
              <a:defRPr sz="1425" b="0">
                <a:solidFill>
                  <a:srgbClr val="52675C"/>
                </a:solidFill>
              </a:defRPr>
            </a:lvl1pPr>
            <a:lvl2pPr>
              <a:defRPr sz="1425" b="0">
                <a:solidFill>
                  <a:srgbClr val="52675C"/>
                </a:solidFill>
              </a:defRPr>
            </a:lvl2pPr>
            <a:lvl3pPr>
              <a:defRPr sz="1425" b="0">
                <a:solidFill>
                  <a:srgbClr val="52675C"/>
                </a:solidFill>
              </a:defRPr>
            </a:lvl3pPr>
            <a:lvl4pPr>
              <a:defRPr sz="1425" b="0">
                <a:solidFill>
                  <a:srgbClr val="52675C"/>
                </a:solidFill>
              </a:defRPr>
            </a:lvl4pPr>
            <a:lvl5pPr>
              <a:defRPr sz="1425" b="0">
                <a:solidFill>
                  <a:srgbClr val="52675C"/>
                </a:solidFill>
              </a:defRPr>
            </a:lvl5pPr>
            <a:lvl6pPr>
              <a:defRPr sz="1425" b="0">
                <a:solidFill>
                  <a:srgbClr val="52675C"/>
                </a:solidFill>
              </a:defRPr>
            </a:lvl6pPr>
            <a:lvl7pPr>
              <a:defRPr sz="1425" b="0">
                <a:solidFill>
                  <a:srgbClr val="52675C"/>
                </a:solidFill>
              </a:defRPr>
            </a:lvl7pPr>
            <a:lvl8pPr>
              <a:defRPr sz="1425" b="0">
                <a:solidFill>
                  <a:srgbClr val="52675C"/>
                </a:solidFill>
              </a:defRPr>
            </a:lvl8pPr>
            <a:lvl9pPr>
              <a:defRPr sz="1425" b="0">
                <a:solidFill>
                  <a:srgbClr val="52675C"/>
                </a:solidFill>
              </a:defRPr>
            </a:lvl9pPr>
          </a:lstStyle>
          <a:p xmlns:a="http://schemas.openxmlformats.org/drawingml/2006/main">
            <a:pPr>
              <a:defRPr sz="1425" b="0">
                <a:solidFill>
                  <a:srgbClr val="52675C"/>
                </a:solidFill>
              </a:defRPr>
            </a:pPr>
            <a:r>
              <a:rPr sz="1425" b="0">
                <a:solidFill>
                  <a:srgbClr val="52675C"/>
                </a:solidFill>
              </a:rPr>
              <a:t>03</a:t>
            </a:r>
          </a:p>
        </p:txBody>
      </p:sp>
      <p:sp>
        <p:nvSpPr>
          <p:cNvPr id="3" name="">
            <a:extLst xmlns:a="http://schemas.openxmlformats.org/drawingml/2006/main">
              <a:ext uri="{FF2B5EF4-FFF2-40B4-BE49-F238E27FC236}">
                <a16:creationId xmlns:a16="http://schemas.microsoft.com/office/drawing/2014/main" id="{3E40EF34-7C3D-4ABC-9124-3D3EBE6BD1AE}"/>
              </a:ext>
            </a:extLst>
          </p:cNvPr>
          <p:cNvSpPr>
            <a:spLocks xmlns:a="http://schemas.openxmlformats.org/drawingml/2006/main" noGrp="1"/>
          </p:cNvSpPr>
          <p:nvPr/>
        </p:nvSpPr>
        <p:spPr>
          <a:xfrm xmlns:a="http://schemas.openxmlformats.org/drawingml/2006/main">
            <a:off x="552450" y="1685925"/>
            <a:ext cx="4667250" cy="1600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950" b="1">
                <a:solidFill>
                  <a:srgbClr val="123B32"/>
                </a:solidFill>
              </a:defRPr>
            </a:defPPr>
            <a:lvl1pPr>
              <a:defRPr sz="10950" b="1">
                <a:solidFill>
                  <a:srgbClr val="123B32"/>
                </a:solidFill>
              </a:defRPr>
            </a:lvl1pPr>
            <a:lvl2pPr>
              <a:defRPr sz="10950" b="1">
                <a:solidFill>
                  <a:srgbClr val="123B32"/>
                </a:solidFill>
              </a:defRPr>
            </a:lvl2pPr>
            <a:lvl3pPr>
              <a:defRPr sz="10950" b="1">
                <a:solidFill>
                  <a:srgbClr val="123B32"/>
                </a:solidFill>
              </a:defRPr>
            </a:lvl3pPr>
            <a:lvl4pPr>
              <a:defRPr sz="10950" b="1">
                <a:solidFill>
                  <a:srgbClr val="123B32"/>
                </a:solidFill>
              </a:defRPr>
            </a:lvl4pPr>
            <a:lvl5pPr>
              <a:defRPr sz="10950" b="1">
                <a:solidFill>
                  <a:srgbClr val="123B32"/>
                </a:solidFill>
              </a:defRPr>
            </a:lvl5pPr>
            <a:lvl6pPr>
              <a:defRPr sz="10950" b="1">
                <a:solidFill>
                  <a:srgbClr val="123B32"/>
                </a:solidFill>
              </a:defRPr>
            </a:lvl6pPr>
            <a:lvl7pPr>
              <a:defRPr sz="10950" b="1">
                <a:solidFill>
                  <a:srgbClr val="123B32"/>
                </a:solidFill>
              </a:defRPr>
            </a:lvl7pPr>
            <a:lvl8pPr>
              <a:defRPr sz="10950" b="1">
                <a:solidFill>
                  <a:srgbClr val="123B32"/>
                </a:solidFill>
              </a:defRPr>
            </a:lvl8pPr>
            <a:lvl9pPr>
              <a:defRPr sz="10950" b="1">
                <a:solidFill>
                  <a:srgbClr val="123B32"/>
                </a:solidFill>
              </a:defRPr>
            </a:lvl9pPr>
          </a:lstStyle>
          <a:p xmlns:a="http://schemas.openxmlformats.org/drawingml/2006/main">
            <a:pPr>
              <a:defRPr sz="10950" b="1">
                <a:solidFill>
                  <a:srgbClr val="123B32"/>
                </a:solidFill>
              </a:defRPr>
            </a:pPr>
            <a:r>
              <a:rPr sz="10950" b="1">
                <a:solidFill>
                  <a:srgbClr val="123B32"/>
                </a:solidFill>
              </a:rPr>
              <a:t>198</a:t>
            </a:r>
          </a:p>
        </p:txBody>
      </p:sp>
      <p:sp>
        <p:nvSpPr>
          <p:cNvPr id="4" name="">
            <a:extLst xmlns:a="http://schemas.openxmlformats.org/drawingml/2006/main">
              <a:ext uri="{FF2B5EF4-FFF2-40B4-BE49-F238E27FC236}">
                <a16:creationId xmlns:a16="http://schemas.microsoft.com/office/drawing/2014/main" id="{C9891EE8-2163-493C-A9A6-200487B33EF9}"/>
              </a:ext>
            </a:extLst>
          </p:cNvPr>
          <p:cNvSpPr>
            <a:spLocks xmlns:a="http://schemas.openxmlformats.org/drawingml/2006/main" noGrp="1"/>
          </p:cNvSpPr>
          <p:nvPr/>
        </p:nvSpPr>
        <p:spPr>
          <a:xfrm xmlns:a="http://schemas.openxmlformats.org/drawingml/2006/main">
            <a:off x="647700" y="3429000"/>
            <a:ext cx="4572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123B32"/>
                </a:solidFill>
              </a:defRPr>
            </a:defPPr>
            <a:lvl1pPr>
              <a:defRPr sz="2550" b="0">
                <a:solidFill>
                  <a:srgbClr val="123B32"/>
                </a:solidFill>
              </a:defRPr>
            </a:lvl1pPr>
            <a:lvl2pPr>
              <a:defRPr sz="2550" b="0">
                <a:solidFill>
                  <a:srgbClr val="123B32"/>
                </a:solidFill>
              </a:defRPr>
            </a:lvl2pPr>
            <a:lvl3pPr>
              <a:defRPr sz="2550" b="0">
                <a:solidFill>
                  <a:srgbClr val="123B32"/>
                </a:solidFill>
              </a:defRPr>
            </a:lvl3pPr>
            <a:lvl4pPr>
              <a:defRPr sz="2550" b="0">
                <a:solidFill>
                  <a:srgbClr val="123B32"/>
                </a:solidFill>
              </a:defRPr>
            </a:lvl4pPr>
            <a:lvl5pPr>
              <a:defRPr sz="2550" b="0">
                <a:solidFill>
                  <a:srgbClr val="123B32"/>
                </a:solidFill>
              </a:defRPr>
            </a:lvl5pPr>
            <a:lvl6pPr>
              <a:defRPr sz="2550" b="0">
                <a:solidFill>
                  <a:srgbClr val="123B32"/>
                </a:solidFill>
              </a:defRPr>
            </a:lvl6pPr>
            <a:lvl7pPr>
              <a:defRPr sz="2550" b="0">
                <a:solidFill>
                  <a:srgbClr val="123B32"/>
                </a:solidFill>
              </a:defRPr>
            </a:lvl7pPr>
            <a:lvl8pPr>
              <a:defRPr sz="2550" b="0">
                <a:solidFill>
                  <a:srgbClr val="123B32"/>
                </a:solidFill>
              </a:defRPr>
            </a:lvl8pPr>
            <a:lvl9pPr>
              <a:defRPr sz="2550" b="0">
                <a:solidFill>
                  <a:srgbClr val="123B32"/>
                </a:solidFill>
              </a:defRPr>
            </a:lvl9pPr>
          </a:lstStyle>
          <a:p xmlns:a="http://schemas.openxmlformats.org/drawingml/2006/main">
            <a:pPr>
              <a:defRPr sz="2550" b="0">
                <a:solidFill>
                  <a:srgbClr val="123B32"/>
                </a:solidFill>
              </a:defRPr>
            </a:pPr>
            <a:r>
              <a:rPr sz="2550" b="0">
                <a:solidFill>
                  <a:srgbClr val="123B32"/>
                </a:solidFill>
              </a:rPr>
              <a:t>accepted assets</a:t>
            </a:r>
          </a:p>
          <a:p xmlns:a="http://schemas.openxmlformats.org/drawingml/2006/main">
            <a:pPr>
              <a:defRPr sz="2550" b="0">
                <a:solidFill>
                  <a:srgbClr val="123B32"/>
                </a:solidFill>
              </a:defRPr>
            </a:pPr>
            <a:r>
              <a:rPr sz="2550" b="0">
                <a:solidFill>
                  <a:srgbClr val="123B32"/>
                </a:solidFill>
              </a:rPr>
              <a:t>10 Iberian wildlife species</a:t>
            </a:r>
          </a:p>
        </p:txBody>
      </p:sp>
      <p:sp>
        <p:nvSpPr>
          <p:cNvPr id="5" name="">
            <a:extLst xmlns:a="http://schemas.openxmlformats.org/drawingml/2006/main">
              <a:ext uri="{FF2B5EF4-FFF2-40B4-BE49-F238E27FC236}">
                <a16:creationId xmlns:a16="http://schemas.microsoft.com/office/drawing/2014/main" id="{0F5F87DB-E766-4855-8EF7-39F5CE327422}"/>
              </a:ext>
            </a:extLst>
          </p:cNvPr>
          <p:cNvSpPr>
            <a:spLocks xmlns:a="http://schemas.openxmlformats.org/drawingml/2006/main" noGrp="1"/>
          </p:cNvSpPr>
          <p:nvPr/>
        </p:nvSpPr>
        <p:spPr>
          <a:xfrm xmlns:a="http://schemas.openxmlformats.org/drawingml/2006/main">
            <a:off x="6334125" y="1790700"/>
            <a:ext cx="2000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123B32"/>
                </a:solidFill>
              </a:defRPr>
            </a:defPPr>
            <a:lvl1pPr>
              <a:defRPr sz="4725" b="1">
                <a:solidFill>
                  <a:srgbClr val="123B32"/>
                </a:solidFill>
              </a:defRPr>
            </a:lvl1pPr>
            <a:lvl2pPr>
              <a:defRPr sz="4725" b="1">
                <a:solidFill>
                  <a:srgbClr val="123B32"/>
                </a:solidFill>
              </a:defRPr>
            </a:lvl2pPr>
            <a:lvl3pPr>
              <a:defRPr sz="4725" b="1">
                <a:solidFill>
                  <a:srgbClr val="123B32"/>
                </a:solidFill>
              </a:defRPr>
            </a:lvl3pPr>
            <a:lvl4pPr>
              <a:defRPr sz="4725" b="1">
                <a:solidFill>
                  <a:srgbClr val="123B32"/>
                </a:solidFill>
              </a:defRPr>
            </a:lvl4pPr>
            <a:lvl5pPr>
              <a:defRPr sz="4725" b="1">
                <a:solidFill>
                  <a:srgbClr val="123B32"/>
                </a:solidFill>
              </a:defRPr>
            </a:lvl5pPr>
            <a:lvl6pPr>
              <a:defRPr sz="4725" b="1">
                <a:solidFill>
                  <a:srgbClr val="123B32"/>
                </a:solidFill>
              </a:defRPr>
            </a:lvl6pPr>
            <a:lvl7pPr>
              <a:defRPr sz="4725" b="1">
                <a:solidFill>
                  <a:srgbClr val="123B32"/>
                </a:solidFill>
              </a:defRPr>
            </a:lvl7pPr>
            <a:lvl8pPr>
              <a:defRPr sz="4725" b="1">
                <a:solidFill>
                  <a:srgbClr val="123B32"/>
                </a:solidFill>
              </a:defRPr>
            </a:lvl8pPr>
            <a:lvl9pPr>
              <a:defRPr sz="4725" b="1">
                <a:solidFill>
                  <a:srgbClr val="123B32"/>
                </a:solidFill>
              </a:defRPr>
            </a:lvl9pPr>
          </a:lstStyle>
          <a:p xmlns:a="http://schemas.openxmlformats.org/drawingml/2006/main">
            <a:pPr>
              <a:defRPr sz="4725" b="1">
                <a:solidFill>
                  <a:srgbClr val="123B32"/>
                </a:solidFill>
              </a:defRPr>
            </a:pPr>
            <a:r>
              <a:rPr sz="4725" b="1">
                <a:solidFill>
                  <a:srgbClr val="123B32"/>
                </a:solidFill>
              </a:rPr>
              <a:t>100</a:t>
            </a:r>
          </a:p>
        </p:txBody>
      </p:sp>
      <p:sp>
        <p:nvSpPr>
          <p:cNvPr id="6" name="">
            <a:extLst xmlns:a="http://schemas.openxmlformats.org/drawingml/2006/main">
              <a:ext uri="{FF2B5EF4-FFF2-40B4-BE49-F238E27FC236}">
                <a16:creationId xmlns:a16="http://schemas.microsoft.com/office/drawing/2014/main" id="{CA6492F4-279B-4F03-B96A-18F2D584795A}"/>
              </a:ext>
            </a:extLst>
          </p:cNvPr>
          <p:cNvSpPr>
            <a:spLocks xmlns:a="http://schemas.openxmlformats.org/drawingml/2006/main" noGrp="1"/>
          </p:cNvSpPr>
          <p:nvPr/>
        </p:nvSpPr>
        <p:spPr>
          <a:xfrm xmlns:a="http://schemas.openxmlformats.org/drawingml/2006/main">
            <a:off x="8239125" y="2009775"/>
            <a:ext cx="3429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23B32"/>
                </a:solidFill>
              </a:defRPr>
            </a:defPPr>
            <a:lvl1pPr>
              <a:defRPr sz="2175" b="0">
                <a:solidFill>
                  <a:srgbClr val="123B32"/>
                </a:solidFill>
              </a:defRPr>
            </a:lvl1pPr>
            <a:lvl2pPr>
              <a:defRPr sz="2175" b="0">
                <a:solidFill>
                  <a:srgbClr val="123B32"/>
                </a:solidFill>
              </a:defRPr>
            </a:lvl2pPr>
            <a:lvl3pPr>
              <a:defRPr sz="2175" b="0">
                <a:solidFill>
                  <a:srgbClr val="123B32"/>
                </a:solidFill>
              </a:defRPr>
            </a:lvl3pPr>
            <a:lvl4pPr>
              <a:defRPr sz="2175" b="0">
                <a:solidFill>
                  <a:srgbClr val="123B32"/>
                </a:solidFill>
              </a:defRPr>
            </a:lvl4pPr>
            <a:lvl5pPr>
              <a:defRPr sz="2175" b="0">
                <a:solidFill>
                  <a:srgbClr val="123B32"/>
                </a:solidFill>
              </a:defRPr>
            </a:lvl5pPr>
            <a:lvl6pPr>
              <a:defRPr sz="2175" b="0">
                <a:solidFill>
                  <a:srgbClr val="123B32"/>
                </a:solidFill>
              </a:defRPr>
            </a:lvl6pPr>
            <a:lvl7pPr>
              <a:defRPr sz="2175" b="0">
                <a:solidFill>
                  <a:srgbClr val="123B32"/>
                </a:solidFill>
              </a:defRPr>
            </a:lvl7pPr>
            <a:lvl8pPr>
              <a:defRPr sz="2175" b="0">
                <a:solidFill>
                  <a:srgbClr val="123B32"/>
                </a:solidFill>
              </a:defRPr>
            </a:lvl8pPr>
            <a:lvl9pPr>
              <a:defRPr sz="2175" b="0">
                <a:solidFill>
                  <a:srgbClr val="123B32"/>
                </a:solidFill>
              </a:defRPr>
            </a:lvl9pPr>
          </a:lstStyle>
          <a:p xmlns:a="http://schemas.openxmlformats.org/drawingml/2006/main">
            <a:pPr>
              <a:defRPr sz="2175" b="0">
                <a:solidFill>
                  <a:srgbClr val="123B32"/>
                </a:solidFill>
              </a:defRPr>
            </a:pPr>
            <a:r>
              <a:rPr sz="2175" b="0">
                <a:solidFill>
                  <a:srgbClr val="123B32"/>
                </a:solidFill>
              </a:rPr>
              <a:t>Images / Wikimedia</a:t>
            </a:r>
          </a:p>
        </p:txBody>
      </p:sp>
      <p:sp>
        <p:nvSpPr>
          <p:cNvPr id="7" name="">
            <a:extLst xmlns:a="http://schemas.openxmlformats.org/drawingml/2006/main">
              <a:ext uri="{FF2B5EF4-FFF2-40B4-BE49-F238E27FC236}">
                <a16:creationId xmlns:a16="http://schemas.microsoft.com/office/drawing/2014/main" id="{1231CBC0-8881-42FE-92B2-8BD286C388D4}"/>
              </a:ext>
            </a:extLst>
          </p:cNvPr>
          <p:cNvSpPr>
            <a:spLocks xmlns:a="http://schemas.openxmlformats.org/drawingml/2006/main" noGrp="1"/>
          </p:cNvSpPr>
          <p:nvPr/>
        </p:nvSpPr>
        <p:spPr>
          <a:xfrm xmlns:a="http://schemas.openxmlformats.org/drawingml/2006/main">
            <a:off x="6334125" y="3067050"/>
            <a:ext cx="2000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B85D35"/>
                </a:solidFill>
              </a:defRPr>
            </a:defPPr>
            <a:lvl1pPr>
              <a:defRPr sz="4725" b="1">
                <a:solidFill>
                  <a:srgbClr val="B85D35"/>
                </a:solidFill>
              </a:defRPr>
            </a:lvl1pPr>
            <a:lvl2pPr>
              <a:defRPr sz="4725" b="1">
                <a:solidFill>
                  <a:srgbClr val="B85D35"/>
                </a:solidFill>
              </a:defRPr>
            </a:lvl2pPr>
            <a:lvl3pPr>
              <a:defRPr sz="4725" b="1">
                <a:solidFill>
                  <a:srgbClr val="B85D35"/>
                </a:solidFill>
              </a:defRPr>
            </a:lvl3pPr>
            <a:lvl4pPr>
              <a:defRPr sz="4725" b="1">
                <a:solidFill>
                  <a:srgbClr val="B85D35"/>
                </a:solidFill>
              </a:defRPr>
            </a:lvl4pPr>
            <a:lvl5pPr>
              <a:defRPr sz="4725" b="1">
                <a:solidFill>
                  <a:srgbClr val="B85D35"/>
                </a:solidFill>
              </a:defRPr>
            </a:lvl5pPr>
            <a:lvl6pPr>
              <a:defRPr sz="4725" b="1">
                <a:solidFill>
                  <a:srgbClr val="B85D35"/>
                </a:solidFill>
              </a:defRPr>
            </a:lvl6pPr>
            <a:lvl7pPr>
              <a:defRPr sz="4725" b="1">
                <a:solidFill>
                  <a:srgbClr val="B85D35"/>
                </a:solidFill>
              </a:defRPr>
            </a:lvl7pPr>
            <a:lvl8pPr>
              <a:defRPr sz="4725" b="1">
                <a:solidFill>
                  <a:srgbClr val="B85D35"/>
                </a:solidFill>
              </a:defRPr>
            </a:lvl8pPr>
            <a:lvl9pPr>
              <a:defRPr sz="4725" b="1">
                <a:solidFill>
                  <a:srgbClr val="B85D35"/>
                </a:solidFill>
              </a:defRPr>
            </a:lvl9pPr>
          </a:lstStyle>
          <a:p xmlns:a="http://schemas.openxmlformats.org/drawingml/2006/main">
            <a:pPr>
              <a:defRPr sz="4725" b="1">
                <a:solidFill>
                  <a:srgbClr val="B85D35"/>
                </a:solidFill>
              </a:defRPr>
            </a:pPr>
            <a:r>
              <a:rPr sz="4725" b="1">
                <a:solidFill>
                  <a:srgbClr val="B85D35"/>
                </a:solidFill>
              </a:rPr>
              <a:t>34</a:t>
            </a:r>
          </a:p>
        </p:txBody>
      </p:sp>
      <p:sp>
        <p:nvSpPr>
          <p:cNvPr id="8" name="">
            <a:extLst xmlns:a="http://schemas.openxmlformats.org/drawingml/2006/main">
              <a:ext uri="{FF2B5EF4-FFF2-40B4-BE49-F238E27FC236}">
                <a16:creationId xmlns:a16="http://schemas.microsoft.com/office/drawing/2014/main" id="{AAF1D1D1-2511-4814-AE3E-4CFDF1AA9BB6}"/>
              </a:ext>
            </a:extLst>
          </p:cNvPr>
          <p:cNvSpPr>
            <a:spLocks xmlns:a="http://schemas.openxmlformats.org/drawingml/2006/main" noGrp="1"/>
          </p:cNvSpPr>
          <p:nvPr/>
        </p:nvSpPr>
        <p:spPr>
          <a:xfrm xmlns:a="http://schemas.openxmlformats.org/drawingml/2006/main">
            <a:off x="8239125" y="3286125"/>
            <a:ext cx="3429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23B32"/>
                </a:solidFill>
              </a:defRPr>
            </a:defPPr>
            <a:lvl1pPr>
              <a:defRPr sz="2175" b="0">
                <a:solidFill>
                  <a:srgbClr val="123B32"/>
                </a:solidFill>
              </a:defRPr>
            </a:lvl1pPr>
            <a:lvl2pPr>
              <a:defRPr sz="2175" b="0">
                <a:solidFill>
                  <a:srgbClr val="123B32"/>
                </a:solidFill>
              </a:defRPr>
            </a:lvl2pPr>
            <a:lvl3pPr>
              <a:defRPr sz="2175" b="0">
                <a:solidFill>
                  <a:srgbClr val="123B32"/>
                </a:solidFill>
              </a:defRPr>
            </a:lvl3pPr>
            <a:lvl4pPr>
              <a:defRPr sz="2175" b="0">
                <a:solidFill>
                  <a:srgbClr val="123B32"/>
                </a:solidFill>
              </a:defRPr>
            </a:lvl4pPr>
            <a:lvl5pPr>
              <a:defRPr sz="2175" b="0">
                <a:solidFill>
                  <a:srgbClr val="123B32"/>
                </a:solidFill>
              </a:defRPr>
            </a:lvl5pPr>
            <a:lvl6pPr>
              <a:defRPr sz="2175" b="0">
                <a:solidFill>
                  <a:srgbClr val="123B32"/>
                </a:solidFill>
              </a:defRPr>
            </a:lvl6pPr>
            <a:lvl7pPr>
              <a:defRPr sz="2175" b="0">
                <a:solidFill>
                  <a:srgbClr val="123B32"/>
                </a:solidFill>
              </a:defRPr>
            </a:lvl7pPr>
            <a:lvl8pPr>
              <a:defRPr sz="2175" b="0">
                <a:solidFill>
                  <a:srgbClr val="123B32"/>
                </a:solidFill>
              </a:defRPr>
            </a:lvl8pPr>
            <a:lvl9pPr>
              <a:defRPr sz="2175" b="0">
                <a:solidFill>
                  <a:srgbClr val="123B32"/>
                </a:solidFill>
              </a:defRPr>
            </a:lvl9pPr>
          </a:lstStyle>
          <a:p xmlns:a="http://schemas.openxmlformats.org/drawingml/2006/main">
            <a:pPr>
              <a:defRPr sz="2175" b="0">
                <a:solidFill>
                  <a:srgbClr val="123B32"/>
                </a:solidFill>
              </a:defRPr>
            </a:pPr>
            <a:r>
              <a:rPr sz="2175" b="0">
                <a:solidFill>
                  <a:srgbClr val="123B32"/>
                </a:solidFill>
              </a:rPr>
              <a:t>Audio / Xeno-canto</a:t>
            </a:r>
          </a:p>
        </p:txBody>
      </p:sp>
      <p:sp>
        <p:nvSpPr>
          <p:cNvPr id="9" name="">
            <a:extLst xmlns:a="http://schemas.openxmlformats.org/drawingml/2006/main">
              <a:ext uri="{FF2B5EF4-FFF2-40B4-BE49-F238E27FC236}">
                <a16:creationId xmlns:a16="http://schemas.microsoft.com/office/drawing/2014/main" id="{8CF6F05C-303F-4961-B1EB-608CACED1F77}"/>
              </a:ext>
            </a:extLst>
          </p:cNvPr>
          <p:cNvSpPr>
            <a:spLocks xmlns:a="http://schemas.openxmlformats.org/drawingml/2006/main" noGrp="1"/>
          </p:cNvSpPr>
          <p:nvPr/>
        </p:nvSpPr>
        <p:spPr>
          <a:xfrm xmlns:a="http://schemas.openxmlformats.org/drawingml/2006/main">
            <a:off x="6334125" y="4343400"/>
            <a:ext cx="2000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123B32"/>
                </a:solidFill>
              </a:defRPr>
            </a:defPPr>
            <a:lvl1pPr>
              <a:defRPr sz="4725" b="1">
                <a:solidFill>
                  <a:srgbClr val="123B32"/>
                </a:solidFill>
              </a:defRPr>
            </a:lvl1pPr>
            <a:lvl2pPr>
              <a:defRPr sz="4725" b="1">
                <a:solidFill>
                  <a:srgbClr val="123B32"/>
                </a:solidFill>
              </a:defRPr>
            </a:lvl2pPr>
            <a:lvl3pPr>
              <a:defRPr sz="4725" b="1">
                <a:solidFill>
                  <a:srgbClr val="123B32"/>
                </a:solidFill>
              </a:defRPr>
            </a:lvl3pPr>
            <a:lvl4pPr>
              <a:defRPr sz="4725" b="1">
                <a:solidFill>
                  <a:srgbClr val="123B32"/>
                </a:solidFill>
              </a:defRPr>
            </a:lvl4pPr>
            <a:lvl5pPr>
              <a:defRPr sz="4725" b="1">
                <a:solidFill>
                  <a:srgbClr val="123B32"/>
                </a:solidFill>
              </a:defRPr>
            </a:lvl5pPr>
            <a:lvl6pPr>
              <a:defRPr sz="4725" b="1">
                <a:solidFill>
                  <a:srgbClr val="123B32"/>
                </a:solidFill>
              </a:defRPr>
            </a:lvl6pPr>
            <a:lvl7pPr>
              <a:defRPr sz="4725" b="1">
                <a:solidFill>
                  <a:srgbClr val="123B32"/>
                </a:solidFill>
              </a:defRPr>
            </a:lvl7pPr>
            <a:lvl8pPr>
              <a:defRPr sz="4725" b="1">
                <a:solidFill>
                  <a:srgbClr val="123B32"/>
                </a:solidFill>
              </a:defRPr>
            </a:lvl8pPr>
            <a:lvl9pPr>
              <a:defRPr sz="4725" b="1">
                <a:solidFill>
                  <a:srgbClr val="123B32"/>
                </a:solidFill>
              </a:defRPr>
            </a:lvl9pPr>
          </a:lstStyle>
          <a:p xmlns:a="http://schemas.openxmlformats.org/drawingml/2006/main">
            <a:pPr>
              <a:defRPr sz="4725" b="1">
                <a:solidFill>
                  <a:srgbClr val="123B32"/>
                </a:solidFill>
              </a:defRPr>
            </a:pPr>
            <a:r>
              <a:rPr sz="4725" b="1">
                <a:solidFill>
                  <a:srgbClr val="123B32"/>
                </a:solidFill>
              </a:rPr>
              <a:t>64</a:t>
            </a:r>
          </a:p>
        </p:txBody>
      </p:sp>
      <p:sp>
        <p:nvSpPr>
          <p:cNvPr id="10" name="">
            <a:extLst xmlns:a="http://schemas.openxmlformats.org/drawingml/2006/main">
              <a:ext uri="{FF2B5EF4-FFF2-40B4-BE49-F238E27FC236}">
                <a16:creationId xmlns:a16="http://schemas.microsoft.com/office/drawing/2014/main" id="{E603588E-ABDF-40FE-BADE-579EF05578D4}"/>
              </a:ext>
            </a:extLst>
          </p:cNvPr>
          <p:cNvSpPr>
            <a:spLocks xmlns:a="http://schemas.openxmlformats.org/drawingml/2006/main" noGrp="1"/>
          </p:cNvSpPr>
          <p:nvPr/>
        </p:nvSpPr>
        <p:spPr>
          <a:xfrm xmlns:a="http://schemas.openxmlformats.org/drawingml/2006/main">
            <a:off x="8239125" y="4562475"/>
            <a:ext cx="3429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23B32"/>
                </a:solidFill>
              </a:defRPr>
            </a:defPPr>
            <a:lvl1pPr>
              <a:defRPr sz="2025" b="0">
                <a:solidFill>
                  <a:srgbClr val="123B32"/>
                </a:solidFill>
              </a:defRPr>
            </a:lvl1pPr>
            <a:lvl2pPr>
              <a:defRPr sz="2025" b="0">
                <a:solidFill>
                  <a:srgbClr val="123B32"/>
                </a:solidFill>
              </a:defRPr>
            </a:lvl2pPr>
            <a:lvl3pPr>
              <a:defRPr sz="2025" b="0">
                <a:solidFill>
                  <a:srgbClr val="123B32"/>
                </a:solidFill>
              </a:defRPr>
            </a:lvl3pPr>
            <a:lvl4pPr>
              <a:defRPr sz="2025" b="0">
                <a:solidFill>
                  <a:srgbClr val="123B32"/>
                </a:solidFill>
              </a:defRPr>
            </a:lvl4pPr>
            <a:lvl5pPr>
              <a:defRPr sz="2025" b="0">
                <a:solidFill>
                  <a:srgbClr val="123B32"/>
                </a:solidFill>
              </a:defRPr>
            </a:lvl5pPr>
            <a:lvl6pPr>
              <a:defRPr sz="2025" b="0">
                <a:solidFill>
                  <a:srgbClr val="123B32"/>
                </a:solidFill>
              </a:defRPr>
            </a:lvl6pPr>
            <a:lvl7pPr>
              <a:defRPr sz="2025" b="0">
                <a:solidFill>
                  <a:srgbClr val="123B32"/>
                </a:solidFill>
              </a:defRPr>
            </a:lvl7pPr>
            <a:lvl8pPr>
              <a:defRPr sz="2025" b="0">
                <a:solidFill>
                  <a:srgbClr val="123B32"/>
                </a:solidFill>
              </a:defRPr>
            </a:lvl8pPr>
            <a:lvl9pPr>
              <a:defRPr sz="2025" b="0">
                <a:solidFill>
                  <a:srgbClr val="123B32"/>
                </a:solidFill>
              </a:defRPr>
            </a:lvl9pPr>
          </a:lstStyle>
          <a:p xmlns:a="http://schemas.openxmlformats.org/drawingml/2006/main">
            <a:pPr>
              <a:defRPr sz="2025" b="0">
                <a:solidFill>
                  <a:srgbClr val="123B32"/>
                </a:solidFill>
              </a:defRPr>
            </a:pPr>
            <a:r>
              <a:rPr sz="2025" b="0">
                <a:solidFill>
                  <a:srgbClr val="123B32"/>
                </a:solidFill>
              </a:rPr>
              <a:t>Text / Wikipedia + GBIF</a:t>
            </a:r>
          </a:p>
        </p:txBody>
      </p:sp>
      <p:sp>
        <p:nvSpPr>
          <p:cNvPr id="11" name="">
            <a:extLst xmlns:a="http://schemas.openxmlformats.org/drawingml/2006/main">
              <a:ext uri="{FF2B5EF4-FFF2-40B4-BE49-F238E27FC236}">
                <a16:creationId xmlns:a16="http://schemas.microsoft.com/office/drawing/2014/main" id="{42CC9F30-8CDA-4BD1-B75D-E84DD0BD279A}"/>
              </a:ext>
            </a:extLst>
          </p:cNvPr>
          <p:cNvSpPr>
            <a:spLocks xmlns:a="http://schemas.openxmlformats.org/drawingml/2006/main" noGrp="1"/>
          </p:cNvSpPr>
          <p:nvPr/>
        </p:nvSpPr>
        <p:spPr>
          <a:xfrm xmlns:a="http://schemas.openxmlformats.org/drawingml/2006/main">
            <a:off x="609600" y="605790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2675C"/>
                </a:solidFill>
              </a:defRPr>
            </a:defPPr>
            <a:lvl1pPr>
              <a:defRPr sz="1800" b="0">
                <a:solidFill>
                  <a:srgbClr val="52675C"/>
                </a:solidFill>
              </a:defRPr>
            </a:lvl1pPr>
            <a:lvl2pPr>
              <a:defRPr sz="1800" b="0">
                <a:solidFill>
                  <a:srgbClr val="52675C"/>
                </a:solidFill>
              </a:defRPr>
            </a:lvl2pPr>
            <a:lvl3pPr>
              <a:defRPr sz="1800" b="0">
                <a:solidFill>
                  <a:srgbClr val="52675C"/>
                </a:solidFill>
              </a:defRPr>
            </a:lvl3pPr>
            <a:lvl4pPr>
              <a:defRPr sz="1800" b="0">
                <a:solidFill>
                  <a:srgbClr val="52675C"/>
                </a:solidFill>
              </a:defRPr>
            </a:lvl4pPr>
            <a:lvl5pPr>
              <a:defRPr sz="1800" b="0">
                <a:solidFill>
                  <a:srgbClr val="52675C"/>
                </a:solidFill>
              </a:defRPr>
            </a:lvl5pPr>
            <a:lvl6pPr>
              <a:defRPr sz="1800" b="0">
                <a:solidFill>
                  <a:srgbClr val="52675C"/>
                </a:solidFill>
              </a:defRPr>
            </a:lvl6pPr>
            <a:lvl7pPr>
              <a:defRPr sz="1800" b="0">
                <a:solidFill>
                  <a:srgbClr val="52675C"/>
                </a:solidFill>
              </a:defRPr>
            </a:lvl7pPr>
            <a:lvl8pPr>
              <a:defRPr sz="1800" b="0">
                <a:solidFill>
                  <a:srgbClr val="52675C"/>
                </a:solidFill>
              </a:defRPr>
            </a:lvl8pPr>
            <a:lvl9pPr>
              <a:defRPr sz="1800" b="0">
                <a:solidFill>
                  <a:srgbClr val="52675C"/>
                </a:solidFill>
              </a:defRPr>
            </a:lvl9pPr>
          </a:lstStyle>
          <a:p xmlns:a="http://schemas.openxmlformats.org/drawingml/2006/main">
            <a:pPr>
              <a:defRPr sz="1800" b="0">
                <a:solidFill>
                  <a:srgbClr val="52675C"/>
                </a:solidFill>
              </a:defRPr>
            </a:pPr>
            <a:r>
              <a:rPr sz="1800" b="0">
                <a:solidFill>
                  <a:srgbClr val="52675C"/>
                </a:solidFill>
              </a:rPr>
              <a:t>Uneven availability remains visible: no audio for the ocellated lizard</a:t>
            </a:r>
          </a:p>
        </p:txBody>
      </p:sp>
    </p:spTree>
    <p:extLst>
      <p:ext uri="{BB962C8B-B14F-4D97-AF65-F5344CB8AC3E}">
        <p14:creationId xmlns:p14="http://schemas.microsoft.com/office/powerpoint/2010/main" val="1045417924"/>
      </p:ext>
    </p:extLst>
  </p:cSld>
</p:sld>
</file>

<file path=ppt/slides/slide4.xml><?xml version="1.0" encoding="utf-8"?>
<p:sld xmlns:p="http://schemas.openxmlformats.org/presentationml/2006/main">
  <p:cSld>
    <p:bg>
      <p:bgPr>
        <a:solidFill xmlns:a="http://schemas.openxmlformats.org/drawingml/2006/main">
          <a:srgbClr val="123B32"/>
        </a:solidFill>
      </p:bgPr>
    </p:bg>
    <p:spTree>
      <p:nvGrpSpPr>
        <p:cNvPr id="1" name=""/>
        <p:cNvGrpSpPr/>
        <p:nvPr/>
      </p:nvGrpSpPr>
      <p:grpSpPr>
        <a:xfrm xmlns:a="http://schemas.openxmlformats.org/drawingml/2006/main"/>
      </p:grpSpPr>
      <p:cxnSp>
        <p:nvCxnSpPr>
          <p:cNvPr id="27" name="">
            <a:extLst xmlns:a="http://schemas.openxmlformats.org/drawingml/2006/main">
              <a:ext uri="{FF2B5EF4-FFF2-40B4-BE49-F238E27FC236}">
                <a16:creationId xmlns:a16="http://schemas.microsoft.com/office/drawing/2014/main" id="{6D3F8705-E6BA-4FB7-93CF-CBF3D90477B5}"/>
              </a:ext>
            </a:extLst>
          </p:cNvPr>
          <p:cNvCxnSpPr>
            <a:stCxn xmlns:a="http://schemas.openxmlformats.org/drawingml/2006/main" id="22" idx="1"/>
            <a:endCxn xmlns:a="http://schemas.openxmlformats.org/drawingml/2006/main" id="25" idx="3"/>
          </p:cNvCxnSpPr>
          <p:nvPr/>
        </p:nvCxnSpPr>
        <p:spPr>
          <a:xfrm xmlns:a="http://schemas.openxmlformats.org/drawingml/2006/main" flipH="1">
            <a:off x="8458200" y="5595938"/>
            <a:ext cx="466725" cy="0"/>
          </a:xfrm>
          <a:prstGeom xmlns:a="http://schemas.openxmlformats.org/drawingml/2006/main" prst="straightConnector1">
            <a:avLst/>
          </a:prstGeom>
          <a:ln xmlns:a="http://schemas.openxmlformats.org/drawingml/2006/main" w="25718">
            <a:solidFill>
              <a:srgbClr val="B85D35"/>
            </a:solidFill>
            <a:prstDash val="solid"/>
            <a:tailEnd type="arrow" w="med" len="med"/>
          </a:ln>
        </p:spPr>
      </p:cxnSp>
      <p:cxnSp>
        <p:nvCxnSpPr>
          <p:cNvPr id="24" name="">
            <a:extLst xmlns:a="http://schemas.openxmlformats.org/drawingml/2006/main">
              <a:ext uri="{FF2B5EF4-FFF2-40B4-BE49-F238E27FC236}">
                <a16:creationId xmlns:a16="http://schemas.microsoft.com/office/drawing/2014/main" id="{6B3A8D59-8085-4A74-92BF-4F4F728FBF1D}"/>
              </a:ext>
            </a:extLst>
          </p:cNvPr>
          <p:cNvCxnSpPr>
            <a:stCxn xmlns:a="http://schemas.openxmlformats.org/drawingml/2006/main" id="17" idx="2"/>
            <a:endCxn xmlns:a="http://schemas.openxmlformats.org/drawingml/2006/main" id="22" idx="0"/>
          </p:cNvCxnSpPr>
          <p:nvPr/>
        </p:nvCxnSpPr>
        <p:spPr>
          <a:xfrm xmlns:a="http://schemas.openxmlformats.org/drawingml/2006/main">
            <a:off x="10182225" y="4638675"/>
            <a:ext cx="0" cy="647700"/>
          </a:xfrm>
          <a:prstGeom xmlns:a="http://schemas.openxmlformats.org/drawingml/2006/main" prst="straightConnector1">
            <a:avLst/>
          </a:prstGeom>
          <a:ln xmlns:a="http://schemas.openxmlformats.org/drawingml/2006/main" w="25718">
            <a:solidFill>
              <a:srgbClr val="B85D35"/>
            </a:solidFill>
            <a:prstDash val="solid"/>
            <a:tailEnd type="arrow" w="med" len="med"/>
          </a:ln>
        </p:spPr>
      </p:cxnSp>
      <p:cxnSp>
        <p:nvCxnSpPr>
          <p:cNvPr id="20" name="">
            <a:extLst xmlns:a="http://schemas.openxmlformats.org/drawingml/2006/main">
              <a:ext uri="{FF2B5EF4-FFF2-40B4-BE49-F238E27FC236}">
                <a16:creationId xmlns:a16="http://schemas.microsoft.com/office/drawing/2014/main" id="{7A97A719-BEFD-464F-9791-83B33AD1C469}"/>
              </a:ext>
            </a:extLst>
          </p:cNvPr>
          <p:cNvCxnSpPr>
            <a:stCxn xmlns:a="http://schemas.openxmlformats.org/drawingml/2006/main" id="13" idx="3"/>
            <a:endCxn xmlns:a="http://schemas.openxmlformats.org/drawingml/2006/main" id="17" idx="1"/>
          </p:cNvCxnSpPr>
          <p:nvPr/>
        </p:nvCxnSpPr>
        <p:spPr>
          <a:xfrm xmlns:a="http://schemas.openxmlformats.org/drawingml/2006/main">
            <a:off x="8667750" y="3795713"/>
            <a:ext cx="257175" cy="0"/>
          </a:xfrm>
          <a:prstGeom xmlns:a="http://schemas.openxmlformats.org/drawingml/2006/main" prst="straightConnector1">
            <a:avLst/>
          </a:prstGeom>
          <a:ln xmlns:a="http://schemas.openxmlformats.org/drawingml/2006/main" w="25718">
            <a:solidFill>
              <a:srgbClr val="B85D35"/>
            </a:solidFill>
            <a:prstDash val="solid"/>
            <a:tailEnd type="arrow" w="med" len="med"/>
          </a:ln>
        </p:spPr>
      </p:cxnSp>
      <p:cxnSp>
        <p:nvCxnSpPr>
          <p:cNvPr id="16" name="">
            <a:extLst xmlns:a="http://schemas.openxmlformats.org/drawingml/2006/main">
              <a:ext uri="{FF2B5EF4-FFF2-40B4-BE49-F238E27FC236}">
                <a16:creationId xmlns:a16="http://schemas.microsoft.com/office/drawing/2014/main" id="{2A69D3E6-CCC4-4238-AC53-E6D9616AEACA}"/>
              </a:ext>
            </a:extLst>
          </p:cNvPr>
          <p:cNvCxnSpPr>
            <a:stCxn xmlns:a="http://schemas.openxmlformats.org/drawingml/2006/main" id="9" idx="3"/>
            <a:endCxn xmlns:a="http://schemas.openxmlformats.org/drawingml/2006/main" id="13" idx="1"/>
          </p:cNvCxnSpPr>
          <p:nvPr/>
        </p:nvCxnSpPr>
        <p:spPr>
          <a:xfrm xmlns:a="http://schemas.openxmlformats.org/drawingml/2006/main">
            <a:off x="5895975" y="3795713"/>
            <a:ext cx="257175" cy="0"/>
          </a:xfrm>
          <a:prstGeom xmlns:a="http://schemas.openxmlformats.org/drawingml/2006/main" prst="straightConnector1">
            <a:avLst/>
          </a:prstGeom>
          <a:ln xmlns:a="http://schemas.openxmlformats.org/drawingml/2006/main" w="25718">
            <a:solidFill>
              <a:srgbClr val="B85D35"/>
            </a:solidFill>
            <a:prstDash val="solid"/>
            <a:tailEnd type="arrow" w="med" len="med"/>
          </a:ln>
        </p:spPr>
      </p:cxnSp>
      <p:cxnSp>
        <p:nvCxnSpPr>
          <p:cNvPr id="12" name="">
            <a:extLst xmlns:a="http://schemas.openxmlformats.org/drawingml/2006/main">
              <a:ext uri="{FF2B5EF4-FFF2-40B4-BE49-F238E27FC236}">
                <a16:creationId xmlns:a16="http://schemas.microsoft.com/office/drawing/2014/main" id="{B278321B-116A-434A-A3C4-35500F09A19A}"/>
              </a:ext>
            </a:extLst>
          </p:cNvPr>
          <p:cNvCxnSpPr>
            <a:stCxn xmlns:a="http://schemas.openxmlformats.org/drawingml/2006/main" id="6" idx="3"/>
            <a:endCxn xmlns:a="http://schemas.openxmlformats.org/drawingml/2006/main" id="9" idx="1"/>
          </p:cNvCxnSpPr>
          <p:nvPr/>
        </p:nvCxnSpPr>
        <p:spPr>
          <a:xfrm xmlns:a="http://schemas.openxmlformats.org/drawingml/2006/main">
            <a:off x="3124200" y="3795713"/>
            <a:ext cx="257175" cy="0"/>
          </a:xfrm>
          <a:prstGeom xmlns:a="http://schemas.openxmlformats.org/drawingml/2006/main" prst="straightConnector1">
            <a:avLst/>
          </a:prstGeom>
          <a:ln xmlns:a="http://schemas.openxmlformats.org/drawingml/2006/main" w="25718">
            <a:solidFill>
              <a:srgbClr val="B85D35"/>
            </a:solidFill>
            <a:prstDash val="solid"/>
            <a:tailEnd type="arrow" w="med" len="med"/>
          </a:ln>
        </p:spPr>
      </p:cxnSp>
      <p:sp>
        <p:nvSpPr>
          <p:cNvPr id="30" name="">
            <a:extLst xmlns:a="http://schemas.openxmlformats.org/drawingml/2006/main">
              <a:ext uri="{FF2B5EF4-FFF2-40B4-BE49-F238E27FC236}">
                <a16:creationId xmlns:a16="http://schemas.microsoft.com/office/drawing/2014/main" id="{2EA264F3-787A-4EE0-8065-AC383387F66A}"/>
              </a:ext>
            </a:extLst>
          </p:cNvPr>
          <p:cNvSpPr>
            <a:spLocks xmlns:a="http://schemas.openxmlformats.org/drawingml/2006/main" noGrp="1"/>
          </p:cNvSpPr>
          <p:nvPr/>
        </p:nvSpPr>
        <p:spPr>
          <a:xfrm xmlns:a="http://schemas.openxmlformats.org/drawingml/2006/main">
            <a:off x="533400" y="428625"/>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F5F1E7"/>
                </a:solidFill>
              </a:defRPr>
            </a:defPPr>
            <a:lvl1pPr>
              <a:defRPr sz="3375" b="1">
                <a:solidFill>
                  <a:srgbClr val="F5F1E7"/>
                </a:solidFill>
              </a:defRPr>
            </a:lvl1pPr>
            <a:lvl2pPr>
              <a:defRPr sz="3375" b="1">
                <a:solidFill>
                  <a:srgbClr val="F5F1E7"/>
                </a:solidFill>
              </a:defRPr>
            </a:lvl2pPr>
            <a:lvl3pPr>
              <a:defRPr sz="3375" b="1">
                <a:solidFill>
                  <a:srgbClr val="F5F1E7"/>
                </a:solidFill>
              </a:defRPr>
            </a:lvl3pPr>
            <a:lvl4pPr>
              <a:defRPr sz="3375" b="1">
                <a:solidFill>
                  <a:srgbClr val="F5F1E7"/>
                </a:solidFill>
              </a:defRPr>
            </a:lvl4pPr>
            <a:lvl5pPr>
              <a:defRPr sz="3375" b="1">
                <a:solidFill>
                  <a:srgbClr val="F5F1E7"/>
                </a:solidFill>
              </a:defRPr>
            </a:lvl5pPr>
            <a:lvl6pPr>
              <a:defRPr sz="3375" b="1">
                <a:solidFill>
                  <a:srgbClr val="F5F1E7"/>
                </a:solidFill>
              </a:defRPr>
            </a:lvl6pPr>
            <a:lvl7pPr>
              <a:defRPr sz="3375" b="1">
                <a:solidFill>
                  <a:srgbClr val="F5F1E7"/>
                </a:solidFill>
              </a:defRPr>
            </a:lvl7pPr>
            <a:lvl8pPr>
              <a:defRPr sz="3375" b="1">
                <a:solidFill>
                  <a:srgbClr val="F5F1E7"/>
                </a:solidFill>
              </a:defRPr>
            </a:lvl8pPr>
            <a:lvl9pPr>
              <a:defRPr sz="3375" b="1">
                <a:solidFill>
                  <a:srgbClr val="F5F1E7"/>
                </a:solidFill>
              </a:defRPr>
            </a:lvl9pPr>
          </a:lstStyle>
          <a:p xmlns:a="http://schemas.openxmlformats.org/drawingml/2006/main">
            <a:pPr>
              <a:defRPr sz="3375" b="1">
                <a:solidFill>
                  <a:srgbClr val="F5F1E7"/>
                </a:solidFill>
              </a:defRPr>
            </a:pPr>
            <a:r>
              <a:rPr sz="3375" b="1">
                <a:solidFill>
                  <a:srgbClr val="F5F1E7"/>
                </a:solidFill>
              </a:rPr>
              <a:t>The EcoSentinel pipeline</a:t>
            </a:r>
          </a:p>
        </p:txBody>
      </p:sp>
      <p:sp>
        <p:nvSpPr>
          <p:cNvPr id="2" name="">
            <a:extLst xmlns:a="http://schemas.openxmlformats.org/drawingml/2006/main">
              <a:ext uri="{FF2B5EF4-FFF2-40B4-BE49-F238E27FC236}">
                <a16:creationId xmlns:a16="http://schemas.microsoft.com/office/drawing/2014/main" id="{5072EF75-85B9-4026-BCA3-5087FB709C73}"/>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DCE5D2"/>
                </a:solidFill>
              </a:defRPr>
            </a:defPPr>
            <a:lvl1pPr>
              <a:defRPr sz="1425" b="0">
                <a:solidFill>
                  <a:srgbClr val="DCE5D2"/>
                </a:solidFill>
              </a:defRPr>
            </a:lvl1pPr>
            <a:lvl2pPr>
              <a:defRPr sz="1425" b="0">
                <a:solidFill>
                  <a:srgbClr val="DCE5D2"/>
                </a:solidFill>
              </a:defRPr>
            </a:lvl2pPr>
            <a:lvl3pPr>
              <a:defRPr sz="1425" b="0">
                <a:solidFill>
                  <a:srgbClr val="DCE5D2"/>
                </a:solidFill>
              </a:defRPr>
            </a:lvl3pPr>
            <a:lvl4pPr>
              <a:defRPr sz="1425" b="0">
                <a:solidFill>
                  <a:srgbClr val="DCE5D2"/>
                </a:solidFill>
              </a:defRPr>
            </a:lvl4pPr>
            <a:lvl5pPr>
              <a:defRPr sz="1425" b="0">
                <a:solidFill>
                  <a:srgbClr val="DCE5D2"/>
                </a:solidFill>
              </a:defRPr>
            </a:lvl5pPr>
            <a:lvl6pPr>
              <a:defRPr sz="1425" b="0">
                <a:solidFill>
                  <a:srgbClr val="DCE5D2"/>
                </a:solidFill>
              </a:defRPr>
            </a:lvl6pPr>
            <a:lvl7pPr>
              <a:defRPr sz="1425" b="0">
                <a:solidFill>
                  <a:srgbClr val="DCE5D2"/>
                </a:solidFill>
              </a:defRPr>
            </a:lvl7pPr>
            <a:lvl8pPr>
              <a:defRPr sz="1425" b="0">
                <a:solidFill>
                  <a:srgbClr val="DCE5D2"/>
                </a:solidFill>
              </a:defRPr>
            </a:lvl8pPr>
            <a:lvl9pPr>
              <a:defRPr sz="1425" b="0">
                <a:solidFill>
                  <a:srgbClr val="DCE5D2"/>
                </a:solidFill>
              </a:defRPr>
            </a:lvl9pPr>
          </a:lstStyle>
          <a:p xmlns:a="http://schemas.openxmlformats.org/drawingml/2006/main">
            <a:pPr>
              <a:defRPr sz="1425" b="0">
                <a:solidFill>
                  <a:srgbClr val="DCE5D2"/>
                </a:solidFill>
              </a:defRPr>
            </a:pPr>
            <a:r>
              <a:rPr sz="1425" b="0">
                <a:solidFill>
                  <a:srgbClr val="DCE5D2"/>
                </a:solidFill>
              </a:rPr>
              <a:t>04</a:t>
            </a:r>
          </a:p>
        </p:txBody>
      </p:sp>
      <p:sp>
        <p:nvSpPr>
          <p:cNvPr id="3" name="">
            <a:extLst xmlns:a="http://schemas.openxmlformats.org/drawingml/2006/main">
              <a:ext uri="{FF2B5EF4-FFF2-40B4-BE49-F238E27FC236}">
                <a16:creationId xmlns:a16="http://schemas.microsoft.com/office/drawing/2014/main" id="{47BAEAE4-0535-40CF-A7DB-20BABE0747B7}"/>
              </a:ext>
            </a:extLst>
          </p:cNvPr>
          <p:cNvSpPr>
            <a:spLocks xmlns:a="http://schemas.openxmlformats.org/drawingml/2006/main" noGrp="1"/>
          </p:cNvSpPr>
          <p:nvPr/>
        </p:nvSpPr>
        <p:spPr>
          <a:xfrm xmlns:a="http://schemas.openxmlformats.org/drawingml/2006/main">
            <a:off x="609600" y="1438275"/>
            <a:ext cx="10906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DCE5D2"/>
                </a:solidFill>
              </a:defRPr>
            </a:defPPr>
            <a:lvl1pPr>
              <a:defRPr sz="2100" b="0">
                <a:solidFill>
                  <a:srgbClr val="DCE5D2"/>
                </a:solidFill>
              </a:defRPr>
            </a:lvl1pPr>
            <a:lvl2pPr>
              <a:defRPr sz="2100" b="0">
                <a:solidFill>
                  <a:srgbClr val="DCE5D2"/>
                </a:solidFill>
              </a:defRPr>
            </a:lvl2pPr>
            <a:lvl3pPr>
              <a:defRPr sz="2100" b="0">
                <a:solidFill>
                  <a:srgbClr val="DCE5D2"/>
                </a:solidFill>
              </a:defRPr>
            </a:lvl3pPr>
            <a:lvl4pPr>
              <a:defRPr sz="2100" b="0">
                <a:solidFill>
                  <a:srgbClr val="DCE5D2"/>
                </a:solidFill>
              </a:defRPr>
            </a:lvl4pPr>
            <a:lvl5pPr>
              <a:defRPr sz="2100" b="0">
                <a:solidFill>
                  <a:srgbClr val="DCE5D2"/>
                </a:solidFill>
              </a:defRPr>
            </a:lvl5pPr>
            <a:lvl6pPr>
              <a:defRPr sz="2100" b="0">
                <a:solidFill>
                  <a:srgbClr val="DCE5D2"/>
                </a:solidFill>
              </a:defRPr>
            </a:lvl6pPr>
            <a:lvl7pPr>
              <a:defRPr sz="2100" b="0">
                <a:solidFill>
                  <a:srgbClr val="DCE5D2"/>
                </a:solidFill>
              </a:defRPr>
            </a:lvl7pPr>
            <a:lvl8pPr>
              <a:defRPr sz="2100" b="0">
                <a:solidFill>
                  <a:srgbClr val="DCE5D2"/>
                </a:solidFill>
              </a:defRPr>
            </a:lvl8pPr>
            <a:lvl9pPr>
              <a:defRPr sz="2100" b="0">
                <a:solidFill>
                  <a:srgbClr val="DCE5D2"/>
                </a:solidFill>
              </a:defRPr>
            </a:lvl9pPr>
          </a:lstStyle>
          <a:p xmlns:a="http://schemas.openxmlformats.org/drawingml/2006/main">
            <a:pPr>
              <a:defRPr sz="2100" b="0">
                <a:solidFill>
                  <a:srgbClr val="DCE5D2"/>
                </a:solidFill>
              </a:defRPr>
            </a:pPr>
            <a:r>
              <a:rPr sz="2100" b="0">
                <a:solidFill>
                  <a:srgbClr val="DCE5D2"/>
                </a:solidFill>
              </a:rPr>
              <a:t>Optional acquisition or local files / Security Gate</a:t>
            </a:r>
          </a:p>
        </p:txBody>
      </p:sp>
      <p:sp>
        <p:nvSpPr>
          <p:cNvPr id="4" name="">
            <a:extLst xmlns:a="http://schemas.openxmlformats.org/drawingml/2006/main">
              <a:ext uri="{FF2B5EF4-FFF2-40B4-BE49-F238E27FC236}">
                <a16:creationId xmlns:a16="http://schemas.microsoft.com/office/drawing/2014/main" id="{5D17F672-B817-4816-9F9F-33C323357B3B}"/>
              </a:ext>
            </a:extLst>
          </p:cNvPr>
          <p:cNvSpPr>
            <a:spLocks xmlns:a="http://schemas.openxmlformats.org/drawingml/2006/main" noGrp="1"/>
          </p:cNvSpPr>
          <p:nvPr/>
        </p:nvSpPr>
        <p:spPr>
          <a:xfrm xmlns:a="http://schemas.openxmlformats.org/drawingml/2006/main">
            <a:off x="609600" y="2047875"/>
            <a:ext cx="409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1">
                <a:solidFill>
                  <a:srgbClr val="F5F1E7"/>
                </a:solidFill>
              </a:defRPr>
            </a:defPPr>
            <a:lvl1pPr>
              <a:defRPr sz="2475" b="1">
                <a:solidFill>
                  <a:srgbClr val="F5F1E7"/>
                </a:solidFill>
              </a:defRPr>
            </a:lvl1pPr>
            <a:lvl2pPr>
              <a:defRPr sz="2475" b="1">
                <a:solidFill>
                  <a:srgbClr val="F5F1E7"/>
                </a:solidFill>
              </a:defRPr>
            </a:lvl2pPr>
            <a:lvl3pPr>
              <a:defRPr sz="2475" b="1">
                <a:solidFill>
                  <a:srgbClr val="F5F1E7"/>
                </a:solidFill>
              </a:defRPr>
            </a:lvl3pPr>
            <a:lvl4pPr>
              <a:defRPr sz="2475" b="1">
                <a:solidFill>
                  <a:srgbClr val="F5F1E7"/>
                </a:solidFill>
              </a:defRPr>
            </a:lvl4pPr>
            <a:lvl5pPr>
              <a:defRPr sz="2475" b="1">
                <a:solidFill>
                  <a:srgbClr val="F5F1E7"/>
                </a:solidFill>
              </a:defRPr>
            </a:lvl5pPr>
            <a:lvl6pPr>
              <a:defRPr sz="2475" b="1">
                <a:solidFill>
                  <a:srgbClr val="F5F1E7"/>
                </a:solidFill>
              </a:defRPr>
            </a:lvl6pPr>
            <a:lvl7pPr>
              <a:defRPr sz="2475" b="1">
                <a:solidFill>
                  <a:srgbClr val="F5F1E7"/>
                </a:solidFill>
              </a:defRPr>
            </a:lvl7pPr>
            <a:lvl8pPr>
              <a:defRPr sz="2475" b="1">
                <a:solidFill>
                  <a:srgbClr val="F5F1E7"/>
                </a:solidFill>
              </a:defRPr>
            </a:lvl8pPr>
            <a:lvl9pPr>
              <a:defRPr sz="2475" b="1">
                <a:solidFill>
                  <a:srgbClr val="F5F1E7"/>
                </a:solidFill>
              </a:defRPr>
            </a:lvl9pPr>
          </a:lstStyle>
          <a:p xmlns:a="http://schemas.openxmlformats.org/drawingml/2006/main">
            <a:pPr>
              <a:defRPr sz="2475" b="1">
                <a:solidFill>
                  <a:srgbClr val="F5F1E7"/>
                </a:solidFill>
              </a:defRPr>
            </a:pPr>
            <a:r>
              <a:rPr sz="2475" b="1">
                <a:solidFill>
                  <a:srgbClr val="F5F1E7"/>
                </a:solidFill>
              </a:rPr>
              <a:t>16-step orchestrator</a:t>
            </a:r>
          </a:p>
        </p:txBody>
      </p:sp>
      <p:sp>
        <p:nvSpPr>
          <p:cNvPr id="5" name="">
            <a:extLst xmlns:a="http://schemas.openxmlformats.org/drawingml/2006/main">
              <a:ext uri="{FF2B5EF4-FFF2-40B4-BE49-F238E27FC236}">
                <a16:creationId xmlns:a16="http://schemas.microsoft.com/office/drawing/2014/main" id="{448EABF0-E104-4D0E-8B68-14AE20D5BF83}"/>
              </a:ext>
            </a:extLst>
          </p:cNvPr>
          <p:cNvSpPr>
            <a:spLocks xmlns:a="http://schemas.openxmlformats.org/drawingml/2006/main" noGrp="1"/>
          </p:cNvSpPr>
          <p:nvPr/>
        </p:nvSpPr>
        <p:spPr>
          <a:xfrm xmlns:a="http://schemas.openxmlformats.org/drawingml/2006/main">
            <a:off x="5238750" y="2095500"/>
            <a:ext cx="6334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DCE5D2"/>
                </a:solidFill>
              </a:defRPr>
            </a:defPPr>
            <a:lvl1pPr>
              <a:defRPr sz="2100" b="0">
                <a:solidFill>
                  <a:srgbClr val="DCE5D2"/>
                </a:solidFill>
              </a:defRPr>
            </a:lvl1pPr>
            <a:lvl2pPr>
              <a:defRPr sz="2100" b="0">
                <a:solidFill>
                  <a:srgbClr val="DCE5D2"/>
                </a:solidFill>
              </a:defRPr>
            </a:lvl2pPr>
            <a:lvl3pPr>
              <a:defRPr sz="2100" b="0">
                <a:solidFill>
                  <a:srgbClr val="DCE5D2"/>
                </a:solidFill>
              </a:defRPr>
            </a:lvl3pPr>
            <a:lvl4pPr>
              <a:defRPr sz="2100" b="0">
                <a:solidFill>
                  <a:srgbClr val="DCE5D2"/>
                </a:solidFill>
              </a:defRPr>
            </a:lvl4pPr>
            <a:lvl5pPr>
              <a:defRPr sz="2100" b="0">
                <a:solidFill>
                  <a:srgbClr val="DCE5D2"/>
                </a:solidFill>
              </a:defRPr>
            </a:lvl5pPr>
            <a:lvl6pPr>
              <a:defRPr sz="2100" b="0">
                <a:solidFill>
                  <a:srgbClr val="DCE5D2"/>
                </a:solidFill>
              </a:defRPr>
            </a:lvl6pPr>
            <a:lvl7pPr>
              <a:defRPr sz="2100" b="0">
                <a:solidFill>
                  <a:srgbClr val="DCE5D2"/>
                </a:solidFill>
              </a:defRPr>
            </a:lvl7pPr>
            <a:lvl8pPr>
              <a:defRPr sz="2100" b="0">
                <a:solidFill>
                  <a:srgbClr val="DCE5D2"/>
                </a:solidFill>
              </a:defRPr>
            </a:lvl8pPr>
            <a:lvl9pPr>
              <a:defRPr sz="2100" b="0">
                <a:solidFill>
                  <a:srgbClr val="DCE5D2"/>
                </a:solidFill>
              </a:defRPr>
            </a:lvl9pPr>
          </a:lstStyle>
          <a:p xmlns:a="http://schemas.openxmlformats.org/drawingml/2006/main">
            <a:pPr>
              <a:defRPr sz="2100" b="0">
                <a:solidFill>
                  <a:srgbClr val="DCE5D2"/>
                </a:solidFill>
              </a:defRPr>
            </a:pPr>
            <a:r>
              <a:rPr sz="2100" b="0">
                <a:solidFill>
                  <a:srgbClr val="DCE5D2"/>
                </a:solidFill>
              </a:rPr>
              <a:t>Lock · timeouts · per-step reports</a:t>
            </a:r>
          </a:p>
        </p:txBody>
      </p:sp>
      <p:sp>
        <p:nvSpPr>
          <p:cNvPr id="6" name="">
            <a:extLst xmlns:a="http://schemas.openxmlformats.org/drawingml/2006/main">
              <a:ext uri="{FF2B5EF4-FFF2-40B4-BE49-F238E27FC236}">
                <a16:creationId xmlns:a16="http://schemas.microsoft.com/office/drawing/2014/main" id="{E478F227-A004-4137-82F1-C7ACD8E93C09}"/>
              </a:ext>
            </a:extLst>
          </p:cNvPr>
          <p:cNvSpPr>
            <a:spLocks xmlns:a="http://schemas.openxmlformats.org/drawingml/2006/main" noGrp="1"/>
          </p:cNvSpPr>
          <p:nvPr/>
        </p:nvSpPr>
        <p:spPr>
          <a:xfrm xmlns:a="http://schemas.openxmlformats.org/drawingml/2006/main">
            <a:off x="609600" y="2952750"/>
            <a:ext cx="2514600" cy="1685925"/>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7" name="">
            <a:extLst xmlns:a="http://schemas.openxmlformats.org/drawingml/2006/main">
              <a:ext uri="{FF2B5EF4-FFF2-40B4-BE49-F238E27FC236}">
                <a16:creationId xmlns:a16="http://schemas.microsoft.com/office/drawing/2014/main" id="{00BC8C4D-2C81-4BC9-BC5D-9E665545E6A2}"/>
              </a:ext>
            </a:extLst>
          </p:cNvPr>
          <p:cNvSpPr>
            <a:spLocks xmlns:a="http://schemas.openxmlformats.org/drawingml/2006/main" noGrp="1"/>
          </p:cNvSpPr>
          <p:nvPr/>
        </p:nvSpPr>
        <p:spPr>
          <a:xfrm xmlns:a="http://schemas.openxmlformats.org/drawingml/2006/main">
            <a:off x="771525" y="3105150"/>
            <a:ext cx="21907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23B32"/>
                </a:solidFill>
              </a:defRPr>
            </a:defPPr>
            <a:lvl1pPr>
              <a:defRPr sz="2250" b="1">
                <a:solidFill>
                  <a:srgbClr val="123B32"/>
                </a:solidFill>
              </a:defRPr>
            </a:lvl1pPr>
            <a:lvl2pPr>
              <a:defRPr sz="2250" b="1">
                <a:solidFill>
                  <a:srgbClr val="123B32"/>
                </a:solidFill>
              </a:defRPr>
            </a:lvl2pPr>
            <a:lvl3pPr>
              <a:defRPr sz="2250" b="1">
                <a:solidFill>
                  <a:srgbClr val="123B32"/>
                </a:solidFill>
              </a:defRPr>
            </a:lvl3pPr>
            <a:lvl4pPr>
              <a:defRPr sz="2250" b="1">
                <a:solidFill>
                  <a:srgbClr val="123B32"/>
                </a:solidFill>
              </a:defRPr>
            </a:lvl4pPr>
            <a:lvl5pPr>
              <a:defRPr sz="2250" b="1">
                <a:solidFill>
                  <a:srgbClr val="123B32"/>
                </a:solidFill>
              </a:defRPr>
            </a:lvl5pPr>
            <a:lvl6pPr>
              <a:defRPr sz="2250" b="1">
                <a:solidFill>
                  <a:srgbClr val="123B32"/>
                </a:solidFill>
              </a:defRPr>
            </a:lvl6pPr>
            <a:lvl7pPr>
              <a:defRPr sz="2250" b="1">
                <a:solidFill>
                  <a:srgbClr val="123B32"/>
                </a:solidFill>
              </a:defRPr>
            </a:lvl7pPr>
            <a:lvl8pPr>
              <a:defRPr sz="2250" b="1">
                <a:solidFill>
                  <a:srgbClr val="123B32"/>
                </a:solidFill>
              </a:defRPr>
            </a:lvl8pPr>
            <a:lvl9pPr>
              <a:defRPr sz="2250" b="1">
                <a:solidFill>
                  <a:srgbClr val="123B32"/>
                </a:solidFill>
              </a:defRPr>
            </a:lvl9pPr>
          </a:lstStyle>
          <a:p xmlns:a="http://schemas.openxmlformats.org/drawingml/2006/main">
            <a:pPr>
              <a:defRPr sz="2250" b="1">
                <a:solidFill>
                  <a:srgbClr val="123B32"/>
                </a:solidFill>
              </a:defRPr>
            </a:pPr>
            <a:r>
              <a:rPr sz="2250" b="1">
                <a:solidFill>
                  <a:srgbClr val="123B32"/>
                </a:solidFill>
              </a:rPr>
              <a:t>Landing</a:t>
            </a:r>
          </a:p>
        </p:txBody>
      </p:sp>
      <p:sp>
        <p:nvSpPr>
          <p:cNvPr id="8" name="">
            <a:extLst xmlns:a="http://schemas.openxmlformats.org/drawingml/2006/main">
              <a:ext uri="{FF2B5EF4-FFF2-40B4-BE49-F238E27FC236}">
                <a16:creationId xmlns:a16="http://schemas.microsoft.com/office/drawing/2014/main" id="{6DFAA6DD-0E68-426F-9326-03DE4CEC8B9D}"/>
              </a:ext>
            </a:extLst>
          </p:cNvPr>
          <p:cNvSpPr>
            <a:spLocks xmlns:a="http://schemas.openxmlformats.org/drawingml/2006/main" noGrp="1"/>
          </p:cNvSpPr>
          <p:nvPr/>
        </p:nvSpPr>
        <p:spPr>
          <a:xfrm xmlns:a="http://schemas.openxmlformats.org/drawingml/2006/main">
            <a:off x="771525" y="3543300"/>
            <a:ext cx="22383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23B32"/>
                </a:solidFill>
              </a:defRPr>
            </a:defPPr>
            <a:lvl1pPr>
              <a:defRPr sz="1950" b="0">
                <a:solidFill>
                  <a:srgbClr val="123B32"/>
                </a:solidFill>
              </a:defRPr>
            </a:lvl1pPr>
            <a:lvl2pPr>
              <a:defRPr sz="1950" b="0">
                <a:solidFill>
                  <a:srgbClr val="123B32"/>
                </a:solidFill>
              </a:defRPr>
            </a:lvl2pPr>
            <a:lvl3pPr>
              <a:defRPr sz="1950" b="0">
                <a:solidFill>
                  <a:srgbClr val="123B32"/>
                </a:solidFill>
              </a:defRPr>
            </a:lvl3pPr>
            <a:lvl4pPr>
              <a:defRPr sz="1950" b="0">
                <a:solidFill>
                  <a:srgbClr val="123B32"/>
                </a:solidFill>
              </a:defRPr>
            </a:lvl4pPr>
            <a:lvl5pPr>
              <a:defRPr sz="1950" b="0">
                <a:solidFill>
                  <a:srgbClr val="123B32"/>
                </a:solidFill>
              </a:defRPr>
            </a:lvl5pPr>
            <a:lvl6pPr>
              <a:defRPr sz="1950" b="0">
                <a:solidFill>
                  <a:srgbClr val="123B32"/>
                </a:solidFill>
              </a:defRPr>
            </a:lvl6pPr>
            <a:lvl7pPr>
              <a:defRPr sz="1950" b="0">
                <a:solidFill>
                  <a:srgbClr val="123B32"/>
                </a:solidFill>
              </a:defRPr>
            </a:lvl7pPr>
            <a:lvl8pPr>
              <a:defRPr sz="1950" b="0">
                <a:solidFill>
                  <a:srgbClr val="123B32"/>
                </a:solidFill>
              </a:defRPr>
            </a:lvl8pPr>
            <a:lvl9pPr>
              <a:defRPr sz="1950" b="0">
                <a:solidFill>
                  <a:srgbClr val="123B32"/>
                </a:solidFill>
              </a:defRPr>
            </a:lvl9pPr>
          </a:lstStyle>
          <a:p xmlns:a="http://schemas.openxmlformats.org/drawingml/2006/main">
            <a:pPr>
              <a:defRPr sz="1950" b="0">
                <a:solidFill>
                  <a:srgbClr val="123B32"/>
                </a:solidFill>
              </a:defRPr>
            </a:pPr>
            <a:r>
              <a:rPr sz="1950" b="0">
                <a:solidFill>
                  <a:srgbClr val="123B32"/>
                </a:solidFill>
              </a:rPr>
              <a:t>Preserve</a:t>
            </a:r>
          </a:p>
          <a:p xmlns:a="http://schemas.openxmlformats.org/drawingml/2006/main">
            <a:pPr>
              <a:defRPr sz="1950" b="0">
                <a:solidFill>
                  <a:srgbClr val="123B32"/>
                </a:solidFill>
              </a:defRPr>
            </a:pPr>
            <a:r>
              <a:rPr sz="1950" b="0">
                <a:solidFill>
                  <a:srgbClr val="123B32"/>
                </a:solidFill>
              </a:rPr>
              <a:t>originals</a:t>
            </a:r>
          </a:p>
        </p:txBody>
      </p:sp>
      <p:sp>
        <p:nvSpPr>
          <p:cNvPr id="9" name="">
            <a:extLst xmlns:a="http://schemas.openxmlformats.org/drawingml/2006/main">
              <a:ext uri="{FF2B5EF4-FFF2-40B4-BE49-F238E27FC236}">
                <a16:creationId xmlns:a16="http://schemas.microsoft.com/office/drawing/2014/main" id="{204FA7C2-B786-4588-817D-FB0680FD7F6D}"/>
              </a:ext>
            </a:extLst>
          </p:cNvPr>
          <p:cNvSpPr>
            <a:spLocks xmlns:a="http://schemas.openxmlformats.org/drawingml/2006/main" noGrp="1"/>
          </p:cNvSpPr>
          <p:nvPr/>
        </p:nvSpPr>
        <p:spPr>
          <a:xfrm xmlns:a="http://schemas.openxmlformats.org/drawingml/2006/main">
            <a:off x="3381375" y="2952750"/>
            <a:ext cx="2514600" cy="1685925"/>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10" name="">
            <a:extLst xmlns:a="http://schemas.openxmlformats.org/drawingml/2006/main">
              <a:ext uri="{FF2B5EF4-FFF2-40B4-BE49-F238E27FC236}">
                <a16:creationId xmlns:a16="http://schemas.microsoft.com/office/drawing/2014/main" id="{DE5D1E6E-2CBB-45F1-954B-F2AF68BEC044}"/>
              </a:ext>
            </a:extLst>
          </p:cNvPr>
          <p:cNvSpPr>
            <a:spLocks xmlns:a="http://schemas.openxmlformats.org/drawingml/2006/main" noGrp="1"/>
          </p:cNvSpPr>
          <p:nvPr/>
        </p:nvSpPr>
        <p:spPr>
          <a:xfrm xmlns:a="http://schemas.openxmlformats.org/drawingml/2006/main">
            <a:off x="3543300" y="3105150"/>
            <a:ext cx="21907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23B32"/>
                </a:solidFill>
              </a:defRPr>
            </a:defPPr>
            <a:lvl1pPr>
              <a:defRPr sz="2250" b="1">
                <a:solidFill>
                  <a:srgbClr val="123B32"/>
                </a:solidFill>
              </a:defRPr>
            </a:lvl1pPr>
            <a:lvl2pPr>
              <a:defRPr sz="2250" b="1">
                <a:solidFill>
                  <a:srgbClr val="123B32"/>
                </a:solidFill>
              </a:defRPr>
            </a:lvl2pPr>
            <a:lvl3pPr>
              <a:defRPr sz="2250" b="1">
                <a:solidFill>
                  <a:srgbClr val="123B32"/>
                </a:solidFill>
              </a:defRPr>
            </a:lvl3pPr>
            <a:lvl4pPr>
              <a:defRPr sz="2250" b="1">
                <a:solidFill>
                  <a:srgbClr val="123B32"/>
                </a:solidFill>
              </a:defRPr>
            </a:lvl4pPr>
            <a:lvl5pPr>
              <a:defRPr sz="2250" b="1">
                <a:solidFill>
                  <a:srgbClr val="123B32"/>
                </a:solidFill>
              </a:defRPr>
            </a:lvl5pPr>
            <a:lvl6pPr>
              <a:defRPr sz="2250" b="1">
                <a:solidFill>
                  <a:srgbClr val="123B32"/>
                </a:solidFill>
              </a:defRPr>
            </a:lvl6pPr>
            <a:lvl7pPr>
              <a:defRPr sz="2250" b="1">
                <a:solidFill>
                  <a:srgbClr val="123B32"/>
                </a:solidFill>
              </a:defRPr>
            </a:lvl7pPr>
            <a:lvl8pPr>
              <a:defRPr sz="2250" b="1">
                <a:solidFill>
                  <a:srgbClr val="123B32"/>
                </a:solidFill>
              </a:defRPr>
            </a:lvl8pPr>
            <a:lvl9pPr>
              <a:defRPr sz="2250" b="1">
                <a:solidFill>
                  <a:srgbClr val="123B32"/>
                </a:solidFill>
              </a:defRPr>
            </a:lvl9pPr>
          </a:lstStyle>
          <a:p xmlns:a="http://schemas.openxmlformats.org/drawingml/2006/main">
            <a:pPr>
              <a:defRPr sz="2250" b="1">
                <a:solidFill>
                  <a:srgbClr val="123B32"/>
                </a:solidFill>
              </a:defRPr>
            </a:pPr>
            <a:r>
              <a:rPr sz="2250" b="1">
                <a:solidFill>
                  <a:srgbClr val="123B32"/>
                </a:solidFill>
              </a:rPr>
              <a:t>Formatted</a:t>
            </a:r>
          </a:p>
        </p:txBody>
      </p:sp>
      <p:sp>
        <p:nvSpPr>
          <p:cNvPr id="11" name="">
            <a:extLst xmlns:a="http://schemas.openxmlformats.org/drawingml/2006/main">
              <a:ext uri="{FF2B5EF4-FFF2-40B4-BE49-F238E27FC236}">
                <a16:creationId xmlns:a16="http://schemas.microsoft.com/office/drawing/2014/main" id="{7BE5EFC0-D541-45F5-872E-9DD0457D9DAC}"/>
              </a:ext>
            </a:extLst>
          </p:cNvPr>
          <p:cNvSpPr>
            <a:spLocks xmlns:a="http://schemas.openxmlformats.org/drawingml/2006/main" noGrp="1"/>
          </p:cNvSpPr>
          <p:nvPr/>
        </p:nvSpPr>
        <p:spPr>
          <a:xfrm xmlns:a="http://schemas.openxmlformats.org/drawingml/2006/main">
            <a:off x="3543300" y="3543300"/>
            <a:ext cx="22383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23B32"/>
                </a:solidFill>
              </a:defRPr>
            </a:defPPr>
            <a:lvl1pPr>
              <a:defRPr sz="1950" b="0">
                <a:solidFill>
                  <a:srgbClr val="123B32"/>
                </a:solidFill>
              </a:defRPr>
            </a:lvl1pPr>
            <a:lvl2pPr>
              <a:defRPr sz="1950" b="0">
                <a:solidFill>
                  <a:srgbClr val="123B32"/>
                </a:solidFill>
              </a:defRPr>
            </a:lvl2pPr>
            <a:lvl3pPr>
              <a:defRPr sz="1950" b="0">
                <a:solidFill>
                  <a:srgbClr val="123B32"/>
                </a:solidFill>
              </a:defRPr>
            </a:lvl3pPr>
            <a:lvl4pPr>
              <a:defRPr sz="1950" b="0">
                <a:solidFill>
                  <a:srgbClr val="123B32"/>
                </a:solidFill>
              </a:defRPr>
            </a:lvl4pPr>
            <a:lvl5pPr>
              <a:defRPr sz="1950" b="0">
                <a:solidFill>
                  <a:srgbClr val="123B32"/>
                </a:solidFill>
              </a:defRPr>
            </a:lvl5pPr>
            <a:lvl6pPr>
              <a:defRPr sz="1950" b="0">
                <a:solidFill>
                  <a:srgbClr val="123B32"/>
                </a:solidFill>
              </a:defRPr>
            </a:lvl6pPr>
            <a:lvl7pPr>
              <a:defRPr sz="1950" b="0">
                <a:solidFill>
                  <a:srgbClr val="123B32"/>
                </a:solidFill>
              </a:defRPr>
            </a:lvl7pPr>
            <a:lvl8pPr>
              <a:defRPr sz="1950" b="0">
                <a:solidFill>
                  <a:srgbClr val="123B32"/>
                </a:solidFill>
              </a:defRPr>
            </a:lvl8pPr>
            <a:lvl9pPr>
              <a:defRPr sz="1950" b="0">
                <a:solidFill>
                  <a:srgbClr val="123B32"/>
                </a:solidFill>
              </a:defRPr>
            </a:lvl9pPr>
          </a:lstStyle>
          <a:p xmlns:a="http://schemas.openxmlformats.org/drawingml/2006/main">
            <a:pPr>
              <a:defRPr sz="1950" b="0">
                <a:solidFill>
                  <a:srgbClr val="123B32"/>
                </a:solidFill>
              </a:defRPr>
            </a:pPr>
            <a:r>
              <a:rPr sz="1950" b="0">
                <a:solidFill>
                  <a:srgbClr val="123B32"/>
                </a:solidFill>
              </a:rPr>
              <a:t>Standardise</a:t>
            </a:r>
          </a:p>
          <a:p xmlns:a="http://schemas.openxmlformats.org/drawingml/2006/main">
            <a:pPr>
              <a:defRPr sz="1950" b="0">
                <a:solidFill>
                  <a:srgbClr val="123B32"/>
                </a:solidFill>
              </a:defRPr>
            </a:pPr>
            <a:r>
              <a:rPr sz="1950" b="0">
                <a:solidFill>
                  <a:srgbClr val="123B32"/>
                </a:solidFill>
              </a:rPr>
              <a:t>representation</a:t>
            </a:r>
          </a:p>
        </p:txBody>
      </p:sp>
      <p:sp>
        <p:nvSpPr>
          <p:cNvPr id="13" name="">
            <a:extLst xmlns:a="http://schemas.openxmlformats.org/drawingml/2006/main">
              <a:ext uri="{FF2B5EF4-FFF2-40B4-BE49-F238E27FC236}">
                <a16:creationId xmlns:a16="http://schemas.microsoft.com/office/drawing/2014/main" id="{5E9CB112-452C-4313-A2FA-2B7294DA88F9}"/>
              </a:ext>
            </a:extLst>
          </p:cNvPr>
          <p:cNvSpPr>
            <a:spLocks xmlns:a="http://schemas.openxmlformats.org/drawingml/2006/main" noGrp="1"/>
          </p:cNvSpPr>
          <p:nvPr/>
        </p:nvSpPr>
        <p:spPr>
          <a:xfrm xmlns:a="http://schemas.openxmlformats.org/drawingml/2006/main">
            <a:off x="6153150" y="2952750"/>
            <a:ext cx="2514600" cy="1685925"/>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14" name="">
            <a:extLst xmlns:a="http://schemas.openxmlformats.org/drawingml/2006/main">
              <a:ext uri="{FF2B5EF4-FFF2-40B4-BE49-F238E27FC236}">
                <a16:creationId xmlns:a16="http://schemas.microsoft.com/office/drawing/2014/main" id="{EB342218-33F7-48FE-BEC4-BCA10BB162AD}"/>
              </a:ext>
            </a:extLst>
          </p:cNvPr>
          <p:cNvSpPr>
            <a:spLocks xmlns:a="http://schemas.openxmlformats.org/drawingml/2006/main" noGrp="1"/>
          </p:cNvSpPr>
          <p:nvPr/>
        </p:nvSpPr>
        <p:spPr>
          <a:xfrm xmlns:a="http://schemas.openxmlformats.org/drawingml/2006/main">
            <a:off x="6315075" y="3105150"/>
            <a:ext cx="21907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23B32"/>
                </a:solidFill>
              </a:defRPr>
            </a:defPPr>
            <a:lvl1pPr>
              <a:defRPr sz="2250" b="1">
                <a:solidFill>
                  <a:srgbClr val="123B32"/>
                </a:solidFill>
              </a:defRPr>
            </a:lvl1pPr>
            <a:lvl2pPr>
              <a:defRPr sz="2250" b="1">
                <a:solidFill>
                  <a:srgbClr val="123B32"/>
                </a:solidFill>
              </a:defRPr>
            </a:lvl2pPr>
            <a:lvl3pPr>
              <a:defRPr sz="2250" b="1">
                <a:solidFill>
                  <a:srgbClr val="123B32"/>
                </a:solidFill>
              </a:defRPr>
            </a:lvl3pPr>
            <a:lvl4pPr>
              <a:defRPr sz="2250" b="1">
                <a:solidFill>
                  <a:srgbClr val="123B32"/>
                </a:solidFill>
              </a:defRPr>
            </a:lvl4pPr>
            <a:lvl5pPr>
              <a:defRPr sz="2250" b="1">
                <a:solidFill>
                  <a:srgbClr val="123B32"/>
                </a:solidFill>
              </a:defRPr>
            </a:lvl5pPr>
            <a:lvl6pPr>
              <a:defRPr sz="2250" b="1">
                <a:solidFill>
                  <a:srgbClr val="123B32"/>
                </a:solidFill>
              </a:defRPr>
            </a:lvl6pPr>
            <a:lvl7pPr>
              <a:defRPr sz="2250" b="1">
                <a:solidFill>
                  <a:srgbClr val="123B32"/>
                </a:solidFill>
              </a:defRPr>
            </a:lvl7pPr>
            <a:lvl8pPr>
              <a:defRPr sz="2250" b="1">
                <a:solidFill>
                  <a:srgbClr val="123B32"/>
                </a:solidFill>
              </a:defRPr>
            </a:lvl8pPr>
            <a:lvl9pPr>
              <a:defRPr sz="2250" b="1">
                <a:solidFill>
                  <a:srgbClr val="123B32"/>
                </a:solidFill>
              </a:defRPr>
            </a:lvl9pPr>
          </a:lstStyle>
          <a:p xmlns:a="http://schemas.openxmlformats.org/drawingml/2006/main">
            <a:pPr>
              <a:defRPr sz="2250" b="1">
                <a:solidFill>
                  <a:srgbClr val="123B32"/>
                </a:solidFill>
              </a:defRPr>
            </a:pPr>
            <a:r>
              <a:rPr sz="2250" b="1">
                <a:solidFill>
                  <a:srgbClr val="123B32"/>
                </a:solidFill>
              </a:rPr>
              <a:t>Trusted</a:t>
            </a:r>
          </a:p>
        </p:txBody>
      </p:sp>
      <p:sp>
        <p:nvSpPr>
          <p:cNvPr id="15" name="">
            <a:extLst xmlns:a="http://schemas.openxmlformats.org/drawingml/2006/main">
              <a:ext uri="{FF2B5EF4-FFF2-40B4-BE49-F238E27FC236}">
                <a16:creationId xmlns:a16="http://schemas.microsoft.com/office/drawing/2014/main" id="{F8582543-2EB0-4EB3-9152-715883CECD0E}"/>
              </a:ext>
            </a:extLst>
          </p:cNvPr>
          <p:cNvSpPr>
            <a:spLocks xmlns:a="http://schemas.openxmlformats.org/drawingml/2006/main" noGrp="1"/>
          </p:cNvSpPr>
          <p:nvPr/>
        </p:nvSpPr>
        <p:spPr>
          <a:xfrm xmlns:a="http://schemas.openxmlformats.org/drawingml/2006/main">
            <a:off x="6315075" y="3543300"/>
            <a:ext cx="22383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23B32"/>
                </a:solidFill>
              </a:defRPr>
            </a:defPPr>
            <a:lvl1pPr>
              <a:defRPr sz="1950" b="0">
                <a:solidFill>
                  <a:srgbClr val="123B32"/>
                </a:solidFill>
              </a:defRPr>
            </a:lvl1pPr>
            <a:lvl2pPr>
              <a:defRPr sz="1950" b="0">
                <a:solidFill>
                  <a:srgbClr val="123B32"/>
                </a:solidFill>
              </a:defRPr>
            </a:lvl2pPr>
            <a:lvl3pPr>
              <a:defRPr sz="1950" b="0">
                <a:solidFill>
                  <a:srgbClr val="123B32"/>
                </a:solidFill>
              </a:defRPr>
            </a:lvl3pPr>
            <a:lvl4pPr>
              <a:defRPr sz="1950" b="0">
                <a:solidFill>
                  <a:srgbClr val="123B32"/>
                </a:solidFill>
              </a:defRPr>
            </a:lvl4pPr>
            <a:lvl5pPr>
              <a:defRPr sz="1950" b="0">
                <a:solidFill>
                  <a:srgbClr val="123B32"/>
                </a:solidFill>
              </a:defRPr>
            </a:lvl5pPr>
            <a:lvl6pPr>
              <a:defRPr sz="1950" b="0">
                <a:solidFill>
                  <a:srgbClr val="123B32"/>
                </a:solidFill>
              </a:defRPr>
            </a:lvl6pPr>
            <a:lvl7pPr>
              <a:defRPr sz="1950" b="0">
                <a:solidFill>
                  <a:srgbClr val="123B32"/>
                </a:solidFill>
              </a:defRPr>
            </a:lvl7pPr>
            <a:lvl8pPr>
              <a:defRPr sz="1950" b="0">
                <a:solidFill>
                  <a:srgbClr val="123B32"/>
                </a:solidFill>
              </a:defRPr>
            </a:lvl8pPr>
            <a:lvl9pPr>
              <a:defRPr sz="1950" b="0">
                <a:solidFill>
                  <a:srgbClr val="123B32"/>
                </a:solidFill>
              </a:defRPr>
            </a:lvl9pPr>
          </a:lstStyle>
          <a:p xmlns:a="http://schemas.openxmlformats.org/drawingml/2006/main">
            <a:pPr>
              <a:defRPr sz="1950" b="0">
                <a:solidFill>
                  <a:srgbClr val="123B32"/>
                </a:solidFill>
              </a:defRPr>
            </a:pPr>
            <a:r>
              <a:rPr sz="1950" b="0">
                <a:solidFill>
                  <a:srgbClr val="123B32"/>
                </a:solidFill>
              </a:rPr>
              <a:t>Check quality</a:t>
            </a:r>
          </a:p>
          <a:p xmlns:a="http://schemas.openxmlformats.org/drawingml/2006/main">
            <a:pPr>
              <a:defRPr sz="1950" b="0">
                <a:solidFill>
                  <a:srgbClr val="123B32"/>
                </a:solidFill>
              </a:defRPr>
            </a:pPr>
            <a:r>
              <a:rPr sz="1950" b="0">
                <a:solidFill>
                  <a:srgbClr val="123B32"/>
                </a:solidFill>
              </a:rPr>
              <a:t>and provenance</a:t>
            </a:r>
          </a:p>
        </p:txBody>
      </p:sp>
      <p:sp>
        <p:nvSpPr>
          <p:cNvPr id="17" name="">
            <a:extLst xmlns:a="http://schemas.openxmlformats.org/drawingml/2006/main">
              <a:ext uri="{FF2B5EF4-FFF2-40B4-BE49-F238E27FC236}">
                <a16:creationId xmlns:a16="http://schemas.microsoft.com/office/drawing/2014/main" id="{8ECD38F0-713B-4A06-A4F0-B76A7B3B57FA}"/>
              </a:ext>
            </a:extLst>
          </p:cNvPr>
          <p:cNvSpPr>
            <a:spLocks xmlns:a="http://schemas.openxmlformats.org/drawingml/2006/main" noGrp="1"/>
          </p:cNvSpPr>
          <p:nvPr/>
        </p:nvSpPr>
        <p:spPr>
          <a:xfrm xmlns:a="http://schemas.openxmlformats.org/drawingml/2006/main">
            <a:off x="8924925" y="2952750"/>
            <a:ext cx="2514600" cy="1685925"/>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18" name="">
            <a:extLst xmlns:a="http://schemas.openxmlformats.org/drawingml/2006/main">
              <a:ext uri="{FF2B5EF4-FFF2-40B4-BE49-F238E27FC236}">
                <a16:creationId xmlns:a16="http://schemas.microsoft.com/office/drawing/2014/main" id="{81789078-05A8-40D4-AB4B-F67EC72A6BD4}"/>
              </a:ext>
            </a:extLst>
          </p:cNvPr>
          <p:cNvSpPr>
            <a:spLocks xmlns:a="http://schemas.openxmlformats.org/drawingml/2006/main" noGrp="1"/>
          </p:cNvSpPr>
          <p:nvPr/>
        </p:nvSpPr>
        <p:spPr>
          <a:xfrm xmlns:a="http://schemas.openxmlformats.org/drawingml/2006/main">
            <a:off x="9086850" y="3105150"/>
            <a:ext cx="21907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23B32"/>
                </a:solidFill>
              </a:defRPr>
            </a:defPPr>
            <a:lvl1pPr>
              <a:defRPr sz="2250" b="1">
                <a:solidFill>
                  <a:srgbClr val="123B32"/>
                </a:solidFill>
              </a:defRPr>
            </a:lvl1pPr>
            <a:lvl2pPr>
              <a:defRPr sz="2250" b="1">
                <a:solidFill>
                  <a:srgbClr val="123B32"/>
                </a:solidFill>
              </a:defRPr>
            </a:lvl2pPr>
            <a:lvl3pPr>
              <a:defRPr sz="2250" b="1">
                <a:solidFill>
                  <a:srgbClr val="123B32"/>
                </a:solidFill>
              </a:defRPr>
            </a:lvl3pPr>
            <a:lvl4pPr>
              <a:defRPr sz="2250" b="1">
                <a:solidFill>
                  <a:srgbClr val="123B32"/>
                </a:solidFill>
              </a:defRPr>
            </a:lvl4pPr>
            <a:lvl5pPr>
              <a:defRPr sz="2250" b="1">
                <a:solidFill>
                  <a:srgbClr val="123B32"/>
                </a:solidFill>
              </a:defRPr>
            </a:lvl5pPr>
            <a:lvl6pPr>
              <a:defRPr sz="2250" b="1">
                <a:solidFill>
                  <a:srgbClr val="123B32"/>
                </a:solidFill>
              </a:defRPr>
            </a:lvl6pPr>
            <a:lvl7pPr>
              <a:defRPr sz="2250" b="1">
                <a:solidFill>
                  <a:srgbClr val="123B32"/>
                </a:solidFill>
              </a:defRPr>
            </a:lvl7pPr>
            <a:lvl8pPr>
              <a:defRPr sz="2250" b="1">
                <a:solidFill>
                  <a:srgbClr val="123B32"/>
                </a:solidFill>
              </a:defRPr>
            </a:lvl8pPr>
            <a:lvl9pPr>
              <a:defRPr sz="2250" b="1">
                <a:solidFill>
                  <a:srgbClr val="123B32"/>
                </a:solidFill>
              </a:defRPr>
            </a:lvl9pPr>
          </a:lstStyle>
          <a:p xmlns:a="http://schemas.openxmlformats.org/drawingml/2006/main">
            <a:pPr>
              <a:defRPr sz="2250" b="1">
                <a:solidFill>
                  <a:srgbClr val="123B32"/>
                </a:solidFill>
              </a:defRPr>
            </a:pPr>
            <a:r>
              <a:rPr sz="2250" b="1">
                <a:solidFill>
                  <a:srgbClr val="123B32"/>
                </a:solidFill>
              </a:rPr>
              <a:t>Exploitation</a:t>
            </a:r>
          </a:p>
        </p:txBody>
      </p:sp>
      <p:sp>
        <p:nvSpPr>
          <p:cNvPr id="19" name="">
            <a:extLst xmlns:a="http://schemas.openxmlformats.org/drawingml/2006/main">
              <a:ext uri="{FF2B5EF4-FFF2-40B4-BE49-F238E27FC236}">
                <a16:creationId xmlns:a16="http://schemas.microsoft.com/office/drawing/2014/main" id="{0DBF95E1-4A20-4C65-A8A3-3B2FA9632721}"/>
              </a:ext>
            </a:extLst>
          </p:cNvPr>
          <p:cNvSpPr>
            <a:spLocks xmlns:a="http://schemas.openxmlformats.org/drawingml/2006/main" noGrp="1"/>
          </p:cNvSpPr>
          <p:nvPr/>
        </p:nvSpPr>
        <p:spPr>
          <a:xfrm xmlns:a="http://schemas.openxmlformats.org/drawingml/2006/main">
            <a:off x="9086850" y="3543300"/>
            <a:ext cx="22383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23B32"/>
                </a:solidFill>
              </a:defRPr>
            </a:defPPr>
            <a:lvl1pPr>
              <a:defRPr sz="1950" b="0">
                <a:solidFill>
                  <a:srgbClr val="123B32"/>
                </a:solidFill>
              </a:defRPr>
            </a:lvl1pPr>
            <a:lvl2pPr>
              <a:defRPr sz="1950" b="0">
                <a:solidFill>
                  <a:srgbClr val="123B32"/>
                </a:solidFill>
              </a:defRPr>
            </a:lvl2pPr>
            <a:lvl3pPr>
              <a:defRPr sz="1950" b="0">
                <a:solidFill>
                  <a:srgbClr val="123B32"/>
                </a:solidFill>
              </a:defRPr>
            </a:lvl3pPr>
            <a:lvl4pPr>
              <a:defRPr sz="1950" b="0">
                <a:solidFill>
                  <a:srgbClr val="123B32"/>
                </a:solidFill>
              </a:defRPr>
            </a:lvl4pPr>
            <a:lvl5pPr>
              <a:defRPr sz="1950" b="0">
                <a:solidFill>
                  <a:srgbClr val="123B32"/>
                </a:solidFill>
              </a:defRPr>
            </a:lvl5pPr>
            <a:lvl6pPr>
              <a:defRPr sz="1950" b="0">
                <a:solidFill>
                  <a:srgbClr val="123B32"/>
                </a:solidFill>
              </a:defRPr>
            </a:lvl6pPr>
            <a:lvl7pPr>
              <a:defRPr sz="1950" b="0">
                <a:solidFill>
                  <a:srgbClr val="123B32"/>
                </a:solidFill>
              </a:defRPr>
            </a:lvl7pPr>
            <a:lvl8pPr>
              <a:defRPr sz="1950" b="0">
                <a:solidFill>
                  <a:srgbClr val="123B32"/>
                </a:solidFill>
              </a:defRPr>
            </a:lvl8pPr>
            <a:lvl9pPr>
              <a:defRPr sz="1950" b="0">
                <a:solidFill>
                  <a:srgbClr val="123B32"/>
                </a:solidFill>
              </a:defRPr>
            </a:lvl9pPr>
          </a:lstStyle>
          <a:p xmlns:a="http://schemas.openxmlformats.org/drawingml/2006/main">
            <a:pPr>
              <a:defRPr sz="1950" b="0">
                <a:solidFill>
                  <a:srgbClr val="123B32"/>
                </a:solidFill>
              </a:defRPr>
            </a:pPr>
            <a:r>
              <a:rPr sz="1950" b="0">
                <a:solidFill>
                  <a:srgbClr val="123B32"/>
                </a:solidFill>
              </a:rPr>
              <a:t>Create model</a:t>
            </a:r>
          </a:p>
          <a:p xmlns:a="http://schemas.openxmlformats.org/drawingml/2006/main">
            <a:pPr>
              <a:defRPr sz="1950" b="0">
                <a:solidFill>
                  <a:srgbClr val="123B32"/>
                </a:solidFill>
              </a:defRPr>
            </a:pPr>
            <a:r>
              <a:rPr sz="1950" b="0">
                <a:solidFill>
                  <a:srgbClr val="123B32"/>
                </a:solidFill>
              </a:rPr>
              <a:t>representations</a:t>
            </a:r>
          </a:p>
        </p:txBody>
      </p:sp>
      <p:sp>
        <p:nvSpPr>
          <p:cNvPr id="21" name="">
            <a:extLst xmlns:a="http://schemas.openxmlformats.org/drawingml/2006/main">
              <a:ext uri="{FF2B5EF4-FFF2-40B4-BE49-F238E27FC236}">
                <a16:creationId xmlns:a16="http://schemas.microsoft.com/office/drawing/2014/main" id="{5B6F38F8-AF9D-469D-BEEB-947E0C8CE89B}"/>
              </a:ext>
            </a:extLst>
          </p:cNvPr>
          <p:cNvSpPr>
            <a:spLocks xmlns:a="http://schemas.openxmlformats.org/drawingml/2006/main" noGrp="1"/>
          </p:cNvSpPr>
          <p:nvPr/>
        </p:nvSpPr>
        <p:spPr>
          <a:xfrm xmlns:a="http://schemas.openxmlformats.org/drawingml/2006/main">
            <a:off x="609600" y="4876800"/>
            <a:ext cx="7620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DCE5D2"/>
                </a:solidFill>
              </a:defRPr>
            </a:defPPr>
            <a:lvl1pPr>
              <a:defRPr sz="2025" b="0">
                <a:solidFill>
                  <a:srgbClr val="DCE5D2"/>
                </a:solidFill>
              </a:defRPr>
            </a:lvl1pPr>
            <a:lvl2pPr>
              <a:defRPr sz="2025" b="0">
                <a:solidFill>
                  <a:srgbClr val="DCE5D2"/>
                </a:solidFill>
              </a:defRPr>
            </a:lvl2pPr>
            <a:lvl3pPr>
              <a:defRPr sz="2025" b="0">
                <a:solidFill>
                  <a:srgbClr val="DCE5D2"/>
                </a:solidFill>
              </a:defRPr>
            </a:lvl3pPr>
            <a:lvl4pPr>
              <a:defRPr sz="2025" b="0">
                <a:solidFill>
                  <a:srgbClr val="DCE5D2"/>
                </a:solidFill>
              </a:defRPr>
            </a:lvl4pPr>
            <a:lvl5pPr>
              <a:defRPr sz="2025" b="0">
                <a:solidFill>
                  <a:srgbClr val="DCE5D2"/>
                </a:solidFill>
              </a:defRPr>
            </a:lvl5pPr>
            <a:lvl6pPr>
              <a:defRPr sz="2025" b="0">
                <a:solidFill>
                  <a:srgbClr val="DCE5D2"/>
                </a:solidFill>
              </a:defRPr>
            </a:lvl6pPr>
            <a:lvl7pPr>
              <a:defRPr sz="2025" b="0">
                <a:solidFill>
                  <a:srgbClr val="DCE5D2"/>
                </a:solidFill>
              </a:defRPr>
            </a:lvl7pPr>
            <a:lvl8pPr>
              <a:defRPr sz="2025" b="0">
                <a:solidFill>
                  <a:srgbClr val="DCE5D2"/>
                </a:solidFill>
              </a:defRPr>
            </a:lvl8pPr>
            <a:lvl9pPr>
              <a:defRPr sz="2025" b="0">
                <a:solidFill>
                  <a:srgbClr val="DCE5D2"/>
                </a:solidFill>
              </a:defRPr>
            </a:lvl9pPr>
          </a:lstStyle>
          <a:p xmlns:a="http://schemas.openxmlformats.org/drawingml/2006/main">
            <a:pPr>
              <a:defRPr sz="2025" b="0">
                <a:solidFill>
                  <a:srgbClr val="DCE5D2"/>
                </a:solidFill>
              </a:defRPr>
            </a:pPr>
            <a:r>
              <a:rPr sz="2025" b="0">
                <a:solidFill>
                  <a:srgbClr val="DCE5D2"/>
                </a:solidFill>
              </a:rPr>
              <a:t>S3-compatible object storage in Docker</a:t>
            </a:r>
          </a:p>
        </p:txBody>
      </p:sp>
      <p:sp>
        <p:nvSpPr>
          <p:cNvPr id="22" name="">
            <a:extLst xmlns:a="http://schemas.openxmlformats.org/drawingml/2006/main">
              <a:ext uri="{FF2B5EF4-FFF2-40B4-BE49-F238E27FC236}">
                <a16:creationId xmlns:a16="http://schemas.microsoft.com/office/drawing/2014/main" id="{FD40DBCE-F76B-42CB-9C25-6F9A076C7930}"/>
              </a:ext>
            </a:extLst>
          </p:cNvPr>
          <p:cNvSpPr>
            <a:spLocks xmlns:a="http://schemas.openxmlformats.org/drawingml/2006/main" noGrp="1"/>
          </p:cNvSpPr>
          <p:nvPr/>
        </p:nvSpPr>
        <p:spPr>
          <a:xfrm xmlns:a="http://schemas.openxmlformats.org/drawingml/2006/main">
            <a:off x="8924925" y="5286375"/>
            <a:ext cx="2514600" cy="619125"/>
          </a:xfrm>
          <a:prstGeom xmlns:a="http://schemas.openxmlformats.org/drawingml/2006/main" prst="rect">
            <a:avLst/>
          </a:prstGeom>
          <a:solidFill xmlns:a="http://schemas.openxmlformats.org/drawingml/2006/main">
            <a:srgbClr val="DCE5D2"/>
          </a:solidFill>
          <a:ln xmlns:a="http://schemas.openxmlformats.org/drawingml/2006/main" w="12383">
            <a:solidFill>
              <a:srgbClr val="A2B5A4"/>
            </a:solidFill>
          </a:ln>
        </p:spPr>
      </p:sp>
      <p:sp>
        <p:nvSpPr>
          <p:cNvPr id="23" name="">
            <a:extLst xmlns:a="http://schemas.openxmlformats.org/drawingml/2006/main">
              <a:ext uri="{FF2B5EF4-FFF2-40B4-BE49-F238E27FC236}">
                <a16:creationId xmlns:a16="http://schemas.microsoft.com/office/drawing/2014/main" id="{61E1201C-52B9-4358-A22A-F646881D5BE8}"/>
              </a:ext>
            </a:extLst>
          </p:cNvPr>
          <p:cNvSpPr>
            <a:spLocks xmlns:a="http://schemas.openxmlformats.org/drawingml/2006/main" noGrp="1"/>
          </p:cNvSpPr>
          <p:nvPr/>
        </p:nvSpPr>
        <p:spPr>
          <a:xfrm xmlns:a="http://schemas.openxmlformats.org/drawingml/2006/main">
            <a:off x="9086850" y="5438775"/>
            <a:ext cx="219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23B32"/>
                </a:solidFill>
              </a:defRPr>
            </a:defPPr>
            <a:lvl1pPr>
              <a:defRPr sz="1950" b="1">
                <a:solidFill>
                  <a:srgbClr val="123B32"/>
                </a:solidFill>
              </a:defRPr>
            </a:lvl1pPr>
            <a:lvl2pPr>
              <a:defRPr sz="1950" b="1">
                <a:solidFill>
                  <a:srgbClr val="123B32"/>
                </a:solidFill>
              </a:defRPr>
            </a:lvl2pPr>
            <a:lvl3pPr>
              <a:defRPr sz="1950" b="1">
                <a:solidFill>
                  <a:srgbClr val="123B32"/>
                </a:solidFill>
              </a:defRPr>
            </a:lvl3pPr>
            <a:lvl4pPr>
              <a:defRPr sz="1950" b="1">
                <a:solidFill>
                  <a:srgbClr val="123B32"/>
                </a:solidFill>
              </a:defRPr>
            </a:lvl4pPr>
            <a:lvl5pPr>
              <a:defRPr sz="1950" b="1">
                <a:solidFill>
                  <a:srgbClr val="123B32"/>
                </a:solidFill>
              </a:defRPr>
            </a:lvl5pPr>
            <a:lvl6pPr>
              <a:defRPr sz="1950" b="1">
                <a:solidFill>
                  <a:srgbClr val="123B32"/>
                </a:solidFill>
              </a:defRPr>
            </a:lvl6pPr>
            <a:lvl7pPr>
              <a:defRPr sz="1950" b="1">
                <a:solidFill>
                  <a:srgbClr val="123B32"/>
                </a:solidFill>
              </a:defRPr>
            </a:lvl7pPr>
            <a:lvl8pPr>
              <a:defRPr sz="1950" b="1">
                <a:solidFill>
                  <a:srgbClr val="123B32"/>
                </a:solidFill>
              </a:defRPr>
            </a:lvl8pPr>
            <a:lvl9pPr>
              <a:defRPr sz="1950" b="1">
                <a:solidFill>
                  <a:srgbClr val="123B32"/>
                </a:solidFill>
              </a:defRPr>
            </a:lvl9pPr>
          </a:lstStyle>
          <a:p xmlns:a="http://schemas.openxmlformats.org/drawingml/2006/main">
            <a:pPr>
              <a:defRPr sz="1950" b="1">
                <a:solidFill>
                  <a:srgbClr val="123B32"/>
                </a:solidFill>
              </a:defRPr>
            </a:pPr>
            <a:r>
              <a:rPr sz="1950" b="1">
                <a:solidFill>
                  <a:srgbClr val="123B32"/>
                </a:solidFill>
              </a:rPr>
              <a:t>Query snapshot</a:t>
            </a:r>
          </a:p>
        </p:txBody>
      </p:sp>
      <p:sp>
        <p:nvSpPr>
          <p:cNvPr id="25" name="">
            <a:extLst xmlns:a="http://schemas.openxmlformats.org/drawingml/2006/main">
              <a:ext uri="{FF2B5EF4-FFF2-40B4-BE49-F238E27FC236}">
                <a16:creationId xmlns:a16="http://schemas.microsoft.com/office/drawing/2014/main" id="{0EB4023E-36E4-4481-9CF3-E25076F5BAE5}"/>
              </a:ext>
            </a:extLst>
          </p:cNvPr>
          <p:cNvSpPr>
            <a:spLocks xmlns:a="http://schemas.openxmlformats.org/drawingml/2006/main" noGrp="1"/>
          </p:cNvSpPr>
          <p:nvPr/>
        </p:nvSpPr>
        <p:spPr>
          <a:xfrm xmlns:a="http://schemas.openxmlformats.org/drawingml/2006/main">
            <a:off x="5943600" y="5286375"/>
            <a:ext cx="2514600" cy="619125"/>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26" name="">
            <a:extLst xmlns:a="http://schemas.openxmlformats.org/drawingml/2006/main">
              <a:ext uri="{FF2B5EF4-FFF2-40B4-BE49-F238E27FC236}">
                <a16:creationId xmlns:a16="http://schemas.microsoft.com/office/drawing/2014/main" id="{54B4430D-B6B5-4BB5-9889-17C3A302FBF4}"/>
              </a:ext>
            </a:extLst>
          </p:cNvPr>
          <p:cNvSpPr>
            <a:spLocks xmlns:a="http://schemas.openxmlformats.org/drawingml/2006/main" noGrp="1"/>
          </p:cNvSpPr>
          <p:nvPr/>
        </p:nvSpPr>
        <p:spPr>
          <a:xfrm xmlns:a="http://schemas.openxmlformats.org/drawingml/2006/main">
            <a:off x="6105525" y="5438775"/>
            <a:ext cx="219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23B32"/>
                </a:solidFill>
              </a:defRPr>
            </a:defPPr>
            <a:lvl1pPr>
              <a:defRPr sz="1950" b="1">
                <a:solidFill>
                  <a:srgbClr val="123B32"/>
                </a:solidFill>
              </a:defRPr>
            </a:lvl1pPr>
            <a:lvl2pPr>
              <a:defRPr sz="1950" b="1">
                <a:solidFill>
                  <a:srgbClr val="123B32"/>
                </a:solidFill>
              </a:defRPr>
            </a:lvl2pPr>
            <a:lvl3pPr>
              <a:defRPr sz="1950" b="1">
                <a:solidFill>
                  <a:srgbClr val="123B32"/>
                </a:solidFill>
              </a:defRPr>
            </a:lvl3pPr>
            <a:lvl4pPr>
              <a:defRPr sz="1950" b="1">
                <a:solidFill>
                  <a:srgbClr val="123B32"/>
                </a:solidFill>
              </a:defRPr>
            </a:lvl4pPr>
            <a:lvl5pPr>
              <a:defRPr sz="1950" b="1">
                <a:solidFill>
                  <a:srgbClr val="123B32"/>
                </a:solidFill>
              </a:defRPr>
            </a:lvl5pPr>
            <a:lvl6pPr>
              <a:defRPr sz="1950" b="1">
                <a:solidFill>
                  <a:srgbClr val="123B32"/>
                </a:solidFill>
              </a:defRPr>
            </a:lvl6pPr>
            <a:lvl7pPr>
              <a:defRPr sz="1950" b="1">
                <a:solidFill>
                  <a:srgbClr val="123B32"/>
                </a:solidFill>
              </a:defRPr>
            </a:lvl7pPr>
            <a:lvl8pPr>
              <a:defRPr sz="1950" b="1">
                <a:solidFill>
                  <a:srgbClr val="123B32"/>
                </a:solidFill>
              </a:defRPr>
            </a:lvl8pPr>
            <a:lvl9pPr>
              <a:defRPr sz="1950" b="1">
                <a:solidFill>
                  <a:srgbClr val="123B32"/>
                </a:solidFill>
              </a:defRPr>
            </a:lvl9pPr>
          </a:lstStyle>
          <a:p xmlns:a="http://schemas.openxmlformats.org/drawingml/2006/main">
            <a:pPr>
              <a:defRPr sz="1950" b="1">
                <a:solidFill>
                  <a:srgbClr val="123B32"/>
                </a:solidFill>
              </a:defRPr>
            </a:pPr>
            <a:r>
              <a:rPr sz="1950" b="1">
                <a:solidFill>
                  <a:srgbClr val="123B32"/>
                </a:solidFill>
              </a:rPr>
              <a:t>Tasks 1 / 2 / 3</a:t>
            </a:r>
          </a:p>
        </p:txBody>
      </p:sp>
      <p:sp>
        <p:nvSpPr>
          <p:cNvPr id="28" name="">
            <a:extLst xmlns:a="http://schemas.openxmlformats.org/drawingml/2006/main">
              <a:ext uri="{FF2B5EF4-FFF2-40B4-BE49-F238E27FC236}">
                <a16:creationId xmlns:a16="http://schemas.microsoft.com/office/drawing/2014/main" id="{8FA89EB8-065F-4AC7-A292-29EED5BF394E}"/>
              </a:ext>
            </a:extLst>
          </p:cNvPr>
          <p:cNvSpPr>
            <a:spLocks xmlns:a="http://schemas.openxmlformats.org/drawingml/2006/main" noGrp="1"/>
          </p:cNvSpPr>
          <p:nvPr/>
        </p:nvSpPr>
        <p:spPr>
          <a:xfrm xmlns:a="http://schemas.openxmlformats.org/drawingml/2006/main">
            <a:off x="609600" y="5457825"/>
            <a:ext cx="5048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DCE5D2"/>
                </a:solidFill>
              </a:defRPr>
            </a:defPPr>
            <a:lvl1pPr>
              <a:defRPr sz="2025" b="0">
                <a:solidFill>
                  <a:srgbClr val="DCE5D2"/>
                </a:solidFill>
              </a:defRPr>
            </a:lvl1pPr>
            <a:lvl2pPr>
              <a:defRPr sz="2025" b="0">
                <a:solidFill>
                  <a:srgbClr val="DCE5D2"/>
                </a:solidFill>
              </a:defRPr>
            </a:lvl2pPr>
            <a:lvl3pPr>
              <a:defRPr sz="2025" b="0">
                <a:solidFill>
                  <a:srgbClr val="DCE5D2"/>
                </a:solidFill>
              </a:defRPr>
            </a:lvl3pPr>
            <a:lvl4pPr>
              <a:defRPr sz="2025" b="0">
                <a:solidFill>
                  <a:srgbClr val="DCE5D2"/>
                </a:solidFill>
              </a:defRPr>
            </a:lvl4pPr>
            <a:lvl5pPr>
              <a:defRPr sz="2025" b="0">
                <a:solidFill>
                  <a:srgbClr val="DCE5D2"/>
                </a:solidFill>
              </a:defRPr>
            </a:lvl5pPr>
            <a:lvl6pPr>
              <a:defRPr sz="2025" b="0">
                <a:solidFill>
                  <a:srgbClr val="DCE5D2"/>
                </a:solidFill>
              </a:defRPr>
            </a:lvl6pPr>
            <a:lvl7pPr>
              <a:defRPr sz="2025" b="0">
                <a:solidFill>
                  <a:srgbClr val="DCE5D2"/>
                </a:solidFill>
              </a:defRPr>
            </a:lvl7pPr>
            <a:lvl8pPr>
              <a:defRPr sz="2025" b="0">
                <a:solidFill>
                  <a:srgbClr val="DCE5D2"/>
                </a:solidFill>
              </a:defRPr>
            </a:lvl8pPr>
            <a:lvl9pPr>
              <a:defRPr sz="2025" b="0">
                <a:solidFill>
                  <a:srgbClr val="DCE5D2"/>
                </a:solidFill>
              </a:defRPr>
            </a:lvl9pPr>
          </a:lstStyle>
          <a:p xmlns:a="http://schemas.openxmlformats.org/drawingml/2006/main">
            <a:pPr>
              <a:defRPr sz="2025" b="0">
                <a:solidFill>
                  <a:srgbClr val="DCE5D2"/>
                </a:solidFill>
              </a:defRPr>
            </a:pPr>
            <a:r>
              <a:rPr sz="2025" b="0">
                <a:solidFill>
                  <a:srgbClr val="DCE5D2"/>
                </a:solidFill>
              </a:rPr>
              <a:t>Source keys, hashes and policies</a:t>
            </a:r>
          </a:p>
          <a:p xmlns:a="http://schemas.openxmlformats.org/drawingml/2006/main">
            <a:pPr>
              <a:defRPr sz="2025" b="0">
                <a:solidFill>
                  <a:srgbClr val="DCE5D2"/>
                </a:solidFill>
              </a:defRPr>
            </a:pPr>
            <a:r>
              <a:rPr sz="2025" b="0">
                <a:solidFill>
                  <a:srgbClr val="DCE5D2"/>
                </a:solidFill>
              </a:rPr>
              <a:t>travel with each asset</a:t>
            </a:r>
          </a:p>
        </p:txBody>
      </p:sp>
      <p:sp>
        <p:nvSpPr>
          <p:cNvPr id="29" name="">
            <a:extLst xmlns:a="http://schemas.openxmlformats.org/drawingml/2006/main">
              <a:ext uri="{FF2B5EF4-FFF2-40B4-BE49-F238E27FC236}">
                <a16:creationId xmlns:a16="http://schemas.microsoft.com/office/drawing/2014/main" id="{29BF76F9-05B0-478E-97B9-DA88C526A208}"/>
              </a:ext>
            </a:extLst>
          </p:cNvPr>
          <p:cNvSpPr>
            <a:spLocks xmlns:a="http://schemas.openxmlformats.org/drawingml/2006/main" noGrp="1"/>
          </p:cNvSpPr>
          <p:nvPr/>
        </p:nvSpPr>
        <p:spPr>
          <a:xfrm xmlns:a="http://schemas.openxmlformats.org/drawingml/2006/main">
            <a:off x="8924925" y="4762500"/>
            <a:ext cx="2428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DCE5D2"/>
                </a:solidFill>
              </a:defRPr>
            </a:defPPr>
            <a:lvl1pPr>
              <a:defRPr sz="2025" b="0">
                <a:solidFill>
                  <a:srgbClr val="DCE5D2"/>
                </a:solidFill>
              </a:defRPr>
            </a:lvl1pPr>
            <a:lvl2pPr>
              <a:defRPr sz="2025" b="0">
                <a:solidFill>
                  <a:srgbClr val="DCE5D2"/>
                </a:solidFill>
              </a:defRPr>
            </a:lvl2pPr>
            <a:lvl3pPr>
              <a:defRPr sz="2025" b="0">
                <a:solidFill>
                  <a:srgbClr val="DCE5D2"/>
                </a:solidFill>
              </a:defRPr>
            </a:lvl3pPr>
            <a:lvl4pPr>
              <a:defRPr sz="2025" b="0">
                <a:solidFill>
                  <a:srgbClr val="DCE5D2"/>
                </a:solidFill>
              </a:defRPr>
            </a:lvl4pPr>
            <a:lvl5pPr>
              <a:defRPr sz="2025" b="0">
                <a:solidFill>
                  <a:srgbClr val="DCE5D2"/>
                </a:solidFill>
              </a:defRPr>
            </a:lvl5pPr>
            <a:lvl6pPr>
              <a:defRPr sz="2025" b="0">
                <a:solidFill>
                  <a:srgbClr val="DCE5D2"/>
                </a:solidFill>
              </a:defRPr>
            </a:lvl6pPr>
            <a:lvl7pPr>
              <a:defRPr sz="2025" b="0">
                <a:solidFill>
                  <a:srgbClr val="DCE5D2"/>
                </a:solidFill>
              </a:defRPr>
            </a:lvl7pPr>
            <a:lvl8pPr>
              <a:defRPr sz="2025" b="0">
                <a:solidFill>
                  <a:srgbClr val="DCE5D2"/>
                </a:solidFill>
              </a:defRPr>
            </a:lvl8pPr>
            <a:lvl9pPr>
              <a:defRPr sz="2025" b="0">
                <a:solidFill>
                  <a:srgbClr val="DCE5D2"/>
                </a:solidFill>
              </a:defRPr>
            </a:lvl9pPr>
          </a:lstStyle>
          <a:p xmlns:a="http://schemas.openxmlformats.org/drawingml/2006/main">
            <a:pPr>
              <a:defRPr sz="2025" b="0">
                <a:solidFill>
                  <a:srgbClr val="DCE5D2"/>
                </a:solidFill>
              </a:defRPr>
            </a:pPr>
            <a:r>
              <a:rPr sz="2025" b="0">
                <a:solidFill>
                  <a:srgbClr val="DCE5D2"/>
                </a:solidFill>
              </a:rPr>
              <a:t>Chroma</a:t>
            </a:r>
          </a:p>
        </p:txBody>
      </p:sp>
    </p:spTree>
    <p:extLst>
      <p:ext uri="{BB962C8B-B14F-4D97-AF65-F5344CB8AC3E}">
        <p14:creationId xmlns:p14="http://schemas.microsoft.com/office/powerpoint/2010/main" val="625712860"/>
      </p:ext>
    </p:extLst>
  </p:cSld>
</p:sld>
</file>

<file path=ppt/slides/slide5.xml><?xml version="1.0" encoding="utf-8"?>
<p:sld xmlns:p="http://schemas.openxmlformats.org/presentationml/2006/main">
  <p:cSld>
    <p:bg>
      <p:bgPr>
        <a:solidFill xmlns:a="http://schemas.openxmlformats.org/drawingml/2006/main">
          <a:srgbClr val="F5F1E7"/>
        </a:solidFill>
      </p:bgPr>
    </p:bg>
    <p:spTree>
      <p:nvGrpSpPr>
        <p:cNvPr id="1" name=""/>
        <p:cNvGrpSpPr/>
        <p:nvPr/>
      </p:nvGrpSpPr>
      <p:grpSpPr>
        <a:xfrm xmlns:a="http://schemas.openxmlformats.org/drawingml/2006/main"/>
      </p:grpSpPr>
      <p:cxnSp>
        <p:nvCxnSpPr>
          <p:cNvPr id="11" name="">
            <a:extLst xmlns:a="http://schemas.openxmlformats.org/drawingml/2006/main">
              <a:ext uri="{FF2B5EF4-FFF2-40B4-BE49-F238E27FC236}">
                <a16:creationId xmlns:a16="http://schemas.microsoft.com/office/drawing/2014/main" id="{E224FD55-3E1C-412E-B35D-26B4853608A7}"/>
              </a:ext>
            </a:extLst>
          </p:cNvPr>
          <p:cNvCxnSpPr>
            <a:stCxn xmlns:a="http://schemas.openxmlformats.org/drawingml/2006/main" id="6" idx="3"/>
            <a:endCxn xmlns:a="http://schemas.openxmlformats.org/drawingml/2006/main" id="8" idx="1"/>
          </p:cNvCxnSpPr>
          <p:nvPr/>
        </p:nvCxnSpPr>
        <p:spPr>
          <a:xfrm xmlns:a="http://schemas.openxmlformats.org/drawingml/2006/main">
            <a:off x="7810500" y="3181350"/>
            <a:ext cx="1047750" cy="0"/>
          </a:xfrm>
          <a:prstGeom xmlns:a="http://schemas.openxmlformats.org/drawingml/2006/main" prst="straightConnector1">
            <a:avLst/>
          </a:prstGeom>
          <a:ln xmlns:a="http://schemas.openxmlformats.org/drawingml/2006/main" w="25718">
            <a:solidFill>
              <a:srgbClr val="B85D35"/>
            </a:solidFill>
            <a:prstDash val="solid"/>
            <a:tailEnd type="arrow" w="med" len="med"/>
          </a:ln>
        </p:spPr>
      </p:cxnSp>
      <p:cxnSp>
        <p:nvCxnSpPr>
          <p:cNvPr id="10" name="">
            <a:extLst xmlns:a="http://schemas.openxmlformats.org/drawingml/2006/main">
              <a:ext uri="{FF2B5EF4-FFF2-40B4-BE49-F238E27FC236}">
                <a16:creationId xmlns:a16="http://schemas.microsoft.com/office/drawing/2014/main" id="{9FEF67C7-ECAB-464B-8078-C8692D115F2F}"/>
              </a:ext>
            </a:extLst>
          </p:cNvPr>
          <p:cNvCxnSpPr>
            <a:stCxn xmlns:a="http://schemas.openxmlformats.org/drawingml/2006/main" id="4" idx="3"/>
            <a:endCxn xmlns:a="http://schemas.openxmlformats.org/drawingml/2006/main" id="6" idx="1"/>
          </p:cNvCxnSpPr>
          <p:nvPr/>
        </p:nvCxnSpPr>
        <p:spPr>
          <a:xfrm xmlns:a="http://schemas.openxmlformats.org/drawingml/2006/main">
            <a:off x="3705225" y="3181350"/>
            <a:ext cx="771525" cy="0"/>
          </a:xfrm>
          <a:prstGeom xmlns:a="http://schemas.openxmlformats.org/drawingml/2006/main" prst="straightConnector1">
            <a:avLst/>
          </a:prstGeom>
          <a:ln xmlns:a="http://schemas.openxmlformats.org/drawingml/2006/main" w="25718">
            <a:solidFill>
              <a:srgbClr val="B85D35"/>
            </a:solidFill>
            <a:prstDash val="solid"/>
            <a:tailEnd type="arrow" w="med" len="med"/>
          </a:ln>
        </p:spPr>
      </p:cxnSp>
      <p:sp>
        <p:nvSpPr>
          <p:cNvPr id="15" name="">
            <a:extLst xmlns:a="http://schemas.openxmlformats.org/drawingml/2006/main">
              <a:ext uri="{FF2B5EF4-FFF2-40B4-BE49-F238E27FC236}">
                <a16:creationId xmlns:a16="http://schemas.microsoft.com/office/drawing/2014/main" id="{62C516CE-F438-4AC3-A7F2-6E94FDC3A64F}"/>
              </a:ext>
            </a:extLst>
          </p:cNvPr>
          <p:cNvSpPr>
            <a:spLocks xmlns:a="http://schemas.openxmlformats.org/drawingml/2006/main" noGrp="1"/>
          </p:cNvSpPr>
          <p:nvPr/>
        </p:nvSpPr>
        <p:spPr>
          <a:xfrm xmlns:a="http://schemas.openxmlformats.org/drawingml/2006/main">
            <a:off x="533400" y="428625"/>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23B32"/>
                </a:solidFill>
              </a:defRPr>
            </a:defPPr>
            <a:lvl1pPr>
              <a:defRPr sz="3375" b="1">
                <a:solidFill>
                  <a:srgbClr val="123B32"/>
                </a:solidFill>
              </a:defRPr>
            </a:lvl1pPr>
            <a:lvl2pPr>
              <a:defRPr sz="3375" b="1">
                <a:solidFill>
                  <a:srgbClr val="123B32"/>
                </a:solidFill>
              </a:defRPr>
            </a:lvl2pPr>
            <a:lvl3pPr>
              <a:defRPr sz="3375" b="1">
                <a:solidFill>
                  <a:srgbClr val="123B32"/>
                </a:solidFill>
              </a:defRPr>
            </a:lvl3pPr>
            <a:lvl4pPr>
              <a:defRPr sz="3375" b="1">
                <a:solidFill>
                  <a:srgbClr val="123B32"/>
                </a:solidFill>
              </a:defRPr>
            </a:lvl4pPr>
            <a:lvl5pPr>
              <a:defRPr sz="3375" b="1">
                <a:solidFill>
                  <a:srgbClr val="123B32"/>
                </a:solidFill>
              </a:defRPr>
            </a:lvl5pPr>
            <a:lvl6pPr>
              <a:defRPr sz="3375" b="1">
                <a:solidFill>
                  <a:srgbClr val="123B32"/>
                </a:solidFill>
              </a:defRPr>
            </a:lvl6pPr>
            <a:lvl7pPr>
              <a:defRPr sz="3375" b="1">
                <a:solidFill>
                  <a:srgbClr val="123B32"/>
                </a:solidFill>
              </a:defRPr>
            </a:lvl7pPr>
            <a:lvl8pPr>
              <a:defRPr sz="3375" b="1">
                <a:solidFill>
                  <a:srgbClr val="123B32"/>
                </a:solidFill>
              </a:defRPr>
            </a:lvl8pPr>
            <a:lvl9pPr>
              <a:defRPr sz="3375" b="1">
                <a:solidFill>
                  <a:srgbClr val="123B32"/>
                </a:solidFill>
              </a:defRPr>
            </a:lvl9pPr>
          </a:lstStyle>
          <a:p xmlns:a="http://schemas.openxmlformats.org/drawingml/2006/main">
            <a:pPr>
              <a:defRPr sz="3375" b="1">
                <a:solidFill>
                  <a:srgbClr val="123B32"/>
                </a:solidFill>
              </a:defRPr>
            </a:pPr>
            <a:r>
              <a:rPr sz="3375" b="1">
                <a:solidFill>
                  <a:srgbClr val="123B32"/>
                </a:solidFill>
              </a:rPr>
              <a:t>Landing recognises a completed ingest</a:t>
            </a:r>
          </a:p>
        </p:txBody>
      </p:sp>
      <p:sp>
        <p:nvSpPr>
          <p:cNvPr id="2" name="">
            <a:extLst xmlns:a="http://schemas.openxmlformats.org/drawingml/2006/main">
              <a:ext uri="{FF2B5EF4-FFF2-40B4-BE49-F238E27FC236}">
                <a16:creationId xmlns:a16="http://schemas.microsoft.com/office/drawing/2014/main" id="{55A556B5-F430-482A-9B07-F925278909DE}"/>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2675C"/>
                </a:solidFill>
              </a:defRPr>
            </a:defPPr>
            <a:lvl1pPr>
              <a:defRPr sz="1425" b="0">
                <a:solidFill>
                  <a:srgbClr val="52675C"/>
                </a:solidFill>
              </a:defRPr>
            </a:lvl1pPr>
            <a:lvl2pPr>
              <a:defRPr sz="1425" b="0">
                <a:solidFill>
                  <a:srgbClr val="52675C"/>
                </a:solidFill>
              </a:defRPr>
            </a:lvl2pPr>
            <a:lvl3pPr>
              <a:defRPr sz="1425" b="0">
                <a:solidFill>
                  <a:srgbClr val="52675C"/>
                </a:solidFill>
              </a:defRPr>
            </a:lvl3pPr>
            <a:lvl4pPr>
              <a:defRPr sz="1425" b="0">
                <a:solidFill>
                  <a:srgbClr val="52675C"/>
                </a:solidFill>
              </a:defRPr>
            </a:lvl4pPr>
            <a:lvl5pPr>
              <a:defRPr sz="1425" b="0">
                <a:solidFill>
                  <a:srgbClr val="52675C"/>
                </a:solidFill>
              </a:defRPr>
            </a:lvl5pPr>
            <a:lvl6pPr>
              <a:defRPr sz="1425" b="0">
                <a:solidFill>
                  <a:srgbClr val="52675C"/>
                </a:solidFill>
              </a:defRPr>
            </a:lvl6pPr>
            <a:lvl7pPr>
              <a:defRPr sz="1425" b="0">
                <a:solidFill>
                  <a:srgbClr val="52675C"/>
                </a:solidFill>
              </a:defRPr>
            </a:lvl7pPr>
            <a:lvl8pPr>
              <a:defRPr sz="1425" b="0">
                <a:solidFill>
                  <a:srgbClr val="52675C"/>
                </a:solidFill>
              </a:defRPr>
            </a:lvl8pPr>
            <a:lvl9pPr>
              <a:defRPr sz="1425" b="0">
                <a:solidFill>
                  <a:srgbClr val="52675C"/>
                </a:solidFill>
              </a:defRPr>
            </a:lvl9pPr>
          </a:lstStyle>
          <a:p xmlns:a="http://schemas.openxmlformats.org/drawingml/2006/main">
            <a:pPr>
              <a:defRPr sz="1425" b="0">
                <a:solidFill>
                  <a:srgbClr val="52675C"/>
                </a:solidFill>
              </a:defRPr>
            </a:pPr>
            <a:r>
              <a:rPr sz="1425" b="0">
                <a:solidFill>
                  <a:srgbClr val="52675C"/>
                </a:solidFill>
              </a:rPr>
              <a:t>05</a:t>
            </a:r>
          </a:p>
        </p:txBody>
      </p:sp>
      <p:sp>
        <p:nvSpPr>
          <p:cNvPr id="3" name="">
            <a:extLst xmlns:a="http://schemas.openxmlformats.org/drawingml/2006/main">
              <a:ext uri="{FF2B5EF4-FFF2-40B4-BE49-F238E27FC236}">
                <a16:creationId xmlns:a16="http://schemas.microsoft.com/office/drawing/2014/main" id="{6C096506-67D1-4EB9-9AA0-819BAA742BF2}"/>
              </a:ext>
            </a:extLst>
          </p:cNvPr>
          <p:cNvSpPr>
            <a:spLocks xmlns:a="http://schemas.openxmlformats.org/drawingml/2006/main" noGrp="1"/>
          </p:cNvSpPr>
          <p:nvPr/>
        </p:nvSpPr>
        <p:spPr>
          <a:xfrm xmlns:a="http://schemas.openxmlformats.org/drawingml/2006/main">
            <a:off x="609600" y="161925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1">
                <a:solidFill>
                  <a:srgbClr val="123B32"/>
                </a:solidFill>
              </a:defRPr>
            </a:defPPr>
            <a:lvl1pPr>
              <a:defRPr sz="2475" b="1">
                <a:solidFill>
                  <a:srgbClr val="123B32"/>
                </a:solidFill>
              </a:defRPr>
            </a:lvl1pPr>
            <a:lvl2pPr>
              <a:defRPr sz="2475" b="1">
                <a:solidFill>
                  <a:srgbClr val="123B32"/>
                </a:solidFill>
              </a:defRPr>
            </a:lvl2pPr>
            <a:lvl3pPr>
              <a:defRPr sz="2475" b="1">
                <a:solidFill>
                  <a:srgbClr val="123B32"/>
                </a:solidFill>
              </a:defRPr>
            </a:lvl3pPr>
            <a:lvl4pPr>
              <a:defRPr sz="2475" b="1">
                <a:solidFill>
                  <a:srgbClr val="123B32"/>
                </a:solidFill>
              </a:defRPr>
            </a:lvl4pPr>
            <a:lvl5pPr>
              <a:defRPr sz="2475" b="1">
                <a:solidFill>
                  <a:srgbClr val="123B32"/>
                </a:solidFill>
              </a:defRPr>
            </a:lvl5pPr>
            <a:lvl6pPr>
              <a:defRPr sz="2475" b="1">
                <a:solidFill>
                  <a:srgbClr val="123B32"/>
                </a:solidFill>
              </a:defRPr>
            </a:lvl6pPr>
            <a:lvl7pPr>
              <a:defRPr sz="2475" b="1">
                <a:solidFill>
                  <a:srgbClr val="123B32"/>
                </a:solidFill>
              </a:defRPr>
            </a:lvl7pPr>
            <a:lvl8pPr>
              <a:defRPr sz="2475" b="1">
                <a:solidFill>
                  <a:srgbClr val="123B32"/>
                </a:solidFill>
              </a:defRPr>
            </a:lvl8pPr>
            <a:lvl9pPr>
              <a:defRPr sz="2475" b="1">
                <a:solidFill>
                  <a:srgbClr val="123B32"/>
                </a:solidFill>
              </a:defRPr>
            </a:lvl9pPr>
          </a:lstStyle>
          <a:p xmlns:a="http://schemas.openxmlformats.org/drawingml/2006/main">
            <a:pPr>
              <a:defRPr sz="2475" b="1">
                <a:solidFill>
                  <a:srgbClr val="123B32"/>
                </a:solidFill>
              </a:defRPr>
            </a:pPr>
            <a:r>
              <a:rPr sz="2475" b="1">
                <a:solidFill>
                  <a:srgbClr val="123B32"/>
                </a:solidFill>
              </a:rPr>
              <a:t>Same bytes + same local filename</a:t>
            </a:r>
          </a:p>
        </p:txBody>
      </p:sp>
      <p:sp>
        <p:nvSpPr>
          <p:cNvPr id="4" name="">
            <a:extLst xmlns:a="http://schemas.openxmlformats.org/drawingml/2006/main">
              <a:ext uri="{FF2B5EF4-FFF2-40B4-BE49-F238E27FC236}">
                <a16:creationId xmlns:a16="http://schemas.microsoft.com/office/drawing/2014/main" id="{52A8CD0F-9691-469F-8A36-C0A10B11E3D4}"/>
              </a:ext>
            </a:extLst>
          </p:cNvPr>
          <p:cNvSpPr>
            <a:spLocks xmlns:a="http://schemas.openxmlformats.org/drawingml/2006/main" noGrp="1"/>
          </p:cNvSpPr>
          <p:nvPr/>
        </p:nvSpPr>
        <p:spPr>
          <a:xfrm xmlns:a="http://schemas.openxmlformats.org/drawingml/2006/main">
            <a:off x="609600" y="2638425"/>
            <a:ext cx="3095625" cy="1085850"/>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5" name="">
            <a:extLst xmlns:a="http://schemas.openxmlformats.org/drawingml/2006/main">
              <a:ext uri="{FF2B5EF4-FFF2-40B4-BE49-F238E27FC236}">
                <a16:creationId xmlns:a16="http://schemas.microsoft.com/office/drawing/2014/main" id="{6FCF6AB1-DD88-456A-A96B-299A517E646F}"/>
              </a:ext>
            </a:extLst>
          </p:cNvPr>
          <p:cNvSpPr>
            <a:spLocks xmlns:a="http://schemas.openxmlformats.org/drawingml/2006/main" noGrp="1"/>
          </p:cNvSpPr>
          <p:nvPr/>
        </p:nvSpPr>
        <p:spPr>
          <a:xfrm xmlns:a="http://schemas.openxmlformats.org/drawingml/2006/main">
            <a:off x="771525" y="2790825"/>
            <a:ext cx="2771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23B32"/>
                </a:solidFill>
              </a:defRPr>
            </a:defPPr>
            <a:lvl1pPr>
              <a:defRPr sz="2100" b="1">
                <a:solidFill>
                  <a:srgbClr val="123B32"/>
                </a:solidFill>
              </a:defRPr>
            </a:lvl1pPr>
            <a:lvl2pPr>
              <a:defRPr sz="2100" b="1">
                <a:solidFill>
                  <a:srgbClr val="123B32"/>
                </a:solidFill>
              </a:defRPr>
            </a:lvl2pPr>
            <a:lvl3pPr>
              <a:defRPr sz="2100" b="1">
                <a:solidFill>
                  <a:srgbClr val="123B32"/>
                </a:solidFill>
              </a:defRPr>
            </a:lvl3pPr>
            <a:lvl4pPr>
              <a:defRPr sz="2100" b="1">
                <a:solidFill>
                  <a:srgbClr val="123B32"/>
                </a:solidFill>
              </a:defRPr>
            </a:lvl4pPr>
            <a:lvl5pPr>
              <a:defRPr sz="2100" b="1">
                <a:solidFill>
                  <a:srgbClr val="123B32"/>
                </a:solidFill>
              </a:defRPr>
            </a:lvl5pPr>
            <a:lvl6pPr>
              <a:defRPr sz="2100" b="1">
                <a:solidFill>
                  <a:srgbClr val="123B32"/>
                </a:solidFill>
              </a:defRPr>
            </a:lvl6pPr>
            <a:lvl7pPr>
              <a:defRPr sz="2100" b="1">
                <a:solidFill>
                  <a:srgbClr val="123B32"/>
                </a:solidFill>
              </a:defRPr>
            </a:lvl7pPr>
            <a:lvl8pPr>
              <a:defRPr sz="2100" b="1">
                <a:solidFill>
                  <a:srgbClr val="123B32"/>
                </a:solidFill>
              </a:defRPr>
            </a:lvl8pPr>
            <a:lvl9pPr>
              <a:defRPr sz="2100" b="1">
                <a:solidFill>
                  <a:srgbClr val="123B32"/>
                </a:solidFill>
              </a:defRPr>
            </a:lvl9pPr>
          </a:lstStyle>
          <a:p xmlns:a="http://schemas.openxmlformats.org/drawingml/2006/main">
            <a:pPr>
              <a:defRPr sz="2100" b="1">
                <a:solidFill>
                  <a:srgbClr val="123B32"/>
                </a:solidFill>
              </a:defRPr>
            </a:pPr>
            <a:r>
              <a:rPr sz="2100" b="1">
                <a:solidFill>
                  <a:srgbClr val="123B32"/>
                </a:solidFill>
              </a:rPr>
              <a:t>Temporal identity</a:t>
            </a:r>
          </a:p>
          <a:p xmlns:a="http://schemas.openxmlformats.org/drawingml/2006/main">
            <a:pPr>
              <a:defRPr sz="2100" b="1">
                <a:solidFill>
                  <a:srgbClr val="123B32"/>
                </a:solidFill>
              </a:defRPr>
            </a:pPr>
            <a:r>
              <a:rPr sz="2100" b="1">
                <a:solidFill>
                  <a:srgbClr val="123B32"/>
                </a:solidFill>
              </a:rPr>
              <a:t>hash + filename</a:t>
            </a:r>
          </a:p>
        </p:txBody>
      </p:sp>
      <p:sp>
        <p:nvSpPr>
          <p:cNvPr id="6" name="">
            <a:extLst xmlns:a="http://schemas.openxmlformats.org/drawingml/2006/main">
              <a:ext uri="{FF2B5EF4-FFF2-40B4-BE49-F238E27FC236}">
                <a16:creationId xmlns:a16="http://schemas.microsoft.com/office/drawing/2014/main" id="{B2297FD0-D013-4A3F-B298-B9E4394126A7}"/>
              </a:ext>
            </a:extLst>
          </p:cNvPr>
          <p:cNvSpPr>
            <a:spLocks xmlns:a="http://schemas.openxmlformats.org/drawingml/2006/main" noGrp="1"/>
          </p:cNvSpPr>
          <p:nvPr/>
        </p:nvSpPr>
        <p:spPr>
          <a:xfrm xmlns:a="http://schemas.openxmlformats.org/drawingml/2006/main">
            <a:off x="4476750" y="2638425"/>
            <a:ext cx="3333750" cy="1085850"/>
          </a:xfrm>
          <a:prstGeom xmlns:a="http://schemas.openxmlformats.org/drawingml/2006/main" prst="rect">
            <a:avLst/>
          </a:prstGeom>
          <a:solidFill xmlns:a="http://schemas.openxmlformats.org/drawingml/2006/main">
            <a:srgbClr val="DCE5D2"/>
          </a:solidFill>
          <a:ln xmlns:a="http://schemas.openxmlformats.org/drawingml/2006/main" w="12383">
            <a:solidFill>
              <a:srgbClr val="A2B5A4"/>
            </a:solidFill>
          </a:ln>
        </p:spPr>
      </p:sp>
      <p:sp>
        <p:nvSpPr>
          <p:cNvPr id="7" name="">
            <a:extLst xmlns:a="http://schemas.openxmlformats.org/drawingml/2006/main">
              <a:ext uri="{FF2B5EF4-FFF2-40B4-BE49-F238E27FC236}">
                <a16:creationId xmlns:a16="http://schemas.microsoft.com/office/drawing/2014/main" id="{661C77B2-9A3A-4699-9562-3C10B8FF8357}"/>
              </a:ext>
            </a:extLst>
          </p:cNvPr>
          <p:cNvSpPr>
            <a:spLocks xmlns:a="http://schemas.openxmlformats.org/drawingml/2006/main" noGrp="1"/>
          </p:cNvSpPr>
          <p:nvPr/>
        </p:nvSpPr>
        <p:spPr>
          <a:xfrm xmlns:a="http://schemas.openxmlformats.org/drawingml/2006/main">
            <a:off x="4638675" y="2790825"/>
            <a:ext cx="30099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23B32"/>
                </a:solidFill>
              </a:defRPr>
            </a:defPPr>
            <a:lvl1pPr>
              <a:defRPr sz="2100" b="1">
                <a:solidFill>
                  <a:srgbClr val="123B32"/>
                </a:solidFill>
              </a:defRPr>
            </a:lvl1pPr>
            <a:lvl2pPr>
              <a:defRPr sz="2100" b="1">
                <a:solidFill>
                  <a:srgbClr val="123B32"/>
                </a:solidFill>
              </a:defRPr>
            </a:lvl2pPr>
            <a:lvl3pPr>
              <a:defRPr sz="2100" b="1">
                <a:solidFill>
                  <a:srgbClr val="123B32"/>
                </a:solidFill>
              </a:defRPr>
            </a:lvl3pPr>
            <a:lvl4pPr>
              <a:defRPr sz="2100" b="1">
                <a:solidFill>
                  <a:srgbClr val="123B32"/>
                </a:solidFill>
              </a:defRPr>
            </a:lvl4pPr>
            <a:lvl5pPr>
              <a:defRPr sz="2100" b="1">
                <a:solidFill>
                  <a:srgbClr val="123B32"/>
                </a:solidFill>
              </a:defRPr>
            </a:lvl5pPr>
            <a:lvl6pPr>
              <a:defRPr sz="2100" b="1">
                <a:solidFill>
                  <a:srgbClr val="123B32"/>
                </a:solidFill>
              </a:defRPr>
            </a:lvl6pPr>
            <a:lvl7pPr>
              <a:defRPr sz="2100" b="1">
                <a:solidFill>
                  <a:srgbClr val="123B32"/>
                </a:solidFill>
              </a:defRPr>
            </a:lvl7pPr>
            <a:lvl8pPr>
              <a:defRPr sz="2100" b="1">
                <a:solidFill>
                  <a:srgbClr val="123B32"/>
                </a:solidFill>
              </a:defRPr>
            </a:lvl8pPr>
            <a:lvl9pPr>
              <a:defRPr sz="2100" b="1">
                <a:solidFill>
                  <a:srgbClr val="123B32"/>
                </a:solidFill>
              </a:defRPr>
            </a:lvl9pPr>
          </a:lstStyle>
          <a:p xmlns:a="http://schemas.openxmlformats.org/drawingml/2006/main">
            <a:pPr>
              <a:defRPr sz="2100" b="1">
                <a:solidFill>
                  <a:srgbClr val="123B32"/>
                </a:solidFill>
              </a:defRPr>
            </a:pPr>
            <a:r>
              <a:rPr sz="2100" b="1">
                <a:solidFill>
                  <a:srgbClr val="123B32"/>
                </a:solidFill>
              </a:rPr>
              <a:t>Verified copy</a:t>
            </a:r>
          </a:p>
          <a:p xmlns:a="http://schemas.openxmlformats.org/drawingml/2006/main">
            <a:pPr>
              <a:defRPr sz="2100" b="1">
                <a:solidFill>
                  <a:srgbClr val="123B32"/>
                </a:solidFill>
              </a:defRPr>
            </a:pPr>
            <a:r>
              <a:rPr sz="2100" b="1">
                <a:solidFill>
                  <a:srgbClr val="123B32"/>
                </a:solidFill>
              </a:rPr>
              <a:t>completion marker</a:t>
            </a:r>
          </a:p>
        </p:txBody>
      </p:sp>
      <p:sp>
        <p:nvSpPr>
          <p:cNvPr id="8" name="">
            <a:extLst xmlns:a="http://schemas.openxmlformats.org/drawingml/2006/main">
              <a:ext uri="{FF2B5EF4-FFF2-40B4-BE49-F238E27FC236}">
                <a16:creationId xmlns:a16="http://schemas.microsoft.com/office/drawing/2014/main" id="{2A748DF1-7157-4F59-BC54-0CF309DF303F}"/>
              </a:ext>
            </a:extLst>
          </p:cNvPr>
          <p:cNvSpPr>
            <a:spLocks xmlns:a="http://schemas.openxmlformats.org/drawingml/2006/main" noGrp="1"/>
          </p:cNvSpPr>
          <p:nvPr/>
        </p:nvSpPr>
        <p:spPr>
          <a:xfrm xmlns:a="http://schemas.openxmlformats.org/drawingml/2006/main">
            <a:off x="8858250" y="2638425"/>
            <a:ext cx="2714625" cy="1085850"/>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9" name="">
            <a:extLst xmlns:a="http://schemas.openxmlformats.org/drawingml/2006/main">
              <a:ext uri="{FF2B5EF4-FFF2-40B4-BE49-F238E27FC236}">
                <a16:creationId xmlns:a16="http://schemas.microsoft.com/office/drawing/2014/main" id="{686672F3-2F38-4363-A79C-220964F40046}"/>
              </a:ext>
            </a:extLst>
          </p:cNvPr>
          <p:cNvSpPr>
            <a:spLocks xmlns:a="http://schemas.openxmlformats.org/drawingml/2006/main" noGrp="1"/>
          </p:cNvSpPr>
          <p:nvPr/>
        </p:nvSpPr>
        <p:spPr>
          <a:xfrm xmlns:a="http://schemas.openxmlformats.org/drawingml/2006/main">
            <a:off x="9020175" y="2790825"/>
            <a:ext cx="2390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23B32"/>
                </a:solidFill>
              </a:defRPr>
            </a:defPPr>
            <a:lvl1pPr>
              <a:defRPr sz="2175" b="1">
                <a:solidFill>
                  <a:srgbClr val="123B32"/>
                </a:solidFill>
              </a:defRPr>
            </a:lvl1pPr>
            <a:lvl2pPr>
              <a:defRPr sz="2175" b="1">
                <a:solidFill>
                  <a:srgbClr val="123B32"/>
                </a:solidFill>
              </a:defRPr>
            </a:lvl2pPr>
            <a:lvl3pPr>
              <a:defRPr sz="2175" b="1">
                <a:solidFill>
                  <a:srgbClr val="123B32"/>
                </a:solidFill>
              </a:defRPr>
            </a:lvl3pPr>
            <a:lvl4pPr>
              <a:defRPr sz="2175" b="1">
                <a:solidFill>
                  <a:srgbClr val="123B32"/>
                </a:solidFill>
              </a:defRPr>
            </a:lvl4pPr>
            <a:lvl5pPr>
              <a:defRPr sz="2175" b="1">
                <a:solidFill>
                  <a:srgbClr val="123B32"/>
                </a:solidFill>
              </a:defRPr>
            </a:lvl5pPr>
            <a:lvl6pPr>
              <a:defRPr sz="2175" b="1">
                <a:solidFill>
                  <a:srgbClr val="123B32"/>
                </a:solidFill>
              </a:defRPr>
            </a:lvl6pPr>
            <a:lvl7pPr>
              <a:defRPr sz="2175" b="1">
                <a:solidFill>
                  <a:srgbClr val="123B32"/>
                </a:solidFill>
              </a:defRPr>
            </a:lvl7pPr>
            <a:lvl8pPr>
              <a:defRPr sz="2175" b="1">
                <a:solidFill>
                  <a:srgbClr val="123B32"/>
                </a:solidFill>
              </a:defRPr>
            </a:lvl8pPr>
            <a:lvl9pPr>
              <a:defRPr sz="2175" b="1">
                <a:solidFill>
                  <a:srgbClr val="123B32"/>
                </a:solidFill>
              </a:defRPr>
            </a:lvl9pPr>
          </a:lstStyle>
          <a:p xmlns:a="http://schemas.openxmlformats.org/drawingml/2006/main">
            <a:pPr>
              <a:defRPr sz="2175" b="1">
                <a:solidFill>
                  <a:srgbClr val="123B32"/>
                </a:solidFill>
              </a:defRPr>
            </a:pPr>
            <a:r>
              <a:rPr sz="2175" b="1">
                <a:solidFill>
                  <a:srgbClr val="123B32"/>
                </a:solidFill>
              </a:rPr>
              <a:t>Completed</a:t>
            </a:r>
          </a:p>
          <a:p xmlns:a="http://schemas.openxmlformats.org/drawingml/2006/main">
            <a:pPr>
              <a:defRPr sz="2175" b="1">
                <a:solidFill>
                  <a:srgbClr val="123B32"/>
                </a:solidFill>
              </a:defRPr>
            </a:pPr>
            <a:r>
              <a:rPr sz="2175" b="1">
                <a:solidFill>
                  <a:srgbClr val="123B32"/>
                </a:solidFill>
              </a:rPr>
              <a:t>skip upload</a:t>
            </a:r>
          </a:p>
        </p:txBody>
      </p:sp>
      <p:sp>
        <p:nvSpPr>
          <p:cNvPr id="12" name="">
            <a:extLst xmlns:a="http://schemas.openxmlformats.org/drawingml/2006/main">
              <a:ext uri="{FF2B5EF4-FFF2-40B4-BE49-F238E27FC236}">
                <a16:creationId xmlns:a16="http://schemas.microsoft.com/office/drawing/2014/main" id="{F0E5CE61-68F1-406B-B47B-DDB53BFB994A}"/>
              </a:ext>
            </a:extLst>
          </p:cNvPr>
          <p:cNvSpPr>
            <a:spLocks xmlns:a="http://schemas.openxmlformats.org/drawingml/2006/main" noGrp="1"/>
          </p:cNvSpPr>
          <p:nvPr/>
        </p:nvSpPr>
        <p:spPr>
          <a:xfrm xmlns:a="http://schemas.openxmlformats.org/drawingml/2006/main">
            <a:off x="628650" y="4305300"/>
            <a:ext cx="10906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B85D35"/>
                </a:solidFill>
              </a:defRPr>
            </a:defPPr>
            <a:lvl1pPr>
              <a:defRPr sz="2400" b="0">
                <a:solidFill>
                  <a:srgbClr val="B85D35"/>
                </a:solidFill>
              </a:defRPr>
            </a:lvl1pPr>
            <a:lvl2pPr>
              <a:defRPr sz="2400" b="0">
                <a:solidFill>
                  <a:srgbClr val="B85D35"/>
                </a:solidFill>
              </a:defRPr>
            </a:lvl2pPr>
            <a:lvl3pPr>
              <a:defRPr sz="2400" b="0">
                <a:solidFill>
                  <a:srgbClr val="B85D35"/>
                </a:solidFill>
              </a:defRPr>
            </a:lvl3pPr>
            <a:lvl4pPr>
              <a:defRPr sz="2400" b="0">
                <a:solidFill>
                  <a:srgbClr val="B85D35"/>
                </a:solidFill>
              </a:defRPr>
            </a:lvl4pPr>
            <a:lvl5pPr>
              <a:defRPr sz="2400" b="0">
                <a:solidFill>
                  <a:srgbClr val="B85D35"/>
                </a:solidFill>
              </a:defRPr>
            </a:lvl5pPr>
            <a:lvl6pPr>
              <a:defRPr sz="2400" b="0">
                <a:solidFill>
                  <a:srgbClr val="B85D35"/>
                </a:solidFill>
              </a:defRPr>
            </a:lvl6pPr>
            <a:lvl7pPr>
              <a:defRPr sz="2400" b="0">
                <a:solidFill>
                  <a:srgbClr val="B85D35"/>
                </a:solidFill>
              </a:defRPr>
            </a:lvl7pPr>
            <a:lvl8pPr>
              <a:defRPr sz="2400" b="0">
                <a:solidFill>
                  <a:srgbClr val="B85D35"/>
                </a:solidFill>
              </a:defRPr>
            </a:lvl8pPr>
            <a:lvl9pPr>
              <a:defRPr sz="2400" b="0">
                <a:solidFill>
                  <a:srgbClr val="B85D35"/>
                </a:solidFill>
              </a:defRPr>
            </a:lvl9pPr>
          </a:lstStyle>
          <a:p xmlns:a="http://schemas.openxmlformats.org/drawingml/2006/main">
            <a:pPr>
              <a:defRPr sz="2400" b="0">
                <a:solidFill>
                  <a:srgbClr val="B85D35"/>
                </a:solidFill>
              </a:defRPr>
            </a:pPr>
            <a:r>
              <a:rPr sz="2400" b="0">
                <a:solidFill>
                  <a:srgbClr val="B85D35"/>
                </a:solidFill>
              </a:rPr>
              <a:t>Changed bytes or name: a new ingest identity</a:t>
            </a:r>
          </a:p>
        </p:txBody>
      </p:sp>
      <p:sp>
        <p:nvSpPr>
          <p:cNvPr id="13" name="">
            <a:extLst xmlns:a="http://schemas.openxmlformats.org/drawingml/2006/main">
              <a:ext uri="{FF2B5EF4-FFF2-40B4-BE49-F238E27FC236}">
                <a16:creationId xmlns:a16="http://schemas.microsoft.com/office/drawing/2014/main" id="{D73C9699-C0BF-4A1A-B2A7-A25424F76D45}"/>
              </a:ext>
            </a:extLst>
          </p:cNvPr>
          <p:cNvSpPr>
            <a:spLocks xmlns:a="http://schemas.openxmlformats.org/drawingml/2006/main" noGrp="1"/>
          </p:cNvSpPr>
          <p:nvPr/>
        </p:nvSpPr>
        <p:spPr>
          <a:xfrm xmlns:a="http://schemas.openxmlformats.org/drawingml/2006/main">
            <a:off x="628650" y="5153025"/>
            <a:ext cx="1085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1">
                <a:solidFill>
                  <a:srgbClr val="123B32"/>
                </a:solidFill>
              </a:defRPr>
            </a:defPPr>
            <a:lvl1pPr>
              <a:defRPr sz="2475" b="1">
                <a:solidFill>
                  <a:srgbClr val="123B32"/>
                </a:solidFill>
              </a:defRPr>
            </a:lvl1pPr>
            <a:lvl2pPr>
              <a:defRPr sz="2475" b="1">
                <a:solidFill>
                  <a:srgbClr val="123B32"/>
                </a:solidFill>
              </a:defRPr>
            </a:lvl2pPr>
            <a:lvl3pPr>
              <a:defRPr sz="2475" b="1">
                <a:solidFill>
                  <a:srgbClr val="123B32"/>
                </a:solidFill>
              </a:defRPr>
            </a:lvl3pPr>
            <a:lvl4pPr>
              <a:defRPr sz="2475" b="1">
                <a:solidFill>
                  <a:srgbClr val="123B32"/>
                </a:solidFill>
              </a:defRPr>
            </a:lvl4pPr>
            <a:lvl5pPr>
              <a:defRPr sz="2475" b="1">
                <a:solidFill>
                  <a:srgbClr val="123B32"/>
                </a:solidFill>
              </a:defRPr>
            </a:lvl5pPr>
            <a:lvl6pPr>
              <a:defRPr sz="2475" b="1">
                <a:solidFill>
                  <a:srgbClr val="123B32"/>
                </a:solidFill>
              </a:defRPr>
            </a:lvl6pPr>
            <a:lvl7pPr>
              <a:defRPr sz="2475" b="1">
                <a:solidFill>
                  <a:srgbClr val="123B32"/>
                </a:solidFill>
              </a:defRPr>
            </a:lvl7pPr>
            <a:lvl8pPr>
              <a:defRPr sz="2475" b="1">
                <a:solidFill>
                  <a:srgbClr val="123B32"/>
                </a:solidFill>
              </a:defRPr>
            </a:lvl8pPr>
            <a:lvl9pPr>
              <a:defRPr sz="2475" b="1">
                <a:solidFill>
                  <a:srgbClr val="123B32"/>
                </a:solidFill>
              </a:defRPr>
            </a:lvl9pPr>
          </a:lstStyle>
          <a:p xmlns:a="http://schemas.openxmlformats.org/drawingml/2006/main">
            <a:pPr>
              <a:defRPr sz="2475" b="1">
                <a:solidFill>
                  <a:srgbClr val="123B32"/>
                </a:solidFill>
              </a:defRPr>
            </a:pPr>
            <a:r>
              <a:rPr sz="2475" b="1">
                <a:solidFill>
                  <a:srgbClr val="123B32"/>
                </a:solidFill>
              </a:rPr>
              <a:t>Recorded rerun: 0 uploads / 3 completed assets</a:t>
            </a:r>
          </a:p>
        </p:txBody>
      </p:sp>
      <p:sp>
        <p:nvSpPr>
          <p:cNvPr id="14" name="">
            <a:extLst xmlns:a="http://schemas.openxmlformats.org/drawingml/2006/main">
              <a:ext uri="{FF2B5EF4-FFF2-40B4-BE49-F238E27FC236}">
                <a16:creationId xmlns:a16="http://schemas.microsoft.com/office/drawing/2014/main" id="{607785F0-42ED-468C-9691-B1225F72E15A}"/>
              </a:ext>
            </a:extLst>
          </p:cNvPr>
          <p:cNvSpPr>
            <a:spLocks xmlns:a="http://schemas.openxmlformats.org/drawingml/2006/main" noGrp="1"/>
          </p:cNvSpPr>
          <p:nvPr/>
        </p:nvSpPr>
        <p:spPr>
          <a:xfrm xmlns:a="http://schemas.openxmlformats.org/drawingml/2006/main">
            <a:off x="609600" y="605790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2675C"/>
                </a:solidFill>
              </a:defRPr>
            </a:defPPr>
            <a:lvl1pPr>
              <a:defRPr sz="1800" b="0">
                <a:solidFill>
                  <a:srgbClr val="52675C"/>
                </a:solidFill>
              </a:defRPr>
            </a:lvl1pPr>
            <a:lvl2pPr>
              <a:defRPr sz="1800" b="0">
                <a:solidFill>
                  <a:srgbClr val="52675C"/>
                </a:solidFill>
              </a:defRPr>
            </a:lvl2pPr>
            <a:lvl3pPr>
              <a:defRPr sz="1800" b="0">
                <a:solidFill>
                  <a:srgbClr val="52675C"/>
                </a:solidFill>
              </a:defRPr>
            </a:lvl3pPr>
            <a:lvl4pPr>
              <a:defRPr sz="1800" b="0">
                <a:solidFill>
                  <a:srgbClr val="52675C"/>
                </a:solidFill>
              </a:defRPr>
            </a:lvl4pPr>
            <a:lvl5pPr>
              <a:defRPr sz="1800" b="0">
                <a:solidFill>
                  <a:srgbClr val="52675C"/>
                </a:solidFill>
              </a:defRPr>
            </a:lvl5pPr>
            <a:lvl6pPr>
              <a:defRPr sz="1800" b="0">
                <a:solidFill>
                  <a:srgbClr val="52675C"/>
                </a:solidFill>
              </a:defRPr>
            </a:lvl6pPr>
            <a:lvl7pPr>
              <a:defRPr sz="1800" b="0">
                <a:solidFill>
                  <a:srgbClr val="52675C"/>
                </a:solidFill>
              </a:defRPr>
            </a:lvl7pPr>
            <a:lvl8pPr>
              <a:defRPr sz="1800" b="0">
                <a:solidFill>
                  <a:srgbClr val="52675C"/>
                </a:solidFill>
              </a:defRPr>
            </a:lvl8pPr>
            <a:lvl9pPr>
              <a:defRPr sz="1800" b="0">
                <a:solidFill>
                  <a:srgbClr val="52675C"/>
                </a:solidFill>
              </a:defRPr>
            </a:lvl9pPr>
          </a:lstStyle>
          <a:p xmlns:a="http://schemas.openxmlformats.org/drawingml/2006/main">
            <a:pPr>
              <a:defRPr sz="1800" b="0">
                <a:solidFill>
                  <a:srgbClr val="52675C"/>
                </a:solidFill>
              </a:defRPr>
            </a:pPr>
            <a:r>
              <a:rPr sz="1800" b="0">
                <a:solidFill>
                  <a:srgbClr val="52675C"/>
                </a:solidFill>
              </a:rPr>
              <a:t>Formatted then standardises JPEG RGB / FLAC PCM16 / UTF-8 text</a:t>
            </a:r>
          </a:p>
        </p:txBody>
      </p:sp>
    </p:spTree>
    <p:extLst>
      <p:ext uri="{BB962C8B-B14F-4D97-AF65-F5344CB8AC3E}">
        <p14:creationId xmlns:p14="http://schemas.microsoft.com/office/powerpoint/2010/main" val="1590442378"/>
      </p:ext>
    </p:extLst>
  </p:cSld>
</p:sld>
</file>

<file path=ppt/slides/slide6.xml><?xml version="1.0" encoding="utf-8"?>
<p:sld xmlns:p="http://schemas.openxmlformats.org/presentationml/2006/main">
  <p:cSld>
    <p:bg>
      <p:bgPr>
        <a:solidFill xmlns:a="http://schemas.openxmlformats.org/drawingml/2006/main">
          <a:srgbClr val="F5F1E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15A96AD-5F46-4AF5-8800-B39DA53F9DD1}"/>
              </a:ext>
            </a:extLst>
          </p:cNvPr>
          <p:cNvSpPr>
            <a:spLocks xmlns:a="http://schemas.openxmlformats.org/drawingml/2006/main" noGrp="1"/>
          </p:cNvSpPr>
          <p:nvPr/>
        </p:nvSpPr>
        <p:spPr>
          <a:xfrm xmlns:a="http://schemas.openxmlformats.org/drawingml/2006/main">
            <a:off x="533400" y="428625"/>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23B32"/>
                </a:solidFill>
              </a:defRPr>
            </a:defPPr>
            <a:lvl1pPr>
              <a:defRPr sz="3375" b="1">
                <a:solidFill>
                  <a:srgbClr val="123B32"/>
                </a:solidFill>
              </a:defRPr>
            </a:lvl1pPr>
            <a:lvl2pPr>
              <a:defRPr sz="3375" b="1">
                <a:solidFill>
                  <a:srgbClr val="123B32"/>
                </a:solidFill>
              </a:defRPr>
            </a:lvl2pPr>
            <a:lvl3pPr>
              <a:defRPr sz="3375" b="1">
                <a:solidFill>
                  <a:srgbClr val="123B32"/>
                </a:solidFill>
              </a:defRPr>
            </a:lvl3pPr>
            <a:lvl4pPr>
              <a:defRPr sz="3375" b="1">
                <a:solidFill>
                  <a:srgbClr val="123B32"/>
                </a:solidFill>
              </a:defRPr>
            </a:lvl4pPr>
            <a:lvl5pPr>
              <a:defRPr sz="3375" b="1">
                <a:solidFill>
                  <a:srgbClr val="123B32"/>
                </a:solidFill>
              </a:defRPr>
            </a:lvl5pPr>
            <a:lvl6pPr>
              <a:defRPr sz="3375" b="1">
                <a:solidFill>
                  <a:srgbClr val="123B32"/>
                </a:solidFill>
              </a:defRPr>
            </a:lvl6pPr>
            <a:lvl7pPr>
              <a:defRPr sz="3375" b="1">
                <a:solidFill>
                  <a:srgbClr val="123B32"/>
                </a:solidFill>
              </a:defRPr>
            </a:lvl7pPr>
            <a:lvl8pPr>
              <a:defRPr sz="3375" b="1">
                <a:solidFill>
                  <a:srgbClr val="123B32"/>
                </a:solidFill>
              </a:defRPr>
            </a:lvl8pPr>
            <a:lvl9pPr>
              <a:defRPr sz="3375" b="1">
                <a:solidFill>
                  <a:srgbClr val="123B32"/>
                </a:solidFill>
              </a:defRPr>
            </a:lvl9pPr>
          </a:lstStyle>
          <a:p xmlns:a="http://schemas.openxmlformats.org/drawingml/2006/main">
            <a:pPr>
              <a:defRPr sz="3375" b="1">
                <a:solidFill>
                  <a:srgbClr val="123B32"/>
                </a:solidFill>
              </a:defRPr>
            </a:pPr>
            <a:r>
              <a:rPr sz="3375" b="1">
                <a:solidFill>
                  <a:srgbClr val="123B32"/>
                </a:solidFill>
              </a:rPr>
              <a:t>Formatted: representation by modality</a:t>
            </a:r>
          </a:p>
        </p:txBody>
      </p:sp>
      <p:sp>
        <p:nvSpPr>
          <p:cNvPr id="2" name="">
            <a:extLst xmlns:a="http://schemas.openxmlformats.org/drawingml/2006/main">
              <a:ext uri="{FF2B5EF4-FFF2-40B4-BE49-F238E27FC236}">
                <a16:creationId xmlns:a16="http://schemas.microsoft.com/office/drawing/2014/main" id="{526F5FFE-A834-4789-9981-650B6074123E}"/>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2675C"/>
                </a:solidFill>
              </a:defRPr>
            </a:defPPr>
            <a:lvl1pPr>
              <a:defRPr sz="1425" b="0">
                <a:solidFill>
                  <a:srgbClr val="52675C"/>
                </a:solidFill>
              </a:defRPr>
            </a:lvl1pPr>
            <a:lvl2pPr>
              <a:defRPr sz="1425" b="0">
                <a:solidFill>
                  <a:srgbClr val="52675C"/>
                </a:solidFill>
              </a:defRPr>
            </a:lvl2pPr>
            <a:lvl3pPr>
              <a:defRPr sz="1425" b="0">
                <a:solidFill>
                  <a:srgbClr val="52675C"/>
                </a:solidFill>
              </a:defRPr>
            </a:lvl3pPr>
            <a:lvl4pPr>
              <a:defRPr sz="1425" b="0">
                <a:solidFill>
                  <a:srgbClr val="52675C"/>
                </a:solidFill>
              </a:defRPr>
            </a:lvl4pPr>
            <a:lvl5pPr>
              <a:defRPr sz="1425" b="0">
                <a:solidFill>
                  <a:srgbClr val="52675C"/>
                </a:solidFill>
              </a:defRPr>
            </a:lvl5pPr>
            <a:lvl6pPr>
              <a:defRPr sz="1425" b="0">
                <a:solidFill>
                  <a:srgbClr val="52675C"/>
                </a:solidFill>
              </a:defRPr>
            </a:lvl6pPr>
            <a:lvl7pPr>
              <a:defRPr sz="1425" b="0">
                <a:solidFill>
                  <a:srgbClr val="52675C"/>
                </a:solidFill>
              </a:defRPr>
            </a:lvl7pPr>
            <a:lvl8pPr>
              <a:defRPr sz="1425" b="0">
                <a:solidFill>
                  <a:srgbClr val="52675C"/>
                </a:solidFill>
              </a:defRPr>
            </a:lvl8pPr>
            <a:lvl9pPr>
              <a:defRPr sz="1425" b="0">
                <a:solidFill>
                  <a:srgbClr val="52675C"/>
                </a:solidFill>
              </a:defRPr>
            </a:lvl9pPr>
          </a:lstStyle>
          <a:p xmlns:a="http://schemas.openxmlformats.org/drawingml/2006/main">
            <a:pPr>
              <a:defRPr sz="1425" b="0">
                <a:solidFill>
                  <a:srgbClr val="52675C"/>
                </a:solidFill>
              </a:defRPr>
            </a:pPr>
            <a:r>
              <a:rPr sz="1425" b="0">
                <a:solidFill>
                  <a:srgbClr val="52675C"/>
                </a:solidFill>
              </a:rPr>
              <a:t>06</a:t>
            </a:r>
          </a:p>
        </p:txBody>
      </p:sp>
      <p:sp>
        <p:nvSpPr>
          <p:cNvPr id="3" name="">
            <a:extLst xmlns:a="http://schemas.openxmlformats.org/drawingml/2006/main">
              <a:ext uri="{FF2B5EF4-FFF2-40B4-BE49-F238E27FC236}">
                <a16:creationId xmlns:a16="http://schemas.microsoft.com/office/drawing/2014/main" id="{77A64BAD-A1D0-4992-AF09-AACE25C98AF6}"/>
              </a:ext>
            </a:extLst>
          </p:cNvPr>
          <p:cNvSpPr>
            <a:spLocks xmlns:a="http://schemas.openxmlformats.org/drawingml/2006/main" noGrp="1"/>
          </p:cNvSpPr>
          <p:nvPr/>
        </p:nvSpPr>
        <p:spPr>
          <a:xfrm xmlns:a="http://schemas.openxmlformats.org/drawingml/2006/main">
            <a:off x="609600" y="1743075"/>
            <a:ext cx="333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75" b="1">
                <a:solidFill>
                  <a:srgbClr val="123B32"/>
                </a:solidFill>
              </a:defRPr>
            </a:defPPr>
            <a:lvl1pPr>
              <a:defRPr sz="2775" b="1">
                <a:solidFill>
                  <a:srgbClr val="123B32"/>
                </a:solidFill>
              </a:defRPr>
            </a:lvl1pPr>
            <a:lvl2pPr>
              <a:defRPr sz="2775" b="1">
                <a:solidFill>
                  <a:srgbClr val="123B32"/>
                </a:solidFill>
              </a:defRPr>
            </a:lvl2pPr>
            <a:lvl3pPr>
              <a:defRPr sz="2775" b="1">
                <a:solidFill>
                  <a:srgbClr val="123B32"/>
                </a:solidFill>
              </a:defRPr>
            </a:lvl3pPr>
            <a:lvl4pPr>
              <a:defRPr sz="2775" b="1">
                <a:solidFill>
                  <a:srgbClr val="123B32"/>
                </a:solidFill>
              </a:defRPr>
            </a:lvl4pPr>
            <a:lvl5pPr>
              <a:defRPr sz="2775" b="1">
                <a:solidFill>
                  <a:srgbClr val="123B32"/>
                </a:solidFill>
              </a:defRPr>
            </a:lvl5pPr>
            <a:lvl6pPr>
              <a:defRPr sz="2775" b="1">
                <a:solidFill>
                  <a:srgbClr val="123B32"/>
                </a:solidFill>
              </a:defRPr>
            </a:lvl6pPr>
            <a:lvl7pPr>
              <a:defRPr sz="2775" b="1">
                <a:solidFill>
                  <a:srgbClr val="123B32"/>
                </a:solidFill>
              </a:defRPr>
            </a:lvl7pPr>
            <a:lvl8pPr>
              <a:defRPr sz="2775" b="1">
                <a:solidFill>
                  <a:srgbClr val="123B32"/>
                </a:solidFill>
              </a:defRPr>
            </a:lvl8pPr>
            <a:lvl9pPr>
              <a:defRPr sz="2775" b="1">
                <a:solidFill>
                  <a:srgbClr val="123B32"/>
                </a:solidFill>
              </a:defRPr>
            </a:lvl9pPr>
          </a:lstStyle>
          <a:p xmlns:a="http://schemas.openxmlformats.org/drawingml/2006/main">
            <a:pPr>
              <a:defRPr sz="2775" b="1">
                <a:solidFill>
                  <a:srgbClr val="123B32"/>
                </a:solidFill>
              </a:defRPr>
            </a:pPr>
            <a:r>
              <a:rPr sz="2775" b="1">
                <a:solidFill>
                  <a:srgbClr val="123B32"/>
                </a:solidFill>
              </a:rPr>
              <a:t>Images</a:t>
            </a:r>
          </a:p>
        </p:txBody>
      </p:sp>
      <p:sp>
        <p:nvSpPr>
          <p:cNvPr id="4" name="">
            <a:extLst xmlns:a="http://schemas.openxmlformats.org/drawingml/2006/main">
              <a:ext uri="{FF2B5EF4-FFF2-40B4-BE49-F238E27FC236}">
                <a16:creationId xmlns:a16="http://schemas.microsoft.com/office/drawing/2014/main" id="{977601F9-7822-4181-9354-6DBD6E12A382}"/>
              </a:ext>
            </a:extLst>
          </p:cNvPr>
          <p:cNvSpPr>
            <a:spLocks xmlns:a="http://schemas.openxmlformats.org/drawingml/2006/main" noGrp="1"/>
          </p:cNvSpPr>
          <p:nvPr/>
        </p:nvSpPr>
        <p:spPr>
          <a:xfrm xmlns:a="http://schemas.openxmlformats.org/drawingml/2006/main">
            <a:off x="609600" y="2695575"/>
            <a:ext cx="3333750" cy="819150"/>
          </a:xfrm>
          <a:prstGeom xmlns:a="http://schemas.openxmlformats.org/drawingml/2006/main" prst="rect">
            <a:avLst/>
          </a:prstGeom>
          <a:solidFill xmlns:a="http://schemas.openxmlformats.org/drawingml/2006/main">
            <a:srgbClr val="DCE5D2"/>
          </a:solidFill>
          <a:ln xmlns:a="http://schemas.openxmlformats.org/drawingml/2006/main" w="12383">
            <a:solidFill>
              <a:srgbClr val="A2B5A4"/>
            </a:solidFill>
          </a:ln>
        </p:spPr>
      </p:sp>
      <p:sp>
        <p:nvSpPr>
          <p:cNvPr id="5" name="">
            <a:extLst xmlns:a="http://schemas.openxmlformats.org/drawingml/2006/main">
              <a:ext uri="{FF2B5EF4-FFF2-40B4-BE49-F238E27FC236}">
                <a16:creationId xmlns:a16="http://schemas.microsoft.com/office/drawing/2014/main" id="{B8CA2BBC-92D5-4DDA-9A47-701747ED91F8}"/>
              </a:ext>
            </a:extLst>
          </p:cNvPr>
          <p:cNvSpPr>
            <a:spLocks xmlns:a="http://schemas.openxmlformats.org/drawingml/2006/main" noGrp="1"/>
          </p:cNvSpPr>
          <p:nvPr/>
        </p:nvSpPr>
        <p:spPr>
          <a:xfrm xmlns:a="http://schemas.openxmlformats.org/drawingml/2006/main">
            <a:off x="771525" y="284797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23B32"/>
                </a:solidFill>
              </a:defRPr>
            </a:defPPr>
            <a:lvl1pPr>
              <a:defRPr sz="2100" b="1">
                <a:solidFill>
                  <a:srgbClr val="123B32"/>
                </a:solidFill>
              </a:defRPr>
            </a:lvl1pPr>
            <a:lvl2pPr>
              <a:defRPr sz="2100" b="1">
                <a:solidFill>
                  <a:srgbClr val="123B32"/>
                </a:solidFill>
              </a:defRPr>
            </a:lvl2pPr>
            <a:lvl3pPr>
              <a:defRPr sz="2100" b="1">
                <a:solidFill>
                  <a:srgbClr val="123B32"/>
                </a:solidFill>
              </a:defRPr>
            </a:lvl3pPr>
            <a:lvl4pPr>
              <a:defRPr sz="2100" b="1">
                <a:solidFill>
                  <a:srgbClr val="123B32"/>
                </a:solidFill>
              </a:defRPr>
            </a:lvl4pPr>
            <a:lvl5pPr>
              <a:defRPr sz="2100" b="1">
                <a:solidFill>
                  <a:srgbClr val="123B32"/>
                </a:solidFill>
              </a:defRPr>
            </a:lvl5pPr>
            <a:lvl6pPr>
              <a:defRPr sz="2100" b="1">
                <a:solidFill>
                  <a:srgbClr val="123B32"/>
                </a:solidFill>
              </a:defRPr>
            </a:lvl6pPr>
            <a:lvl7pPr>
              <a:defRPr sz="2100" b="1">
                <a:solidFill>
                  <a:srgbClr val="123B32"/>
                </a:solidFill>
              </a:defRPr>
            </a:lvl7pPr>
            <a:lvl8pPr>
              <a:defRPr sz="2100" b="1">
                <a:solidFill>
                  <a:srgbClr val="123B32"/>
                </a:solidFill>
              </a:defRPr>
            </a:lvl8pPr>
            <a:lvl9pPr>
              <a:defRPr sz="2100" b="1">
                <a:solidFill>
                  <a:srgbClr val="123B32"/>
                </a:solidFill>
              </a:defRPr>
            </a:lvl9pPr>
          </a:lstStyle>
          <a:p xmlns:a="http://schemas.openxmlformats.org/drawingml/2006/main">
            <a:pPr>
              <a:defRPr sz="2100" b="1">
                <a:solidFill>
                  <a:srgbClr val="123B32"/>
                </a:solidFill>
              </a:defRPr>
            </a:pPr>
            <a:r>
              <a:rPr sz="2100" b="1">
                <a:solidFill>
                  <a:srgbClr val="123B32"/>
                </a:solidFill>
              </a:rPr>
              <a:t>RGB JPEG / q = 95</a:t>
            </a:r>
          </a:p>
        </p:txBody>
      </p:sp>
      <p:sp>
        <p:nvSpPr>
          <p:cNvPr id="6" name="">
            <a:extLst xmlns:a="http://schemas.openxmlformats.org/drawingml/2006/main">
              <a:ext uri="{FF2B5EF4-FFF2-40B4-BE49-F238E27FC236}">
                <a16:creationId xmlns:a16="http://schemas.microsoft.com/office/drawing/2014/main" id="{12A4D51D-7CA8-4425-9C59-9E6B2451DAAF}"/>
              </a:ext>
            </a:extLst>
          </p:cNvPr>
          <p:cNvSpPr>
            <a:spLocks xmlns:a="http://schemas.openxmlformats.org/drawingml/2006/main" noGrp="1"/>
          </p:cNvSpPr>
          <p:nvPr/>
        </p:nvSpPr>
        <p:spPr>
          <a:xfrm xmlns:a="http://schemas.openxmlformats.org/drawingml/2006/main">
            <a:off x="647700" y="3905250"/>
            <a:ext cx="3286125"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23B32"/>
                </a:solidFill>
              </a:defRPr>
            </a:defPPr>
            <a:lvl1pPr>
              <a:defRPr sz="2100" b="0">
                <a:solidFill>
                  <a:srgbClr val="123B32"/>
                </a:solidFill>
              </a:defRPr>
            </a:lvl1pPr>
            <a:lvl2pPr>
              <a:defRPr sz="2100" b="0">
                <a:solidFill>
                  <a:srgbClr val="123B32"/>
                </a:solidFill>
              </a:defRPr>
            </a:lvl2pPr>
            <a:lvl3pPr>
              <a:defRPr sz="2100" b="0">
                <a:solidFill>
                  <a:srgbClr val="123B32"/>
                </a:solidFill>
              </a:defRPr>
            </a:lvl3pPr>
            <a:lvl4pPr>
              <a:defRPr sz="2100" b="0">
                <a:solidFill>
                  <a:srgbClr val="123B32"/>
                </a:solidFill>
              </a:defRPr>
            </a:lvl4pPr>
            <a:lvl5pPr>
              <a:defRPr sz="2100" b="0">
                <a:solidFill>
                  <a:srgbClr val="123B32"/>
                </a:solidFill>
              </a:defRPr>
            </a:lvl5pPr>
            <a:lvl6pPr>
              <a:defRPr sz="2100" b="0">
                <a:solidFill>
                  <a:srgbClr val="123B32"/>
                </a:solidFill>
              </a:defRPr>
            </a:lvl6pPr>
            <a:lvl7pPr>
              <a:defRPr sz="2100" b="0">
                <a:solidFill>
                  <a:srgbClr val="123B32"/>
                </a:solidFill>
              </a:defRPr>
            </a:lvl7pPr>
            <a:lvl8pPr>
              <a:defRPr sz="2100" b="0">
                <a:solidFill>
                  <a:srgbClr val="123B32"/>
                </a:solidFill>
              </a:defRPr>
            </a:lvl8pPr>
            <a:lvl9pPr>
              <a:defRPr sz="2100" b="0">
                <a:solidFill>
                  <a:srgbClr val="123B32"/>
                </a:solidFill>
              </a:defRPr>
            </a:lvl9pPr>
          </a:lstStyle>
          <a:p xmlns:a="http://schemas.openxmlformats.org/drawingml/2006/main">
            <a:pPr>
              <a:defRPr sz="2100" b="0">
                <a:solidFill>
                  <a:srgbClr val="123B32"/>
                </a:solidFill>
              </a:defRPr>
            </a:pPr>
            <a:r>
              <a:rPr sz="2100" b="0">
                <a:solidFill>
                  <a:srgbClr val="123B32"/>
                </a:solidFill>
              </a:rPr>
              <a:t>Keep width + height</a:t>
            </a:r>
          </a:p>
          <a:p xmlns:a="http://schemas.openxmlformats.org/drawingml/2006/main">
            <a:pPr>
              <a:defRPr sz="2100" b="0">
                <a:solidFill>
                  <a:srgbClr val="123B32"/>
                </a:solidFill>
              </a:defRPr>
            </a:pPr>
            <a:r>
              <a:rPr sz="2100" b="0">
                <a:solidFill>
                  <a:srgbClr val="123B32"/>
                </a:solidFill>
              </a:rPr>
              <a:t>No crop or resize</a:t>
            </a:r>
          </a:p>
          <a:p xmlns:a="http://schemas.openxmlformats.org/drawingml/2006/main">
            <a:pPr>
              <a:defRPr sz="2100" b="0">
                <a:solidFill>
                  <a:srgbClr val="123B32"/>
                </a:solidFill>
              </a:defRPr>
            </a:pPr>
            <a:r>
              <a:rPr sz="2100" b="0">
                <a:solidFill>
                  <a:srgbClr val="123B32"/>
                </a:solidFill>
              </a:rPr>
              <a:t>White under transparency</a:t>
            </a:r>
          </a:p>
        </p:txBody>
      </p:sp>
      <p:sp>
        <p:nvSpPr>
          <p:cNvPr id="7" name="">
            <a:extLst xmlns:a="http://schemas.openxmlformats.org/drawingml/2006/main">
              <a:ext uri="{FF2B5EF4-FFF2-40B4-BE49-F238E27FC236}">
                <a16:creationId xmlns:a16="http://schemas.microsoft.com/office/drawing/2014/main" id="{9D8599F5-771A-45CF-B1E3-676E8773F3F9}"/>
              </a:ext>
            </a:extLst>
          </p:cNvPr>
          <p:cNvSpPr>
            <a:spLocks xmlns:a="http://schemas.openxmlformats.org/drawingml/2006/main" noGrp="1"/>
          </p:cNvSpPr>
          <p:nvPr/>
        </p:nvSpPr>
        <p:spPr>
          <a:xfrm xmlns:a="http://schemas.openxmlformats.org/drawingml/2006/main">
            <a:off x="4419600" y="1743075"/>
            <a:ext cx="333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75" b="1">
                <a:solidFill>
                  <a:srgbClr val="123B32"/>
                </a:solidFill>
              </a:defRPr>
            </a:defPPr>
            <a:lvl1pPr>
              <a:defRPr sz="2775" b="1">
                <a:solidFill>
                  <a:srgbClr val="123B32"/>
                </a:solidFill>
              </a:defRPr>
            </a:lvl1pPr>
            <a:lvl2pPr>
              <a:defRPr sz="2775" b="1">
                <a:solidFill>
                  <a:srgbClr val="123B32"/>
                </a:solidFill>
              </a:defRPr>
            </a:lvl2pPr>
            <a:lvl3pPr>
              <a:defRPr sz="2775" b="1">
                <a:solidFill>
                  <a:srgbClr val="123B32"/>
                </a:solidFill>
              </a:defRPr>
            </a:lvl3pPr>
            <a:lvl4pPr>
              <a:defRPr sz="2775" b="1">
                <a:solidFill>
                  <a:srgbClr val="123B32"/>
                </a:solidFill>
              </a:defRPr>
            </a:lvl4pPr>
            <a:lvl5pPr>
              <a:defRPr sz="2775" b="1">
                <a:solidFill>
                  <a:srgbClr val="123B32"/>
                </a:solidFill>
              </a:defRPr>
            </a:lvl5pPr>
            <a:lvl6pPr>
              <a:defRPr sz="2775" b="1">
                <a:solidFill>
                  <a:srgbClr val="123B32"/>
                </a:solidFill>
              </a:defRPr>
            </a:lvl6pPr>
            <a:lvl7pPr>
              <a:defRPr sz="2775" b="1">
                <a:solidFill>
                  <a:srgbClr val="123B32"/>
                </a:solidFill>
              </a:defRPr>
            </a:lvl7pPr>
            <a:lvl8pPr>
              <a:defRPr sz="2775" b="1">
                <a:solidFill>
                  <a:srgbClr val="123B32"/>
                </a:solidFill>
              </a:defRPr>
            </a:lvl8pPr>
            <a:lvl9pPr>
              <a:defRPr sz="2775" b="1">
                <a:solidFill>
                  <a:srgbClr val="123B32"/>
                </a:solidFill>
              </a:defRPr>
            </a:lvl9pPr>
          </a:lstStyle>
          <a:p xmlns:a="http://schemas.openxmlformats.org/drawingml/2006/main">
            <a:pPr>
              <a:defRPr sz="2775" b="1">
                <a:solidFill>
                  <a:srgbClr val="123B32"/>
                </a:solidFill>
              </a:defRPr>
            </a:pPr>
            <a:r>
              <a:rPr sz="2775" b="1">
                <a:solidFill>
                  <a:srgbClr val="123B32"/>
                </a:solidFill>
              </a:rPr>
              <a:t>Audio</a:t>
            </a:r>
          </a:p>
        </p:txBody>
      </p:sp>
      <p:sp>
        <p:nvSpPr>
          <p:cNvPr id="8" name="">
            <a:extLst xmlns:a="http://schemas.openxmlformats.org/drawingml/2006/main">
              <a:ext uri="{FF2B5EF4-FFF2-40B4-BE49-F238E27FC236}">
                <a16:creationId xmlns:a16="http://schemas.microsoft.com/office/drawing/2014/main" id="{C9FBA8D0-5561-41EE-8C62-901669C78E3D}"/>
              </a:ext>
            </a:extLst>
          </p:cNvPr>
          <p:cNvSpPr>
            <a:spLocks xmlns:a="http://schemas.openxmlformats.org/drawingml/2006/main" noGrp="1"/>
          </p:cNvSpPr>
          <p:nvPr/>
        </p:nvSpPr>
        <p:spPr>
          <a:xfrm xmlns:a="http://schemas.openxmlformats.org/drawingml/2006/main">
            <a:off x="4419600" y="2695575"/>
            <a:ext cx="3333750" cy="819150"/>
          </a:xfrm>
          <a:prstGeom xmlns:a="http://schemas.openxmlformats.org/drawingml/2006/main" prst="rect">
            <a:avLst/>
          </a:prstGeom>
          <a:solidFill xmlns:a="http://schemas.openxmlformats.org/drawingml/2006/main">
            <a:srgbClr val="DCE5D2"/>
          </a:solidFill>
          <a:ln xmlns:a="http://schemas.openxmlformats.org/drawingml/2006/main" w="12383">
            <a:solidFill>
              <a:srgbClr val="A2B5A4"/>
            </a:solidFill>
          </a:ln>
        </p:spPr>
      </p:sp>
      <p:sp>
        <p:nvSpPr>
          <p:cNvPr id="9" name="">
            <a:extLst xmlns:a="http://schemas.openxmlformats.org/drawingml/2006/main">
              <a:ext uri="{FF2B5EF4-FFF2-40B4-BE49-F238E27FC236}">
                <a16:creationId xmlns:a16="http://schemas.microsoft.com/office/drawing/2014/main" id="{A0D26342-0499-41DC-AC21-D43A390E12FD}"/>
              </a:ext>
            </a:extLst>
          </p:cNvPr>
          <p:cNvSpPr>
            <a:spLocks xmlns:a="http://schemas.openxmlformats.org/drawingml/2006/main" noGrp="1"/>
          </p:cNvSpPr>
          <p:nvPr/>
        </p:nvSpPr>
        <p:spPr>
          <a:xfrm xmlns:a="http://schemas.openxmlformats.org/drawingml/2006/main">
            <a:off x="4581525" y="284797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23B32"/>
                </a:solidFill>
              </a:defRPr>
            </a:defPPr>
            <a:lvl1pPr>
              <a:defRPr sz="2100" b="1">
                <a:solidFill>
                  <a:srgbClr val="123B32"/>
                </a:solidFill>
              </a:defRPr>
            </a:lvl1pPr>
            <a:lvl2pPr>
              <a:defRPr sz="2100" b="1">
                <a:solidFill>
                  <a:srgbClr val="123B32"/>
                </a:solidFill>
              </a:defRPr>
            </a:lvl2pPr>
            <a:lvl3pPr>
              <a:defRPr sz="2100" b="1">
                <a:solidFill>
                  <a:srgbClr val="123B32"/>
                </a:solidFill>
              </a:defRPr>
            </a:lvl3pPr>
            <a:lvl4pPr>
              <a:defRPr sz="2100" b="1">
                <a:solidFill>
                  <a:srgbClr val="123B32"/>
                </a:solidFill>
              </a:defRPr>
            </a:lvl4pPr>
            <a:lvl5pPr>
              <a:defRPr sz="2100" b="1">
                <a:solidFill>
                  <a:srgbClr val="123B32"/>
                </a:solidFill>
              </a:defRPr>
            </a:lvl5pPr>
            <a:lvl6pPr>
              <a:defRPr sz="2100" b="1">
                <a:solidFill>
                  <a:srgbClr val="123B32"/>
                </a:solidFill>
              </a:defRPr>
            </a:lvl6pPr>
            <a:lvl7pPr>
              <a:defRPr sz="2100" b="1">
                <a:solidFill>
                  <a:srgbClr val="123B32"/>
                </a:solidFill>
              </a:defRPr>
            </a:lvl7pPr>
            <a:lvl8pPr>
              <a:defRPr sz="2100" b="1">
                <a:solidFill>
                  <a:srgbClr val="123B32"/>
                </a:solidFill>
              </a:defRPr>
            </a:lvl8pPr>
            <a:lvl9pPr>
              <a:defRPr sz="2100" b="1">
                <a:solidFill>
                  <a:srgbClr val="123B32"/>
                </a:solidFill>
              </a:defRPr>
            </a:lvl9pPr>
          </a:lstStyle>
          <a:p xmlns:a="http://schemas.openxmlformats.org/drawingml/2006/main">
            <a:pPr>
              <a:defRPr sz="2100" b="1">
                <a:solidFill>
                  <a:srgbClr val="123B32"/>
                </a:solidFill>
              </a:defRPr>
            </a:pPr>
            <a:r>
              <a:rPr sz="2100" b="1">
                <a:solidFill>
                  <a:srgbClr val="123B32"/>
                </a:solidFill>
              </a:rPr>
              <a:t>FLAC / PCM16</a:t>
            </a:r>
          </a:p>
        </p:txBody>
      </p:sp>
      <p:sp>
        <p:nvSpPr>
          <p:cNvPr id="10" name="">
            <a:extLst xmlns:a="http://schemas.openxmlformats.org/drawingml/2006/main">
              <a:ext uri="{FF2B5EF4-FFF2-40B4-BE49-F238E27FC236}">
                <a16:creationId xmlns:a16="http://schemas.microsoft.com/office/drawing/2014/main" id="{0A42A050-A1E2-40D8-B258-A82F1AE7B886}"/>
              </a:ext>
            </a:extLst>
          </p:cNvPr>
          <p:cNvSpPr>
            <a:spLocks xmlns:a="http://schemas.openxmlformats.org/drawingml/2006/main" noGrp="1"/>
          </p:cNvSpPr>
          <p:nvPr/>
        </p:nvSpPr>
        <p:spPr>
          <a:xfrm xmlns:a="http://schemas.openxmlformats.org/drawingml/2006/main">
            <a:off x="4457700" y="3905250"/>
            <a:ext cx="3286125"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23B32"/>
                </a:solidFill>
              </a:defRPr>
            </a:defPPr>
            <a:lvl1pPr>
              <a:defRPr sz="2100" b="0">
                <a:solidFill>
                  <a:srgbClr val="123B32"/>
                </a:solidFill>
              </a:defRPr>
            </a:lvl1pPr>
            <a:lvl2pPr>
              <a:defRPr sz="2100" b="0">
                <a:solidFill>
                  <a:srgbClr val="123B32"/>
                </a:solidFill>
              </a:defRPr>
            </a:lvl2pPr>
            <a:lvl3pPr>
              <a:defRPr sz="2100" b="0">
                <a:solidFill>
                  <a:srgbClr val="123B32"/>
                </a:solidFill>
              </a:defRPr>
            </a:lvl3pPr>
            <a:lvl4pPr>
              <a:defRPr sz="2100" b="0">
                <a:solidFill>
                  <a:srgbClr val="123B32"/>
                </a:solidFill>
              </a:defRPr>
            </a:lvl4pPr>
            <a:lvl5pPr>
              <a:defRPr sz="2100" b="0">
                <a:solidFill>
                  <a:srgbClr val="123B32"/>
                </a:solidFill>
              </a:defRPr>
            </a:lvl5pPr>
            <a:lvl6pPr>
              <a:defRPr sz="2100" b="0">
                <a:solidFill>
                  <a:srgbClr val="123B32"/>
                </a:solidFill>
              </a:defRPr>
            </a:lvl6pPr>
            <a:lvl7pPr>
              <a:defRPr sz="2100" b="0">
                <a:solidFill>
                  <a:srgbClr val="123B32"/>
                </a:solidFill>
              </a:defRPr>
            </a:lvl7pPr>
            <a:lvl8pPr>
              <a:defRPr sz="2100" b="0">
                <a:solidFill>
                  <a:srgbClr val="123B32"/>
                </a:solidFill>
              </a:defRPr>
            </a:lvl8pPr>
            <a:lvl9pPr>
              <a:defRPr sz="2100" b="0">
                <a:solidFill>
                  <a:srgbClr val="123B32"/>
                </a:solidFill>
              </a:defRPr>
            </a:lvl9pPr>
          </a:lstStyle>
          <a:p xmlns:a="http://schemas.openxmlformats.org/drawingml/2006/main">
            <a:pPr>
              <a:defRPr sz="2100" b="0">
                <a:solidFill>
                  <a:srgbClr val="123B32"/>
                </a:solidFill>
              </a:defRPr>
            </a:pPr>
            <a:r>
              <a:rPr sz="2100" b="0">
                <a:solidFill>
                  <a:srgbClr val="123B32"/>
                </a:solidFill>
              </a:rPr>
              <a:t>Keep rate + channels</a:t>
            </a:r>
          </a:p>
          <a:p xmlns:a="http://schemas.openxmlformats.org/drawingml/2006/main">
            <a:pPr>
              <a:defRPr sz="2100" b="0">
                <a:solidFill>
                  <a:srgbClr val="123B32"/>
                </a:solidFill>
              </a:defRPr>
            </a:pPr>
            <a:r>
              <a:rPr sz="2100" b="0">
                <a:solidFill>
                  <a:srgbClr val="123B32"/>
                </a:solidFill>
              </a:rPr>
              <a:t>Keep full duration</a:t>
            </a:r>
          </a:p>
          <a:p xmlns:a="http://schemas.openxmlformats.org/drawingml/2006/main">
            <a:pPr>
              <a:defRPr sz="2100" b="0">
                <a:solidFill>
                  <a:srgbClr val="123B32"/>
                </a:solidFill>
              </a:defRPr>
            </a:pPr>
            <a:r>
              <a:rPr sz="2100" b="0">
                <a:solidFill>
                  <a:srgbClr val="123B32"/>
                </a:solidFill>
              </a:rPr>
              <a:t>No volume normalisation</a:t>
            </a:r>
          </a:p>
        </p:txBody>
      </p:sp>
      <p:sp>
        <p:nvSpPr>
          <p:cNvPr id="11" name="">
            <a:extLst xmlns:a="http://schemas.openxmlformats.org/drawingml/2006/main">
              <a:ext uri="{FF2B5EF4-FFF2-40B4-BE49-F238E27FC236}">
                <a16:creationId xmlns:a16="http://schemas.microsoft.com/office/drawing/2014/main" id="{14D389F2-9F75-433F-910D-B6BC3B928F23}"/>
              </a:ext>
            </a:extLst>
          </p:cNvPr>
          <p:cNvSpPr>
            <a:spLocks xmlns:a="http://schemas.openxmlformats.org/drawingml/2006/main" noGrp="1"/>
          </p:cNvSpPr>
          <p:nvPr/>
        </p:nvSpPr>
        <p:spPr>
          <a:xfrm xmlns:a="http://schemas.openxmlformats.org/drawingml/2006/main">
            <a:off x="8229600" y="1743075"/>
            <a:ext cx="333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75" b="1">
                <a:solidFill>
                  <a:srgbClr val="123B32"/>
                </a:solidFill>
              </a:defRPr>
            </a:defPPr>
            <a:lvl1pPr>
              <a:defRPr sz="2775" b="1">
                <a:solidFill>
                  <a:srgbClr val="123B32"/>
                </a:solidFill>
              </a:defRPr>
            </a:lvl1pPr>
            <a:lvl2pPr>
              <a:defRPr sz="2775" b="1">
                <a:solidFill>
                  <a:srgbClr val="123B32"/>
                </a:solidFill>
              </a:defRPr>
            </a:lvl2pPr>
            <a:lvl3pPr>
              <a:defRPr sz="2775" b="1">
                <a:solidFill>
                  <a:srgbClr val="123B32"/>
                </a:solidFill>
              </a:defRPr>
            </a:lvl3pPr>
            <a:lvl4pPr>
              <a:defRPr sz="2775" b="1">
                <a:solidFill>
                  <a:srgbClr val="123B32"/>
                </a:solidFill>
              </a:defRPr>
            </a:lvl4pPr>
            <a:lvl5pPr>
              <a:defRPr sz="2775" b="1">
                <a:solidFill>
                  <a:srgbClr val="123B32"/>
                </a:solidFill>
              </a:defRPr>
            </a:lvl5pPr>
            <a:lvl6pPr>
              <a:defRPr sz="2775" b="1">
                <a:solidFill>
                  <a:srgbClr val="123B32"/>
                </a:solidFill>
              </a:defRPr>
            </a:lvl6pPr>
            <a:lvl7pPr>
              <a:defRPr sz="2775" b="1">
                <a:solidFill>
                  <a:srgbClr val="123B32"/>
                </a:solidFill>
              </a:defRPr>
            </a:lvl7pPr>
            <a:lvl8pPr>
              <a:defRPr sz="2775" b="1">
                <a:solidFill>
                  <a:srgbClr val="123B32"/>
                </a:solidFill>
              </a:defRPr>
            </a:lvl8pPr>
            <a:lvl9pPr>
              <a:defRPr sz="2775" b="1">
                <a:solidFill>
                  <a:srgbClr val="123B32"/>
                </a:solidFill>
              </a:defRPr>
            </a:lvl9pPr>
          </a:lstStyle>
          <a:p xmlns:a="http://schemas.openxmlformats.org/drawingml/2006/main">
            <a:pPr>
              <a:defRPr sz="2775" b="1">
                <a:solidFill>
                  <a:srgbClr val="123B32"/>
                </a:solidFill>
              </a:defRPr>
            </a:pPr>
            <a:r>
              <a:rPr sz="2775" b="1">
                <a:solidFill>
                  <a:srgbClr val="123B32"/>
                </a:solidFill>
              </a:rPr>
              <a:t>Text</a:t>
            </a:r>
          </a:p>
        </p:txBody>
      </p:sp>
      <p:sp>
        <p:nvSpPr>
          <p:cNvPr id="12" name="">
            <a:extLst xmlns:a="http://schemas.openxmlformats.org/drawingml/2006/main">
              <a:ext uri="{FF2B5EF4-FFF2-40B4-BE49-F238E27FC236}">
                <a16:creationId xmlns:a16="http://schemas.microsoft.com/office/drawing/2014/main" id="{C0DCAB6A-40DE-48C4-918C-0B4EC9C27DA0}"/>
              </a:ext>
            </a:extLst>
          </p:cNvPr>
          <p:cNvSpPr>
            <a:spLocks xmlns:a="http://schemas.openxmlformats.org/drawingml/2006/main" noGrp="1"/>
          </p:cNvSpPr>
          <p:nvPr/>
        </p:nvSpPr>
        <p:spPr>
          <a:xfrm xmlns:a="http://schemas.openxmlformats.org/drawingml/2006/main">
            <a:off x="8229600" y="2695575"/>
            <a:ext cx="3333750" cy="819150"/>
          </a:xfrm>
          <a:prstGeom xmlns:a="http://schemas.openxmlformats.org/drawingml/2006/main" prst="rect">
            <a:avLst/>
          </a:prstGeom>
          <a:solidFill xmlns:a="http://schemas.openxmlformats.org/drawingml/2006/main">
            <a:srgbClr val="DCE5D2"/>
          </a:solidFill>
          <a:ln xmlns:a="http://schemas.openxmlformats.org/drawingml/2006/main" w="12383">
            <a:solidFill>
              <a:srgbClr val="A2B5A4"/>
            </a:solidFill>
          </a:ln>
        </p:spPr>
      </p:sp>
      <p:sp>
        <p:nvSpPr>
          <p:cNvPr id="13" name="">
            <a:extLst xmlns:a="http://schemas.openxmlformats.org/drawingml/2006/main">
              <a:ext uri="{FF2B5EF4-FFF2-40B4-BE49-F238E27FC236}">
                <a16:creationId xmlns:a16="http://schemas.microsoft.com/office/drawing/2014/main" id="{FFF69490-7AF6-4EF7-AA67-72B40A2AC99F}"/>
              </a:ext>
            </a:extLst>
          </p:cNvPr>
          <p:cNvSpPr>
            <a:spLocks xmlns:a="http://schemas.openxmlformats.org/drawingml/2006/main" noGrp="1"/>
          </p:cNvSpPr>
          <p:nvPr/>
        </p:nvSpPr>
        <p:spPr>
          <a:xfrm xmlns:a="http://schemas.openxmlformats.org/drawingml/2006/main">
            <a:off x="8391525" y="284797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23B32"/>
                </a:solidFill>
              </a:defRPr>
            </a:defPPr>
            <a:lvl1pPr>
              <a:defRPr sz="2100" b="1">
                <a:solidFill>
                  <a:srgbClr val="123B32"/>
                </a:solidFill>
              </a:defRPr>
            </a:lvl1pPr>
            <a:lvl2pPr>
              <a:defRPr sz="2100" b="1">
                <a:solidFill>
                  <a:srgbClr val="123B32"/>
                </a:solidFill>
              </a:defRPr>
            </a:lvl2pPr>
            <a:lvl3pPr>
              <a:defRPr sz="2100" b="1">
                <a:solidFill>
                  <a:srgbClr val="123B32"/>
                </a:solidFill>
              </a:defRPr>
            </a:lvl3pPr>
            <a:lvl4pPr>
              <a:defRPr sz="2100" b="1">
                <a:solidFill>
                  <a:srgbClr val="123B32"/>
                </a:solidFill>
              </a:defRPr>
            </a:lvl4pPr>
            <a:lvl5pPr>
              <a:defRPr sz="2100" b="1">
                <a:solidFill>
                  <a:srgbClr val="123B32"/>
                </a:solidFill>
              </a:defRPr>
            </a:lvl5pPr>
            <a:lvl6pPr>
              <a:defRPr sz="2100" b="1">
                <a:solidFill>
                  <a:srgbClr val="123B32"/>
                </a:solidFill>
              </a:defRPr>
            </a:lvl6pPr>
            <a:lvl7pPr>
              <a:defRPr sz="2100" b="1">
                <a:solidFill>
                  <a:srgbClr val="123B32"/>
                </a:solidFill>
              </a:defRPr>
            </a:lvl7pPr>
            <a:lvl8pPr>
              <a:defRPr sz="2100" b="1">
                <a:solidFill>
                  <a:srgbClr val="123B32"/>
                </a:solidFill>
              </a:defRPr>
            </a:lvl8pPr>
            <a:lvl9pPr>
              <a:defRPr sz="2100" b="1">
                <a:solidFill>
                  <a:srgbClr val="123B32"/>
                </a:solidFill>
              </a:defRPr>
            </a:lvl9pPr>
          </a:lstStyle>
          <a:p xmlns:a="http://schemas.openxmlformats.org/drawingml/2006/main">
            <a:pPr>
              <a:defRPr sz="2100" b="1">
                <a:solidFill>
                  <a:srgbClr val="123B32"/>
                </a:solidFill>
              </a:defRPr>
            </a:pPr>
            <a:r>
              <a:rPr sz="2100" b="1">
                <a:solidFill>
                  <a:srgbClr val="123B32"/>
                </a:solidFill>
              </a:rPr>
              <a:t>UTF-8 / LF / NFC</a:t>
            </a:r>
          </a:p>
        </p:txBody>
      </p:sp>
      <p:sp>
        <p:nvSpPr>
          <p:cNvPr id="14" name="">
            <a:extLst xmlns:a="http://schemas.openxmlformats.org/drawingml/2006/main">
              <a:ext uri="{FF2B5EF4-FFF2-40B4-BE49-F238E27FC236}">
                <a16:creationId xmlns:a16="http://schemas.microsoft.com/office/drawing/2014/main" id="{4884F826-9608-4DA0-BA5A-B545B11B2D3B}"/>
              </a:ext>
            </a:extLst>
          </p:cNvPr>
          <p:cNvSpPr>
            <a:spLocks xmlns:a="http://schemas.openxmlformats.org/drawingml/2006/main" noGrp="1"/>
          </p:cNvSpPr>
          <p:nvPr/>
        </p:nvSpPr>
        <p:spPr>
          <a:xfrm xmlns:a="http://schemas.openxmlformats.org/drawingml/2006/main">
            <a:off x="8267700" y="3905250"/>
            <a:ext cx="3286125"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23B32"/>
                </a:solidFill>
              </a:defRPr>
            </a:defPPr>
            <a:lvl1pPr>
              <a:defRPr sz="2100" b="0">
                <a:solidFill>
                  <a:srgbClr val="123B32"/>
                </a:solidFill>
              </a:defRPr>
            </a:lvl1pPr>
            <a:lvl2pPr>
              <a:defRPr sz="2100" b="0">
                <a:solidFill>
                  <a:srgbClr val="123B32"/>
                </a:solidFill>
              </a:defRPr>
            </a:lvl2pPr>
            <a:lvl3pPr>
              <a:defRPr sz="2100" b="0">
                <a:solidFill>
                  <a:srgbClr val="123B32"/>
                </a:solidFill>
              </a:defRPr>
            </a:lvl3pPr>
            <a:lvl4pPr>
              <a:defRPr sz="2100" b="0">
                <a:solidFill>
                  <a:srgbClr val="123B32"/>
                </a:solidFill>
              </a:defRPr>
            </a:lvl4pPr>
            <a:lvl5pPr>
              <a:defRPr sz="2100" b="0">
                <a:solidFill>
                  <a:srgbClr val="123B32"/>
                </a:solidFill>
              </a:defRPr>
            </a:lvl5pPr>
            <a:lvl6pPr>
              <a:defRPr sz="2100" b="0">
                <a:solidFill>
                  <a:srgbClr val="123B32"/>
                </a:solidFill>
              </a:defRPr>
            </a:lvl6pPr>
            <a:lvl7pPr>
              <a:defRPr sz="2100" b="0">
                <a:solidFill>
                  <a:srgbClr val="123B32"/>
                </a:solidFill>
              </a:defRPr>
            </a:lvl7pPr>
            <a:lvl8pPr>
              <a:defRPr sz="2100" b="0">
                <a:solidFill>
                  <a:srgbClr val="123B32"/>
                </a:solidFill>
              </a:defRPr>
            </a:lvl8pPr>
            <a:lvl9pPr>
              <a:defRPr sz="2100" b="0">
                <a:solidFill>
                  <a:srgbClr val="123B32"/>
                </a:solidFill>
              </a:defRPr>
            </a:lvl9pPr>
          </a:lstStyle>
          <a:p xmlns:a="http://schemas.openxmlformats.org/drawingml/2006/main">
            <a:pPr>
              <a:defRPr sz="2100" b="0">
                <a:solidFill>
                  <a:srgbClr val="123B32"/>
                </a:solidFill>
              </a:defRPr>
            </a:pPr>
            <a:r>
              <a:rPr sz="2100" b="0">
                <a:solidFill>
                  <a:srgbClr val="123B32"/>
                </a:solidFill>
              </a:rPr>
              <a:t>Keep language</a:t>
            </a:r>
          </a:p>
          <a:p xmlns:a="http://schemas.openxmlformats.org/drawingml/2006/main">
            <a:pPr>
              <a:defRPr sz="2100" b="0">
                <a:solidFill>
                  <a:srgbClr val="123B32"/>
                </a:solidFill>
              </a:defRPr>
            </a:pPr>
            <a:r>
              <a:rPr sz="2100" b="0">
                <a:solidFill>
                  <a:srgbClr val="123B32"/>
                </a:solidFill>
              </a:rPr>
              <a:t>Keep case + punctuation</a:t>
            </a:r>
          </a:p>
          <a:p xmlns:a="http://schemas.openxmlformats.org/drawingml/2006/main">
            <a:pPr>
              <a:defRPr sz="2100" b="0">
                <a:solidFill>
                  <a:srgbClr val="123B32"/>
                </a:solidFill>
              </a:defRPr>
            </a:pPr>
            <a:r>
              <a:rPr sz="2100" b="0">
                <a:solidFill>
                  <a:srgbClr val="123B32"/>
                </a:solidFill>
              </a:rPr>
              <a:t>Standardise Unicode</a:t>
            </a:r>
          </a:p>
        </p:txBody>
      </p:sp>
      <p:sp>
        <p:nvSpPr>
          <p:cNvPr id="15" name="">
            <a:extLst xmlns:a="http://schemas.openxmlformats.org/drawingml/2006/main">
              <a:ext uri="{FF2B5EF4-FFF2-40B4-BE49-F238E27FC236}">
                <a16:creationId xmlns:a16="http://schemas.microsoft.com/office/drawing/2014/main" id="{2B9E608B-CDEF-4B18-B0DC-7E2B0D90A344}"/>
              </a:ext>
            </a:extLst>
          </p:cNvPr>
          <p:cNvSpPr>
            <a:spLocks xmlns:a="http://schemas.openxmlformats.org/drawingml/2006/main" noGrp="1"/>
          </p:cNvSpPr>
          <p:nvPr/>
        </p:nvSpPr>
        <p:spPr>
          <a:xfrm xmlns:a="http://schemas.openxmlformats.org/drawingml/2006/main">
            <a:off x="609600" y="605790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2675C"/>
                </a:solidFill>
              </a:defRPr>
            </a:defPPr>
            <a:lvl1pPr>
              <a:defRPr sz="1800" b="0">
                <a:solidFill>
                  <a:srgbClr val="52675C"/>
                </a:solidFill>
              </a:defRPr>
            </a:lvl1pPr>
            <a:lvl2pPr>
              <a:defRPr sz="1800" b="0">
                <a:solidFill>
                  <a:srgbClr val="52675C"/>
                </a:solidFill>
              </a:defRPr>
            </a:lvl2pPr>
            <a:lvl3pPr>
              <a:defRPr sz="1800" b="0">
                <a:solidFill>
                  <a:srgbClr val="52675C"/>
                </a:solidFill>
              </a:defRPr>
            </a:lvl3pPr>
            <a:lvl4pPr>
              <a:defRPr sz="1800" b="0">
                <a:solidFill>
                  <a:srgbClr val="52675C"/>
                </a:solidFill>
              </a:defRPr>
            </a:lvl4pPr>
            <a:lvl5pPr>
              <a:defRPr sz="1800" b="0">
                <a:solidFill>
                  <a:srgbClr val="52675C"/>
                </a:solidFill>
              </a:defRPr>
            </a:lvl5pPr>
            <a:lvl6pPr>
              <a:defRPr sz="1800" b="0">
                <a:solidFill>
                  <a:srgbClr val="52675C"/>
                </a:solidFill>
              </a:defRPr>
            </a:lvl6pPr>
            <a:lvl7pPr>
              <a:defRPr sz="1800" b="0">
                <a:solidFill>
                  <a:srgbClr val="52675C"/>
                </a:solidFill>
              </a:defRPr>
            </a:lvl7pPr>
            <a:lvl8pPr>
              <a:defRPr sz="1800" b="0">
                <a:solidFill>
                  <a:srgbClr val="52675C"/>
                </a:solidFill>
              </a:defRPr>
            </a:lvl8pPr>
            <a:lvl9pPr>
              <a:defRPr sz="1800" b="0">
                <a:solidFill>
                  <a:srgbClr val="52675C"/>
                </a:solidFill>
              </a:defRPr>
            </a:lvl9pPr>
          </a:lstStyle>
          <a:p xmlns:a="http://schemas.openxmlformats.org/drawingml/2006/main">
            <a:pPr>
              <a:defRPr sz="1800" b="0">
                <a:solidFill>
                  <a:srgbClr val="52675C"/>
                </a:solidFill>
              </a:defRPr>
            </a:pPr>
            <a:r>
              <a:rPr sz="1800" b="0">
                <a:solidFill>
                  <a:srgbClr val="52675C"/>
                </a:solidFill>
              </a:rPr>
              <a:t>Originals stay in Landing / model-specific adaptation happens in Exploitation</a:t>
            </a:r>
          </a:p>
        </p:txBody>
      </p:sp>
    </p:spTree>
    <p:extLst>
      <p:ext uri="{BB962C8B-B14F-4D97-AF65-F5344CB8AC3E}">
        <p14:creationId xmlns:p14="http://schemas.microsoft.com/office/powerpoint/2010/main" val="1783287330"/>
      </p:ext>
    </p:extLst>
  </p:cSld>
</p:sld>
</file>

<file path=ppt/slides/slide7.xml><?xml version="1.0" encoding="utf-8"?>
<p:sld xmlns:p="http://schemas.openxmlformats.org/presentationml/2006/main">
  <p:cSld>
    <p:bg>
      <p:bgPr>
        <a:solidFill xmlns:a="http://schemas.openxmlformats.org/drawingml/2006/main">
          <a:srgbClr val="F5F1E7"/>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AD46FF3-873A-4196-A525-3EBC92F1267C}"/>
              </a:ext>
            </a:extLst>
          </p:cNvPr>
          <p:cNvSpPr>
            <a:spLocks xmlns:a="http://schemas.openxmlformats.org/drawingml/2006/main" noGrp="1"/>
          </p:cNvSpPr>
          <p:nvPr/>
        </p:nvSpPr>
        <p:spPr>
          <a:xfrm xmlns:a="http://schemas.openxmlformats.org/drawingml/2006/main">
            <a:off x="533400" y="428625"/>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23B32"/>
                </a:solidFill>
              </a:defRPr>
            </a:defPPr>
            <a:lvl1pPr>
              <a:defRPr sz="3375" b="1">
                <a:solidFill>
                  <a:srgbClr val="123B32"/>
                </a:solidFill>
              </a:defRPr>
            </a:lvl1pPr>
            <a:lvl2pPr>
              <a:defRPr sz="3375" b="1">
                <a:solidFill>
                  <a:srgbClr val="123B32"/>
                </a:solidFill>
              </a:defRPr>
            </a:lvl2pPr>
            <a:lvl3pPr>
              <a:defRPr sz="3375" b="1">
                <a:solidFill>
                  <a:srgbClr val="123B32"/>
                </a:solidFill>
              </a:defRPr>
            </a:lvl3pPr>
            <a:lvl4pPr>
              <a:defRPr sz="3375" b="1">
                <a:solidFill>
                  <a:srgbClr val="123B32"/>
                </a:solidFill>
              </a:defRPr>
            </a:lvl4pPr>
            <a:lvl5pPr>
              <a:defRPr sz="3375" b="1">
                <a:solidFill>
                  <a:srgbClr val="123B32"/>
                </a:solidFill>
              </a:defRPr>
            </a:lvl5pPr>
            <a:lvl6pPr>
              <a:defRPr sz="3375" b="1">
                <a:solidFill>
                  <a:srgbClr val="123B32"/>
                </a:solidFill>
              </a:defRPr>
            </a:lvl6pPr>
            <a:lvl7pPr>
              <a:defRPr sz="3375" b="1">
                <a:solidFill>
                  <a:srgbClr val="123B32"/>
                </a:solidFill>
              </a:defRPr>
            </a:lvl7pPr>
            <a:lvl8pPr>
              <a:defRPr sz="3375" b="1">
                <a:solidFill>
                  <a:srgbClr val="123B32"/>
                </a:solidFill>
              </a:defRPr>
            </a:lvl8pPr>
            <a:lvl9pPr>
              <a:defRPr sz="3375" b="1">
                <a:solidFill>
                  <a:srgbClr val="123B32"/>
                </a:solidFill>
              </a:defRPr>
            </a:lvl9pPr>
          </a:lstStyle>
          <a:p xmlns:a="http://schemas.openxmlformats.org/drawingml/2006/main">
            <a:pPr>
              <a:defRPr sz="3375" b="1">
                <a:solidFill>
                  <a:srgbClr val="123B32"/>
                </a:solidFill>
              </a:defRPr>
            </a:pPr>
            <a:r>
              <a:rPr sz="3375" b="1">
                <a:solidFill>
                  <a:srgbClr val="123B32"/>
                </a:solidFill>
              </a:rPr>
              <a:t>Trusted: rejection or warning?</a:t>
            </a:r>
          </a:p>
        </p:txBody>
      </p:sp>
      <p:sp>
        <p:nvSpPr>
          <p:cNvPr id="2" name="">
            <a:extLst xmlns:a="http://schemas.openxmlformats.org/drawingml/2006/main">
              <a:ext uri="{FF2B5EF4-FFF2-40B4-BE49-F238E27FC236}">
                <a16:creationId xmlns:a16="http://schemas.microsoft.com/office/drawing/2014/main" id="{8D1FC05C-6EF7-4443-B193-93F2B0247BD8}"/>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2675C"/>
                </a:solidFill>
              </a:defRPr>
            </a:defPPr>
            <a:lvl1pPr>
              <a:defRPr sz="1425" b="0">
                <a:solidFill>
                  <a:srgbClr val="52675C"/>
                </a:solidFill>
              </a:defRPr>
            </a:lvl1pPr>
            <a:lvl2pPr>
              <a:defRPr sz="1425" b="0">
                <a:solidFill>
                  <a:srgbClr val="52675C"/>
                </a:solidFill>
              </a:defRPr>
            </a:lvl2pPr>
            <a:lvl3pPr>
              <a:defRPr sz="1425" b="0">
                <a:solidFill>
                  <a:srgbClr val="52675C"/>
                </a:solidFill>
              </a:defRPr>
            </a:lvl3pPr>
            <a:lvl4pPr>
              <a:defRPr sz="1425" b="0">
                <a:solidFill>
                  <a:srgbClr val="52675C"/>
                </a:solidFill>
              </a:defRPr>
            </a:lvl4pPr>
            <a:lvl5pPr>
              <a:defRPr sz="1425" b="0">
                <a:solidFill>
                  <a:srgbClr val="52675C"/>
                </a:solidFill>
              </a:defRPr>
            </a:lvl5pPr>
            <a:lvl6pPr>
              <a:defRPr sz="1425" b="0">
                <a:solidFill>
                  <a:srgbClr val="52675C"/>
                </a:solidFill>
              </a:defRPr>
            </a:lvl6pPr>
            <a:lvl7pPr>
              <a:defRPr sz="1425" b="0">
                <a:solidFill>
                  <a:srgbClr val="52675C"/>
                </a:solidFill>
              </a:defRPr>
            </a:lvl7pPr>
            <a:lvl8pPr>
              <a:defRPr sz="1425" b="0">
                <a:solidFill>
                  <a:srgbClr val="52675C"/>
                </a:solidFill>
              </a:defRPr>
            </a:lvl8pPr>
            <a:lvl9pPr>
              <a:defRPr sz="1425" b="0">
                <a:solidFill>
                  <a:srgbClr val="52675C"/>
                </a:solidFill>
              </a:defRPr>
            </a:lvl9pPr>
          </a:lstStyle>
          <a:p xmlns:a="http://schemas.openxmlformats.org/drawingml/2006/main">
            <a:pPr>
              <a:defRPr sz="1425" b="0">
                <a:solidFill>
                  <a:srgbClr val="52675C"/>
                </a:solidFill>
              </a:defRPr>
            </a:pPr>
            <a:r>
              <a:rPr sz="1425" b="0">
                <a:solidFill>
                  <a:srgbClr val="52675C"/>
                </a:solidFill>
              </a:rPr>
              <a:t>07</a:t>
            </a:r>
          </a:p>
        </p:txBody>
      </p:sp>
      <p:graphicFrame>
        <p:nvGraphicFramePr>
          <p:cNvPr id="3" name="">
            <a:extLst xmlns:a="http://schemas.openxmlformats.org/drawingml/2006/main">
              <a:ext uri="{FF2B5EF4-FFF2-40B4-BE49-F238E27FC236}">
                <a16:creationId xmlns:a16="http://schemas.microsoft.com/office/drawing/2014/main" id="{5A455169-0AED-4D12-8B09-5E2A3448AF4C}"/>
              </a:ext>
            </a:extLst>
          </p:cNvPr>
          <p:cNvGraphicFramePr/>
          <p:nvPr/>
        </p:nvGraphicFramePr>
        <p:xfrm>
          <a:off xmlns:a="http://schemas.openxmlformats.org/drawingml/2006/main" x="609600" y="1952625"/>
          <a:ext xmlns:a="http://schemas.openxmlformats.org/drawingml/2006/main" cx="10953750" cy="2857500"/>
        </p:xfrm>
        <a:graphic xmlns:a="http://schemas.openxmlformats.org/drawingml/2006/main">
          <a:graphicData uri="http://schemas.openxmlformats.org/drawingml/2006/table">
            <a:tbl>
              <a:tblPr/>
              <a:tblGrid>
                <a:gridCol w="5191125"/>
                <a:gridCol w="5762625"/>
              </a:tblGrid>
              <a:tr h="714375">
                <a:tc>
                  <a:txBody>
                    <a:bodyPr/>
                    <a:lstStyle/>
                    <a:p>
                      <a:r>
                        <a:rPr sz="2025" b="1">
                          <a:solidFill>
                            <a:srgbClr val="F5F1E7"/>
                          </a:solidFill>
                          <a:latin typeface="Arial"/>
                          <a:ea typeface="Arial"/>
                          <a:cs typeface="Arial"/>
                        </a:rPr>
                        <a:t>Observation</a:t>
                      </a:r>
                    </a:p>
                  </a:txBody>
                  <a:tcPr marL="91440" marR="91440" marT="45720" marB="45720">
                    <a:lnL w="6668">
                      <a:solidFill>
                        <a:srgbClr val="A2B5A4"/>
                      </a:solidFill>
                      <a:prstDash val="solid"/>
                    </a:lnL>
                    <a:lnR w="6668">
                      <a:solidFill>
                        <a:srgbClr val="A2B5A4"/>
                      </a:solidFill>
                      <a:prstDash val="solid"/>
                    </a:lnR>
                    <a:lnT w="6668">
                      <a:solidFill>
                        <a:srgbClr val="A2B5A4"/>
                      </a:solidFill>
                      <a:prstDash val="solid"/>
                    </a:lnT>
                    <a:lnB w="6668">
                      <a:solidFill>
                        <a:srgbClr val="A2B5A4"/>
                      </a:solidFill>
                      <a:prstDash val="solid"/>
                    </a:lnB>
                    <a:solidFill>
                      <a:srgbClr val="123B32"/>
                    </a:solidFill>
                  </a:tcPr>
                </a:tc>
                <a:tc>
                  <a:txBody>
                    <a:bodyPr/>
                    <a:lstStyle/>
                    <a:p>
                      <a:r>
                        <a:rPr sz="2025" b="1">
                          <a:solidFill>
                            <a:srgbClr val="F5F1E7"/>
                          </a:solidFill>
                          <a:latin typeface="Arial"/>
                          <a:ea typeface="Arial"/>
                          <a:cs typeface="Arial"/>
                        </a:rPr>
                        <a:t>Policy</a:t>
                      </a:r>
                    </a:p>
                  </a:txBody>
                  <a:tcPr marL="91440" marR="91440" marT="45720" marB="45720">
                    <a:lnR w="6668">
                      <a:solidFill>
                        <a:srgbClr val="A2B5A4"/>
                      </a:solidFill>
                      <a:prstDash val="solid"/>
                    </a:lnR>
                    <a:lnT w="6668">
                      <a:solidFill>
                        <a:srgbClr val="A2B5A4"/>
                      </a:solidFill>
                      <a:prstDash val="solid"/>
                    </a:lnT>
                    <a:lnB w="6668">
                      <a:solidFill>
                        <a:srgbClr val="A2B5A4"/>
                      </a:solidFill>
                      <a:prstDash val="solid"/>
                    </a:lnB>
                    <a:solidFill>
                      <a:srgbClr val="123B32"/>
                    </a:solidFill>
                  </a:tcPr>
                </a:tc>
              </a:tr>
              <a:tr h="714375">
                <a:tc>
                  <a:txBody>
                    <a:bodyPr/>
                    <a:lstStyle/>
                    <a:p>
                      <a:r>
                        <a:rPr sz="2175">
                          <a:solidFill>
                            <a:srgbClr val="123B32"/>
                          </a:solidFill>
                          <a:latin typeface="Arial"/>
                          <a:ea typeface="Arial"/>
                          <a:cs typeface="Arial"/>
                        </a:rPr>
                        <a:t>Invalid decoding</a:t>
                      </a:r>
                    </a:p>
                  </a:txBody>
                  <a:tcPr marL="91440" marR="91440" marT="45720" marB="45720">
                    <a:lnL w="6668">
                      <a:solidFill>
                        <a:srgbClr val="A2B5A4"/>
                      </a:solidFill>
                      <a:prstDash val="solid"/>
                    </a:lnL>
                    <a:lnR w="6668">
                      <a:solidFill>
                        <a:srgbClr val="A2B5A4"/>
                      </a:solidFill>
                      <a:prstDash val="solid"/>
                    </a:lnR>
                    <a:lnB w="6668">
                      <a:solidFill>
                        <a:srgbClr val="A2B5A4"/>
                      </a:solidFill>
                      <a:prstDash val="solid"/>
                    </a:lnB>
                    <a:solidFill>
                      <a:srgbClr val="F5F1E7"/>
                    </a:solidFill>
                  </a:tcPr>
                </a:tc>
                <a:tc>
                  <a:txBody>
                    <a:bodyPr/>
                    <a:lstStyle/>
                    <a:p>
                      <a:r>
                        <a:rPr sz="2175">
                          <a:solidFill>
                            <a:srgbClr val="123B32"/>
                          </a:solidFill>
                          <a:latin typeface="Arial"/>
                          <a:ea typeface="Arial"/>
                          <a:cs typeface="Arial"/>
                        </a:rPr>
                        <a:t>Reject with a reason</a:t>
                      </a:r>
                    </a:p>
                  </a:txBody>
                  <a:tcPr marL="91440" marR="91440" marT="45720" marB="45720">
                    <a:lnR w="6668">
                      <a:solidFill>
                        <a:srgbClr val="A2B5A4"/>
                      </a:solidFill>
                      <a:prstDash val="solid"/>
                    </a:lnR>
                    <a:lnB w="6668">
                      <a:solidFill>
                        <a:srgbClr val="A2B5A4"/>
                      </a:solidFill>
                      <a:prstDash val="solid"/>
                    </a:lnB>
                    <a:solidFill>
                      <a:srgbClr val="F5F1E7"/>
                    </a:solidFill>
                  </a:tcPr>
                </a:tc>
              </a:tr>
              <a:tr h="714375">
                <a:tc>
                  <a:txBody>
                    <a:bodyPr/>
                    <a:lstStyle/>
                    <a:p>
                      <a:r>
                        <a:rPr sz="2175">
                          <a:solidFill>
                            <a:srgbClr val="123B32"/>
                          </a:solidFill>
                          <a:latin typeface="Arial"/>
                          <a:ea typeface="Arial"/>
                          <a:cs typeface="Arial"/>
                        </a:rPr>
                        <a:t>Confirmed image duplicate</a:t>
                      </a:r>
                    </a:p>
                  </a:txBody>
                  <a:tcPr marL="91440" marR="91440" marT="45720" marB="45720">
                    <a:lnL w="6668">
                      <a:solidFill>
                        <a:srgbClr val="A2B5A4"/>
                      </a:solidFill>
                      <a:prstDash val="solid"/>
                    </a:lnL>
                    <a:lnR w="6668">
                      <a:solidFill>
                        <a:srgbClr val="A2B5A4"/>
                      </a:solidFill>
                      <a:prstDash val="solid"/>
                    </a:lnR>
                    <a:lnB w="6668">
                      <a:solidFill>
                        <a:srgbClr val="A2B5A4"/>
                      </a:solidFill>
                      <a:prstDash val="solid"/>
                    </a:lnB>
                    <a:solidFill>
                      <a:srgbClr val="F5F1E7"/>
                    </a:solidFill>
                  </a:tcPr>
                </a:tc>
                <a:tc>
                  <a:txBody>
                    <a:bodyPr/>
                    <a:lstStyle/>
                    <a:p>
                      <a:r>
                        <a:rPr sz="2175">
                          <a:solidFill>
                            <a:srgbClr val="123B32"/>
                          </a:solidFill>
                          <a:latin typeface="Arial"/>
                          <a:ea typeface="Arial"/>
                          <a:cs typeface="Arial"/>
                        </a:rPr>
                        <a:t>Exclude the later matching image</a:t>
                      </a:r>
                    </a:p>
                  </a:txBody>
                  <a:tcPr marL="91440" marR="91440" marT="45720" marB="45720">
                    <a:lnR w="6668">
                      <a:solidFill>
                        <a:srgbClr val="A2B5A4"/>
                      </a:solidFill>
                      <a:prstDash val="solid"/>
                    </a:lnR>
                    <a:lnB w="6668">
                      <a:solidFill>
                        <a:srgbClr val="A2B5A4"/>
                      </a:solidFill>
                      <a:prstDash val="solid"/>
                    </a:lnB>
                    <a:solidFill>
                      <a:srgbClr val="F5F1E7"/>
                    </a:solidFill>
                  </a:tcPr>
                </a:tc>
              </a:tr>
              <a:tr h="714375">
                <a:tc>
                  <a:txBody>
                    <a:bodyPr/>
                    <a:lstStyle/>
                    <a:p>
                      <a:r>
                        <a:rPr sz="2175">
                          <a:solidFill>
                            <a:srgbClr val="123B32"/>
                          </a:solidFill>
                          <a:latin typeface="Arial"/>
                          <a:ea typeface="Arial"/>
                          <a:cs typeface="Arial"/>
                        </a:rPr>
                        <a:t>Watermark / low-energy audio</a:t>
                      </a:r>
                    </a:p>
                  </a:txBody>
                  <a:tcPr marL="91440" marR="91440" marT="45720" marB="45720">
                    <a:lnL w="6668">
                      <a:solidFill>
                        <a:srgbClr val="A2B5A4"/>
                      </a:solidFill>
                      <a:prstDash val="solid"/>
                    </a:lnL>
                    <a:lnR w="6668">
                      <a:solidFill>
                        <a:srgbClr val="A2B5A4"/>
                      </a:solidFill>
                      <a:prstDash val="solid"/>
                    </a:lnR>
                    <a:lnB w="6668">
                      <a:solidFill>
                        <a:srgbClr val="A2B5A4"/>
                      </a:solidFill>
                      <a:prstDash val="solid"/>
                    </a:lnB>
                    <a:solidFill>
                      <a:srgbClr val="F5F1E7"/>
                    </a:solidFill>
                  </a:tcPr>
                </a:tc>
                <a:tc>
                  <a:txBody>
                    <a:bodyPr/>
                    <a:lstStyle/>
                    <a:p>
                      <a:r>
                        <a:rPr sz="2175">
                          <a:solidFill>
                            <a:srgbClr val="123B32"/>
                          </a:solidFill>
                          <a:latin typeface="Arial"/>
                          <a:ea typeface="Arial"/>
                          <a:cs typeface="Arial"/>
                        </a:rPr>
                        <a:t>Retain with a warning</a:t>
                      </a:r>
                    </a:p>
                  </a:txBody>
                  <a:tcPr marL="91440" marR="91440" marT="45720" marB="45720">
                    <a:lnR w="6668">
                      <a:solidFill>
                        <a:srgbClr val="A2B5A4"/>
                      </a:solidFill>
                      <a:prstDash val="solid"/>
                    </a:lnR>
                    <a:lnB w="6668">
                      <a:solidFill>
                        <a:srgbClr val="A2B5A4"/>
                      </a:solidFill>
                      <a:prstDash val="solid"/>
                    </a:lnB>
                    <a:solidFill>
                      <a:srgbClr val="F5F1E7"/>
                    </a:solidFill>
                  </a:tcPr>
                </a:tc>
              </a:tr>
            </a:tbl>
          </a:graphicData>
        </a:graphic>
      </p:graphicFrame>
      <p:sp>
        <p:nvSpPr>
          <p:cNvPr id="4" name="">
            <a:extLst xmlns:a="http://schemas.openxmlformats.org/drawingml/2006/main">
              <a:ext uri="{FF2B5EF4-FFF2-40B4-BE49-F238E27FC236}">
                <a16:creationId xmlns:a16="http://schemas.microsoft.com/office/drawing/2014/main" id="{A1AB3496-B262-4302-9F2D-1A36ABB6D71B}"/>
              </a:ext>
            </a:extLst>
          </p:cNvPr>
          <p:cNvSpPr>
            <a:spLocks xmlns:a="http://schemas.openxmlformats.org/drawingml/2006/main" noGrp="1"/>
          </p:cNvSpPr>
          <p:nvPr/>
        </p:nvSpPr>
        <p:spPr>
          <a:xfrm xmlns:a="http://schemas.openxmlformats.org/drawingml/2006/main">
            <a:off x="628650" y="5229225"/>
            <a:ext cx="109061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B85D35"/>
                </a:solidFill>
              </a:defRPr>
            </a:defPPr>
            <a:lvl1pPr>
              <a:defRPr sz="2325" b="0">
                <a:solidFill>
                  <a:srgbClr val="B85D35"/>
                </a:solidFill>
              </a:defRPr>
            </a:lvl1pPr>
            <a:lvl2pPr>
              <a:defRPr sz="2325" b="0">
                <a:solidFill>
                  <a:srgbClr val="B85D35"/>
                </a:solidFill>
              </a:defRPr>
            </a:lvl2pPr>
            <a:lvl3pPr>
              <a:defRPr sz="2325" b="0">
                <a:solidFill>
                  <a:srgbClr val="B85D35"/>
                </a:solidFill>
              </a:defRPr>
            </a:lvl3pPr>
            <a:lvl4pPr>
              <a:defRPr sz="2325" b="0">
                <a:solidFill>
                  <a:srgbClr val="B85D35"/>
                </a:solidFill>
              </a:defRPr>
            </a:lvl4pPr>
            <a:lvl5pPr>
              <a:defRPr sz="2325" b="0">
                <a:solidFill>
                  <a:srgbClr val="B85D35"/>
                </a:solidFill>
              </a:defRPr>
            </a:lvl5pPr>
            <a:lvl6pPr>
              <a:defRPr sz="2325" b="0">
                <a:solidFill>
                  <a:srgbClr val="B85D35"/>
                </a:solidFill>
              </a:defRPr>
            </a:lvl6pPr>
            <a:lvl7pPr>
              <a:defRPr sz="2325" b="0">
                <a:solidFill>
                  <a:srgbClr val="B85D35"/>
                </a:solidFill>
              </a:defRPr>
            </a:lvl7pPr>
            <a:lvl8pPr>
              <a:defRPr sz="2325" b="0">
                <a:solidFill>
                  <a:srgbClr val="B85D35"/>
                </a:solidFill>
              </a:defRPr>
            </a:lvl8pPr>
            <a:lvl9pPr>
              <a:defRPr sz="2325" b="0">
                <a:solidFill>
                  <a:srgbClr val="B85D35"/>
                </a:solidFill>
              </a:defRPr>
            </a:lvl9pPr>
          </a:lstStyle>
          <a:p xmlns:a="http://schemas.openxmlformats.org/drawingml/2006/main">
            <a:pPr>
              <a:defRPr sz="2325" b="0">
                <a:solidFill>
                  <a:srgbClr val="B85D35"/>
                </a:solidFill>
              </a:defRPr>
            </a:pPr>
            <a:r>
              <a:rPr sz="2325" b="0">
                <a:solidFill>
                  <a:srgbClr val="B85D35"/>
                </a:solidFill>
              </a:rPr>
              <a:t>Image budget: 20 MB / 40 MP / minimum 128 × 128</a:t>
            </a:r>
          </a:p>
        </p:txBody>
      </p:sp>
      <p:sp>
        <p:nvSpPr>
          <p:cNvPr id="5" name="">
            <a:extLst xmlns:a="http://schemas.openxmlformats.org/drawingml/2006/main">
              <a:ext uri="{FF2B5EF4-FFF2-40B4-BE49-F238E27FC236}">
                <a16:creationId xmlns:a16="http://schemas.microsoft.com/office/drawing/2014/main" id="{D2807790-63CE-475D-AD32-E788BB35165E}"/>
              </a:ext>
            </a:extLst>
          </p:cNvPr>
          <p:cNvSpPr>
            <a:spLocks xmlns:a="http://schemas.openxmlformats.org/drawingml/2006/main" noGrp="1"/>
          </p:cNvSpPr>
          <p:nvPr/>
        </p:nvSpPr>
        <p:spPr>
          <a:xfrm xmlns:a="http://schemas.openxmlformats.org/drawingml/2006/main">
            <a:off x="609600" y="605790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2675C"/>
                </a:solidFill>
              </a:defRPr>
            </a:defPPr>
            <a:lvl1pPr>
              <a:defRPr sz="1800" b="0">
                <a:solidFill>
                  <a:srgbClr val="52675C"/>
                </a:solidFill>
              </a:defRPr>
            </a:lvl1pPr>
            <a:lvl2pPr>
              <a:defRPr sz="1800" b="0">
                <a:solidFill>
                  <a:srgbClr val="52675C"/>
                </a:solidFill>
              </a:defRPr>
            </a:lvl2pPr>
            <a:lvl3pPr>
              <a:defRPr sz="1800" b="0">
                <a:solidFill>
                  <a:srgbClr val="52675C"/>
                </a:solidFill>
              </a:defRPr>
            </a:lvl3pPr>
            <a:lvl4pPr>
              <a:defRPr sz="1800" b="0">
                <a:solidFill>
                  <a:srgbClr val="52675C"/>
                </a:solidFill>
              </a:defRPr>
            </a:lvl4pPr>
            <a:lvl5pPr>
              <a:defRPr sz="1800" b="0">
                <a:solidFill>
                  <a:srgbClr val="52675C"/>
                </a:solidFill>
              </a:defRPr>
            </a:lvl5pPr>
            <a:lvl6pPr>
              <a:defRPr sz="1800" b="0">
                <a:solidFill>
                  <a:srgbClr val="52675C"/>
                </a:solidFill>
              </a:defRPr>
            </a:lvl6pPr>
            <a:lvl7pPr>
              <a:defRPr sz="1800" b="0">
                <a:solidFill>
                  <a:srgbClr val="52675C"/>
                </a:solidFill>
              </a:defRPr>
            </a:lvl7pPr>
            <a:lvl8pPr>
              <a:defRPr sz="1800" b="0">
                <a:solidFill>
                  <a:srgbClr val="52675C"/>
                </a:solidFill>
              </a:defRPr>
            </a:lvl8pPr>
            <a:lvl9pPr>
              <a:defRPr sz="1800" b="0">
                <a:solidFill>
                  <a:srgbClr val="52675C"/>
                </a:solidFill>
              </a:defRPr>
            </a:lvl9pPr>
          </a:lstStyle>
          <a:p xmlns:a="http://schemas.openxmlformats.org/drawingml/2006/main">
            <a:pPr>
              <a:defRPr sz="1800" b="0">
                <a:solidFill>
                  <a:srgbClr val="52675C"/>
                </a:solidFill>
              </a:defRPr>
            </a:pPr>
            <a:r>
              <a:rPr sz="1800" b="0">
                <a:solidFill>
                  <a:srgbClr val="52675C"/>
                </a:solidFill>
              </a:rPr>
              <a:t>Audio budget: 200 MB / text: 4 MB / warnings preserve useful signals</a:t>
            </a:r>
          </a:p>
        </p:txBody>
      </p:sp>
    </p:spTree>
    <p:extLst>
      <p:ext uri="{BB962C8B-B14F-4D97-AF65-F5344CB8AC3E}">
        <p14:creationId xmlns:p14="http://schemas.microsoft.com/office/powerpoint/2010/main" val="1331649015"/>
      </p:ext>
    </p:extLst>
  </p:cSld>
</p:sld>
</file>

<file path=ppt/slides/slide8.xml><?xml version="1.0" encoding="utf-8"?>
<p:sld xmlns:p="http://schemas.openxmlformats.org/presentationml/2006/main">
  <p:cSld>
    <p:bg>
      <p:bgPr>
        <a:solidFill xmlns:a="http://schemas.openxmlformats.org/drawingml/2006/main">
          <a:srgbClr val="F5F1E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6B40C0B-3AB0-42A9-819A-FE6D6B45C43F}"/>
              </a:ext>
            </a:extLst>
          </p:cNvPr>
          <p:cNvSpPr>
            <a:spLocks xmlns:a="http://schemas.openxmlformats.org/drawingml/2006/main" noGrp="1"/>
          </p:cNvSpPr>
          <p:nvPr/>
        </p:nvSpPr>
        <p:spPr>
          <a:xfrm xmlns:a="http://schemas.openxmlformats.org/drawingml/2006/main">
            <a:off x="533400" y="428625"/>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23B32"/>
                </a:solidFill>
              </a:defRPr>
            </a:defPPr>
            <a:lvl1pPr>
              <a:defRPr sz="3375" b="1">
                <a:solidFill>
                  <a:srgbClr val="123B32"/>
                </a:solidFill>
              </a:defRPr>
            </a:lvl1pPr>
            <a:lvl2pPr>
              <a:defRPr sz="3375" b="1">
                <a:solidFill>
                  <a:srgbClr val="123B32"/>
                </a:solidFill>
              </a:defRPr>
            </a:lvl2pPr>
            <a:lvl3pPr>
              <a:defRPr sz="3375" b="1">
                <a:solidFill>
                  <a:srgbClr val="123B32"/>
                </a:solidFill>
              </a:defRPr>
            </a:lvl3pPr>
            <a:lvl4pPr>
              <a:defRPr sz="3375" b="1">
                <a:solidFill>
                  <a:srgbClr val="123B32"/>
                </a:solidFill>
              </a:defRPr>
            </a:lvl4pPr>
            <a:lvl5pPr>
              <a:defRPr sz="3375" b="1">
                <a:solidFill>
                  <a:srgbClr val="123B32"/>
                </a:solidFill>
              </a:defRPr>
            </a:lvl5pPr>
            <a:lvl6pPr>
              <a:defRPr sz="3375" b="1">
                <a:solidFill>
                  <a:srgbClr val="123B32"/>
                </a:solidFill>
              </a:defRPr>
            </a:lvl6pPr>
            <a:lvl7pPr>
              <a:defRPr sz="3375" b="1">
                <a:solidFill>
                  <a:srgbClr val="123B32"/>
                </a:solidFill>
              </a:defRPr>
            </a:lvl7pPr>
            <a:lvl8pPr>
              <a:defRPr sz="3375" b="1">
                <a:solidFill>
                  <a:srgbClr val="123B32"/>
                </a:solidFill>
              </a:defRPr>
            </a:lvl8pPr>
            <a:lvl9pPr>
              <a:defRPr sz="3375" b="1">
                <a:solidFill>
                  <a:srgbClr val="123B32"/>
                </a:solidFill>
              </a:defRPr>
            </a:lvl9pPr>
          </a:lstStyle>
          <a:p xmlns:a="http://schemas.openxmlformats.org/drawingml/2006/main">
            <a:pPr>
              <a:defRPr sz="3375" b="1">
                <a:solidFill>
                  <a:srgbClr val="123B32"/>
                </a:solidFill>
              </a:defRPr>
            </a:pPr>
            <a:r>
              <a:rPr sz="3375" b="1">
                <a:solidFill>
                  <a:srgbClr val="123B32"/>
                </a:solidFill>
              </a:rPr>
              <a:t>Quality decisions leave an audit trail</a:t>
            </a:r>
          </a:p>
        </p:txBody>
      </p:sp>
      <p:sp>
        <p:nvSpPr>
          <p:cNvPr id="2" name="">
            <a:extLst xmlns:a="http://schemas.openxmlformats.org/drawingml/2006/main">
              <a:ext uri="{FF2B5EF4-FFF2-40B4-BE49-F238E27FC236}">
                <a16:creationId xmlns:a16="http://schemas.microsoft.com/office/drawing/2014/main" id="{5E297620-9D45-4E62-B4B4-7C3FC3E41A0F}"/>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2675C"/>
                </a:solidFill>
              </a:defRPr>
            </a:defPPr>
            <a:lvl1pPr>
              <a:defRPr sz="1425" b="0">
                <a:solidFill>
                  <a:srgbClr val="52675C"/>
                </a:solidFill>
              </a:defRPr>
            </a:lvl1pPr>
            <a:lvl2pPr>
              <a:defRPr sz="1425" b="0">
                <a:solidFill>
                  <a:srgbClr val="52675C"/>
                </a:solidFill>
              </a:defRPr>
            </a:lvl2pPr>
            <a:lvl3pPr>
              <a:defRPr sz="1425" b="0">
                <a:solidFill>
                  <a:srgbClr val="52675C"/>
                </a:solidFill>
              </a:defRPr>
            </a:lvl3pPr>
            <a:lvl4pPr>
              <a:defRPr sz="1425" b="0">
                <a:solidFill>
                  <a:srgbClr val="52675C"/>
                </a:solidFill>
              </a:defRPr>
            </a:lvl4pPr>
            <a:lvl5pPr>
              <a:defRPr sz="1425" b="0">
                <a:solidFill>
                  <a:srgbClr val="52675C"/>
                </a:solidFill>
              </a:defRPr>
            </a:lvl5pPr>
            <a:lvl6pPr>
              <a:defRPr sz="1425" b="0">
                <a:solidFill>
                  <a:srgbClr val="52675C"/>
                </a:solidFill>
              </a:defRPr>
            </a:lvl6pPr>
            <a:lvl7pPr>
              <a:defRPr sz="1425" b="0">
                <a:solidFill>
                  <a:srgbClr val="52675C"/>
                </a:solidFill>
              </a:defRPr>
            </a:lvl7pPr>
            <a:lvl8pPr>
              <a:defRPr sz="1425" b="0">
                <a:solidFill>
                  <a:srgbClr val="52675C"/>
                </a:solidFill>
              </a:defRPr>
            </a:lvl8pPr>
            <a:lvl9pPr>
              <a:defRPr sz="1425" b="0">
                <a:solidFill>
                  <a:srgbClr val="52675C"/>
                </a:solidFill>
              </a:defRPr>
            </a:lvl9pPr>
          </a:lstStyle>
          <a:p xmlns:a="http://schemas.openxmlformats.org/drawingml/2006/main">
            <a:pPr>
              <a:defRPr sz="1425" b="0">
                <a:solidFill>
                  <a:srgbClr val="52675C"/>
                </a:solidFill>
              </a:defRPr>
            </a:pPr>
            <a:r>
              <a:rPr sz="1425" b="0">
                <a:solidFill>
                  <a:srgbClr val="52675C"/>
                </a:solidFill>
              </a:rPr>
              <a:t>08</a:t>
            </a:r>
          </a:p>
        </p:txBody>
      </p:sp>
      <p:sp>
        <p:nvSpPr>
          <p:cNvPr id="3" name="">
            <a:extLst xmlns:a="http://schemas.openxmlformats.org/drawingml/2006/main">
              <a:ext uri="{FF2B5EF4-FFF2-40B4-BE49-F238E27FC236}">
                <a16:creationId xmlns:a16="http://schemas.microsoft.com/office/drawing/2014/main" id="{748CE314-BDF7-4228-B2FE-EFD84619CBBB}"/>
              </a:ext>
            </a:extLst>
          </p:cNvPr>
          <p:cNvSpPr>
            <a:spLocks xmlns:a="http://schemas.openxmlformats.org/drawingml/2006/main" noGrp="1"/>
          </p:cNvSpPr>
          <p:nvPr/>
        </p:nvSpPr>
        <p:spPr>
          <a:xfrm xmlns:a="http://schemas.openxmlformats.org/drawingml/2006/main">
            <a:off x="609600" y="1476375"/>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B85D35"/>
                </a:solidFill>
              </a:defRPr>
            </a:defPPr>
            <a:lvl1pPr>
              <a:defRPr sz="2250" b="1">
                <a:solidFill>
                  <a:srgbClr val="B85D35"/>
                </a:solidFill>
              </a:defRPr>
            </a:lvl1pPr>
            <a:lvl2pPr>
              <a:defRPr sz="2250" b="1">
                <a:solidFill>
                  <a:srgbClr val="B85D35"/>
                </a:solidFill>
              </a:defRPr>
            </a:lvl2pPr>
            <a:lvl3pPr>
              <a:defRPr sz="2250" b="1">
                <a:solidFill>
                  <a:srgbClr val="B85D35"/>
                </a:solidFill>
              </a:defRPr>
            </a:lvl3pPr>
            <a:lvl4pPr>
              <a:defRPr sz="2250" b="1">
                <a:solidFill>
                  <a:srgbClr val="B85D35"/>
                </a:solidFill>
              </a:defRPr>
            </a:lvl4pPr>
            <a:lvl5pPr>
              <a:defRPr sz="2250" b="1">
                <a:solidFill>
                  <a:srgbClr val="B85D35"/>
                </a:solidFill>
              </a:defRPr>
            </a:lvl5pPr>
            <a:lvl6pPr>
              <a:defRPr sz="2250" b="1">
                <a:solidFill>
                  <a:srgbClr val="B85D35"/>
                </a:solidFill>
              </a:defRPr>
            </a:lvl6pPr>
            <a:lvl7pPr>
              <a:defRPr sz="2250" b="1">
                <a:solidFill>
                  <a:srgbClr val="B85D35"/>
                </a:solidFill>
              </a:defRPr>
            </a:lvl7pPr>
            <a:lvl8pPr>
              <a:defRPr sz="2250" b="1">
                <a:solidFill>
                  <a:srgbClr val="B85D35"/>
                </a:solidFill>
              </a:defRPr>
            </a:lvl8pPr>
            <a:lvl9pPr>
              <a:defRPr sz="2250" b="1">
                <a:solidFill>
                  <a:srgbClr val="B85D35"/>
                </a:solidFill>
              </a:defRPr>
            </a:lvl9pPr>
          </a:lstStyle>
          <a:p xmlns:a="http://schemas.openxmlformats.org/drawingml/2006/main">
            <a:pPr>
              <a:defRPr sz="2250" b="1">
                <a:solidFill>
                  <a:srgbClr val="B85D35"/>
                </a:solidFill>
              </a:defRPr>
            </a:pPr>
            <a:r>
              <a:rPr sz="2250" b="1">
                <a:solidFill>
                  <a:srgbClr val="B85D35"/>
                </a:solidFill>
              </a:rPr>
              <a:t>Per-asset manifests / HTML + CSV + JSON + plots</a:t>
            </a:r>
          </a:p>
        </p:txBody>
      </p:sp>
      <p:pic>
        <p:nvPicPr>
          <p:cNvPr id="4" name="">
            <a:extLst xmlns:a="http://schemas.openxmlformats.org/drawingml/2006/main">
              <a:ext uri="{FF2B5EF4-FFF2-40B4-BE49-F238E27FC236}">
                <a16:creationId xmlns:a16="http://schemas.microsoft.com/office/drawing/2014/main" id="{110F867F-3EB9-46CF-BFAB-58E0AD006FDB}"/>
              </a:ext>
            </a:extLst>
          </p:cNvPr>
          <p:cNvPicPr>
            <a:picLocks xmlns:a="http://schemas.openxmlformats.org/drawingml/2006/main" noChangeAspect="1"/>
          </p:cNvPicPr>
          <p:nvPr/>
        </p:nvPicPr>
        <p:blipFill>
          <a:blip xmlns:r="http://schemas.openxmlformats.org/officeDocument/2006/relationships" xmlns:a="http://schemas.openxmlformats.org/drawingml/2006/main" r:embed="R3831fe8936824c08"/>
          <a:stretch xmlns:a="http://schemas.openxmlformats.org/drawingml/2006/main"/>
        </p:blipFill>
        <p:spPr>
          <a:xfrm xmlns:a="http://schemas.openxmlformats.org/drawingml/2006/main">
            <a:off x="836421" y="2333625"/>
            <a:ext cx="6261483" cy="35242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6A468FB4-466B-49C7-81CE-0B58018C7FCD}"/>
              </a:ext>
            </a:extLst>
          </p:cNvPr>
          <p:cNvSpPr>
            <a:spLocks xmlns:a="http://schemas.openxmlformats.org/drawingml/2006/main" noGrp="1"/>
          </p:cNvSpPr>
          <p:nvPr/>
        </p:nvSpPr>
        <p:spPr>
          <a:xfrm xmlns:a="http://schemas.openxmlformats.org/drawingml/2006/main">
            <a:off x="7981950" y="2181225"/>
            <a:ext cx="333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123B32"/>
                </a:solidFill>
              </a:defRPr>
            </a:defPPr>
            <a:lvl1pPr>
              <a:defRPr sz="4875" b="1">
                <a:solidFill>
                  <a:srgbClr val="123B32"/>
                </a:solidFill>
              </a:defRPr>
            </a:lvl1pPr>
            <a:lvl2pPr>
              <a:defRPr sz="4875" b="1">
                <a:solidFill>
                  <a:srgbClr val="123B32"/>
                </a:solidFill>
              </a:defRPr>
            </a:lvl2pPr>
            <a:lvl3pPr>
              <a:defRPr sz="4875" b="1">
                <a:solidFill>
                  <a:srgbClr val="123B32"/>
                </a:solidFill>
              </a:defRPr>
            </a:lvl3pPr>
            <a:lvl4pPr>
              <a:defRPr sz="4875" b="1">
                <a:solidFill>
                  <a:srgbClr val="123B32"/>
                </a:solidFill>
              </a:defRPr>
            </a:lvl4pPr>
            <a:lvl5pPr>
              <a:defRPr sz="4875" b="1">
                <a:solidFill>
                  <a:srgbClr val="123B32"/>
                </a:solidFill>
              </a:defRPr>
            </a:lvl5pPr>
            <a:lvl6pPr>
              <a:defRPr sz="4875" b="1">
                <a:solidFill>
                  <a:srgbClr val="123B32"/>
                </a:solidFill>
              </a:defRPr>
            </a:lvl6pPr>
            <a:lvl7pPr>
              <a:defRPr sz="4875" b="1">
                <a:solidFill>
                  <a:srgbClr val="123B32"/>
                </a:solidFill>
              </a:defRPr>
            </a:lvl7pPr>
            <a:lvl8pPr>
              <a:defRPr sz="4875" b="1">
                <a:solidFill>
                  <a:srgbClr val="123B32"/>
                </a:solidFill>
              </a:defRPr>
            </a:lvl8pPr>
            <a:lvl9pPr>
              <a:defRPr sz="4875" b="1">
                <a:solidFill>
                  <a:srgbClr val="123B32"/>
                </a:solidFill>
              </a:defRPr>
            </a:lvl9pPr>
          </a:lstStyle>
          <a:p xmlns:a="http://schemas.openxmlformats.org/drawingml/2006/main">
            <a:pPr>
              <a:defRPr sz="4875" b="1">
                <a:solidFill>
                  <a:srgbClr val="123B32"/>
                </a:solidFill>
              </a:defRPr>
            </a:pPr>
            <a:r>
              <a:rPr sz="4875" b="1">
                <a:solidFill>
                  <a:srgbClr val="123B32"/>
                </a:solidFill>
              </a:rPr>
              <a:t>100%</a:t>
            </a:r>
          </a:p>
        </p:txBody>
      </p:sp>
      <p:sp>
        <p:nvSpPr>
          <p:cNvPr id="6" name="">
            <a:extLst xmlns:a="http://schemas.openxmlformats.org/drawingml/2006/main">
              <a:ext uri="{FF2B5EF4-FFF2-40B4-BE49-F238E27FC236}">
                <a16:creationId xmlns:a16="http://schemas.microsoft.com/office/drawing/2014/main" id="{4DFC16DF-72FF-4A50-9567-A8962DE687A4}"/>
              </a:ext>
            </a:extLst>
          </p:cNvPr>
          <p:cNvSpPr>
            <a:spLocks xmlns:a="http://schemas.openxmlformats.org/drawingml/2006/main" noGrp="1"/>
          </p:cNvSpPr>
          <p:nvPr/>
        </p:nvSpPr>
        <p:spPr>
          <a:xfrm xmlns:a="http://schemas.openxmlformats.org/drawingml/2006/main">
            <a:off x="7991475" y="3076575"/>
            <a:ext cx="347662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23B32"/>
                </a:solidFill>
              </a:defRPr>
            </a:defPPr>
            <a:lvl1pPr>
              <a:defRPr sz="2100" b="0">
                <a:solidFill>
                  <a:srgbClr val="123B32"/>
                </a:solidFill>
              </a:defRPr>
            </a:lvl1pPr>
            <a:lvl2pPr>
              <a:defRPr sz="2100" b="0">
                <a:solidFill>
                  <a:srgbClr val="123B32"/>
                </a:solidFill>
              </a:defRPr>
            </a:lvl2pPr>
            <a:lvl3pPr>
              <a:defRPr sz="2100" b="0">
                <a:solidFill>
                  <a:srgbClr val="123B32"/>
                </a:solidFill>
              </a:defRPr>
            </a:lvl3pPr>
            <a:lvl4pPr>
              <a:defRPr sz="2100" b="0">
                <a:solidFill>
                  <a:srgbClr val="123B32"/>
                </a:solidFill>
              </a:defRPr>
            </a:lvl4pPr>
            <a:lvl5pPr>
              <a:defRPr sz="2100" b="0">
                <a:solidFill>
                  <a:srgbClr val="123B32"/>
                </a:solidFill>
              </a:defRPr>
            </a:lvl5pPr>
            <a:lvl6pPr>
              <a:defRPr sz="2100" b="0">
                <a:solidFill>
                  <a:srgbClr val="123B32"/>
                </a:solidFill>
              </a:defRPr>
            </a:lvl6pPr>
            <a:lvl7pPr>
              <a:defRPr sz="2100" b="0">
                <a:solidFill>
                  <a:srgbClr val="123B32"/>
                </a:solidFill>
              </a:defRPr>
            </a:lvl7pPr>
            <a:lvl8pPr>
              <a:defRPr sz="2100" b="0">
                <a:solidFill>
                  <a:srgbClr val="123B32"/>
                </a:solidFill>
              </a:defRPr>
            </a:lvl8pPr>
            <a:lvl9pPr>
              <a:defRPr sz="2100" b="0">
                <a:solidFill>
                  <a:srgbClr val="123B32"/>
                </a:solidFill>
              </a:defRPr>
            </a:lvl9pPr>
          </a:lstStyle>
          <a:p xmlns:a="http://schemas.openxmlformats.org/drawingml/2006/main">
            <a:pPr>
              <a:defRPr sz="2100" b="0">
                <a:solidFill>
                  <a:srgbClr val="123B32"/>
                </a:solidFill>
              </a:defRPr>
            </a:pPr>
            <a:r>
              <a:rPr sz="2100" b="0">
                <a:solidFill>
                  <a:srgbClr val="123B32"/>
                </a:solidFill>
              </a:rPr>
              <a:t>Provenance fields complete</a:t>
            </a:r>
          </a:p>
        </p:txBody>
      </p:sp>
      <p:sp>
        <p:nvSpPr>
          <p:cNvPr id="7" name="">
            <a:extLst xmlns:a="http://schemas.openxmlformats.org/drawingml/2006/main">
              <a:ext uri="{FF2B5EF4-FFF2-40B4-BE49-F238E27FC236}">
                <a16:creationId xmlns:a16="http://schemas.microsoft.com/office/drawing/2014/main" id="{D4746685-1AE0-4537-A434-04B5D0550C02}"/>
              </a:ext>
            </a:extLst>
          </p:cNvPr>
          <p:cNvSpPr>
            <a:spLocks xmlns:a="http://schemas.openxmlformats.org/drawingml/2006/main" noGrp="1"/>
          </p:cNvSpPr>
          <p:nvPr/>
        </p:nvSpPr>
        <p:spPr>
          <a:xfrm xmlns:a="http://schemas.openxmlformats.org/drawingml/2006/main">
            <a:off x="7981950" y="3962400"/>
            <a:ext cx="333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350" b="1">
                <a:solidFill>
                  <a:srgbClr val="123B32"/>
                </a:solidFill>
              </a:defRPr>
            </a:defPPr>
            <a:lvl1pPr>
              <a:defRPr sz="4350" b="1">
                <a:solidFill>
                  <a:srgbClr val="123B32"/>
                </a:solidFill>
              </a:defRPr>
            </a:lvl1pPr>
            <a:lvl2pPr>
              <a:defRPr sz="4350" b="1">
                <a:solidFill>
                  <a:srgbClr val="123B32"/>
                </a:solidFill>
              </a:defRPr>
            </a:lvl2pPr>
            <a:lvl3pPr>
              <a:defRPr sz="4350" b="1">
                <a:solidFill>
                  <a:srgbClr val="123B32"/>
                </a:solidFill>
              </a:defRPr>
            </a:lvl3pPr>
            <a:lvl4pPr>
              <a:defRPr sz="4350" b="1">
                <a:solidFill>
                  <a:srgbClr val="123B32"/>
                </a:solidFill>
              </a:defRPr>
            </a:lvl4pPr>
            <a:lvl5pPr>
              <a:defRPr sz="4350" b="1">
                <a:solidFill>
                  <a:srgbClr val="123B32"/>
                </a:solidFill>
              </a:defRPr>
            </a:lvl5pPr>
            <a:lvl6pPr>
              <a:defRPr sz="4350" b="1">
                <a:solidFill>
                  <a:srgbClr val="123B32"/>
                </a:solidFill>
              </a:defRPr>
            </a:lvl6pPr>
            <a:lvl7pPr>
              <a:defRPr sz="4350" b="1">
                <a:solidFill>
                  <a:srgbClr val="123B32"/>
                </a:solidFill>
              </a:defRPr>
            </a:lvl7pPr>
            <a:lvl8pPr>
              <a:defRPr sz="4350" b="1">
                <a:solidFill>
                  <a:srgbClr val="123B32"/>
                </a:solidFill>
              </a:defRPr>
            </a:lvl8pPr>
            <a:lvl9pPr>
              <a:defRPr sz="4350" b="1">
                <a:solidFill>
                  <a:srgbClr val="123B32"/>
                </a:solidFill>
              </a:defRPr>
            </a:lvl9pPr>
          </a:lstStyle>
          <a:p xmlns:a="http://schemas.openxmlformats.org/drawingml/2006/main">
            <a:pPr>
              <a:defRPr sz="4350" b="1">
                <a:solidFill>
                  <a:srgbClr val="123B32"/>
                </a:solidFill>
              </a:defRPr>
            </a:pPr>
            <a:r>
              <a:rPr sz="4350" b="1">
                <a:solidFill>
                  <a:srgbClr val="123B32"/>
                </a:solidFill>
              </a:rPr>
              <a:t>0.0 bits</a:t>
            </a:r>
          </a:p>
        </p:txBody>
      </p:sp>
      <p:sp>
        <p:nvSpPr>
          <p:cNvPr id="8" name="">
            <a:extLst xmlns:a="http://schemas.openxmlformats.org/drawingml/2006/main">
              <a:ext uri="{FF2B5EF4-FFF2-40B4-BE49-F238E27FC236}">
                <a16:creationId xmlns:a16="http://schemas.microsoft.com/office/drawing/2014/main" id="{5C8555E4-5F08-41B0-A09B-C0D5B9BA464D}"/>
              </a:ext>
            </a:extLst>
          </p:cNvPr>
          <p:cNvSpPr>
            <a:spLocks xmlns:a="http://schemas.openxmlformats.org/drawingml/2006/main" noGrp="1"/>
          </p:cNvSpPr>
          <p:nvPr/>
        </p:nvSpPr>
        <p:spPr>
          <a:xfrm xmlns:a="http://schemas.openxmlformats.org/drawingml/2006/main">
            <a:off x="7991475" y="4810125"/>
            <a:ext cx="347662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23B32"/>
                </a:solidFill>
              </a:defRPr>
            </a:defPPr>
            <a:lvl1pPr>
              <a:defRPr sz="2100" b="0">
                <a:solidFill>
                  <a:srgbClr val="123B32"/>
                </a:solidFill>
              </a:defRPr>
            </a:lvl1pPr>
            <a:lvl2pPr>
              <a:defRPr sz="2100" b="0">
                <a:solidFill>
                  <a:srgbClr val="123B32"/>
                </a:solidFill>
              </a:defRPr>
            </a:lvl2pPr>
            <a:lvl3pPr>
              <a:defRPr sz="2100" b="0">
                <a:solidFill>
                  <a:srgbClr val="123B32"/>
                </a:solidFill>
              </a:defRPr>
            </a:lvl3pPr>
            <a:lvl4pPr>
              <a:defRPr sz="2100" b="0">
                <a:solidFill>
                  <a:srgbClr val="123B32"/>
                </a:solidFill>
              </a:defRPr>
            </a:lvl4pPr>
            <a:lvl5pPr>
              <a:defRPr sz="2100" b="0">
                <a:solidFill>
                  <a:srgbClr val="123B32"/>
                </a:solidFill>
              </a:defRPr>
            </a:lvl5pPr>
            <a:lvl6pPr>
              <a:defRPr sz="2100" b="0">
                <a:solidFill>
                  <a:srgbClr val="123B32"/>
                </a:solidFill>
              </a:defRPr>
            </a:lvl6pPr>
            <a:lvl7pPr>
              <a:defRPr sz="2100" b="0">
                <a:solidFill>
                  <a:srgbClr val="123B32"/>
                </a:solidFill>
              </a:defRPr>
            </a:lvl7pPr>
            <a:lvl8pPr>
              <a:defRPr sz="2100" b="0">
                <a:solidFill>
                  <a:srgbClr val="123B32"/>
                </a:solidFill>
              </a:defRPr>
            </a:lvl8pPr>
            <a:lvl9pPr>
              <a:defRPr sz="2100" b="0">
                <a:solidFill>
                  <a:srgbClr val="123B32"/>
                </a:solidFill>
              </a:defRPr>
            </a:lvl9pPr>
          </a:lstStyle>
          <a:p xmlns:a="http://schemas.openxmlformats.org/drawingml/2006/main">
            <a:pPr>
              <a:defRPr sz="2100" b="0">
                <a:solidFill>
                  <a:srgbClr val="123B32"/>
                </a:solidFill>
              </a:defRPr>
            </a:pPr>
            <a:r>
              <a:rPr sz="2100" b="0">
                <a:solidFill>
                  <a:srgbClr val="123B32"/>
                </a:solidFill>
              </a:rPr>
              <a:t>Species distribution shift</a:t>
            </a:r>
          </a:p>
        </p:txBody>
      </p:sp>
      <p:sp>
        <p:nvSpPr>
          <p:cNvPr id="9" name="">
            <a:extLst xmlns:a="http://schemas.openxmlformats.org/drawingml/2006/main">
              <a:ext uri="{FF2B5EF4-FFF2-40B4-BE49-F238E27FC236}">
                <a16:creationId xmlns:a16="http://schemas.microsoft.com/office/drawing/2014/main" id="{11522454-4FEE-49AD-B99C-4CDE22D02CE1}"/>
              </a:ext>
            </a:extLst>
          </p:cNvPr>
          <p:cNvSpPr>
            <a:spLocks xmlns:a="http://schemas.openxmlformats.org/drawingml/2006/main" noGrp="1"/>
          </p:cNvSpPr>
          <p:nvPr/>
        </p:nvSpPr>
        <p:spPr>
          <a:xfrm xmlns:a="http://schemas.openxmlformats.org/drawingml/2006/main">
            <a:off x="609600" y="605790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2675C"/>
                </a:solidFill>
              </a:defRPr>
            </a:defPPr>
            <a:lvl1pPr>
              <a:defRPr sz="1800" b="0">
                <a:solidFill>
                  <a:srgbClr val="52675C"/>
                </a:solidFill>
              </a:defRPr>
            </a:lvl1pPr>
            <a:lvl2pPr>
              <a:defRPr sz="1800" b="0">
                <a:solidFill>
                  <a:srgbClr val="52675C"/>
                </a:solidFill>
              </a:defRPr>
            </a:lvl2pPr>
            <a:lvl3pPr>
              <a:defRPr sz="1800" b="0">
                <a:solidFill>
                  <a:srgbClr val="52675C"/>
                </a:solidFill>
              </a:defRPr>
            </a:lvl3pPr>
            <a:lvl4pPr>
              <a:defRPr sz="1800" b="0">
                <a:solidFill>
                  <a:srgbClr val="52675C"/>
                </a:solidFill>
              </a:defRPr>
            </a:lvl4pPr>
            <a:lvl5pPr>
              <a:defRPr sz="1800" b="0">
                <a:solidFill>
                  <a:srgbClr val="52675C"/>
                </a:solidFill>
              </a:defRPr>
            </a:lvl5pPr>
            <a:lvl6pPr>
              <a:defRPr sz="1800" b="0">
                <a:solidFill>
                  <a:srgbClr val="52675C"/>
                </a:solidFill>
              </a:defRPr>
            </a:lvl6pPr>
            <a:lvl7pPr>
              <a:defRPr sz="1800" b="0">
                <a:solidFill>
                  <a:srgbClr val="52675C"/>
                </a:solidFill>
              </a:defRPr>
            </a:lvl7pPr>
            <a:lvl8pPr>
              <a:defRPr sz="1800" b="0">
                <a:solidFill>
                  <a:srgbClr val="52675C"/>
                </a:solidFill>
              </a:defRPr>
            </a:lvl8pPr>
            <a:lvl9pPr>
              <a:defRPr sz="1800" b="0">
                <a:solidFill>
                  <a:srgbClr val="52675C"/>
                </a:solidFill>
              </a:defRPr>
            </a:lvl9pPr>
          </a:lstStyle>
          <a:p xmlns:a="http://schemas.openxmlformats.org/drawingml/2006/main">
            <a:pPr>
              <a:defRPr sz="1800" b="0">
                <a:solidFill>
                  <a:srgbClr val="52675C"/>
                </a:solidFill>
              </a:defRPr>
            </a:pPr>
            <a:r>
              <a:rPr sz="1800" b="0">
                <a:solidFill>
                  <a:srgbClr val="52675C"/>
                </a:solidFill>
              </a:rPr>
              <a:t>Real image report / 100 retained / 32 possible watermark flags / 19 Oct 2026</a:t>
            </a:r>
          </a:p>
        </p:txBody>
      </p:sp>
    </p:spTree>
    <p:extLst>
      <p:ext uri="{BB962C8B-B14F-4D97-AF65-F5344CB8AC3E}">
        <p14:creationId xmlns:p14="http://schemas.microsoft.com/office/powerpoint/2010/main" val="1745583513"/>
      </p:ext>
    </p:extLst>
  </p:cSld>
</p:sld>
</file>

<file path=ppt/slides/slide9.xml><?xml version="1.0" encoding="utf-8"?>
<p:sld xmlns:p="http://schemas.openxmlformats.org/presentationml/2006/main">
  <p:cSld>
    <p:bg>
      <p:bgPr>
        <a:solidFill xmlns:a="http://schemas.openxmlformats.org/drawingml/2006/main">
          <a:srgbClr val="F5F1E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6B38E70-F35E-446A-A565-DD9B6507CFC1}"/>
              </a:ext>
            </a:extLst>
          </p:cNvPr>
          <p:cNvSpPr>
            <a:spLocks xmlns:a="http://schemas.openxmlformats.org/drawingml/2006/main" noGrp="1"/>
          </p:cNvSpPr>
          <p:nvPr/>
        </p:nvSpPr>
        <p:spPr>
          <a:xfrm xmlns:a="http://schemas.openxmlformats.org/drawingml/2006/main">
            <a:off x="533400" y="428625"/>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23B32"/>
                </a:solidFill>
              </a:defRPr>
            </a:defPPr>
            <a:lvl1pPr>
              <a:defRPr sz="3375" b="1">
                <a:solidFill>
                  <a:srgbClr val="123B32"/>
                </a:solidFill>
              </a:defRPr>
            </a:lvl1pPr>
            <a:lvl2pPr>
              <a:defRPr sz="3375" b="1">
                <a:solidFill>
                  <a:srgbClr val="123B32"/>
                </a:solidFill>
              </a:defRPr>
            </a:lvl2pPr>
            <a:lvl3pPr>
              <a:defRPr sz="3375" b="1">
                <a:solidFill>
                  <a:srgbClr val="123B32"/>
                </a:solidFill>
              </a:defRPr>
            </a:lvl3pPr>
            <a:lvl4pPr>
              <a:defRPr sz="3375" b="1">
                <a:solidFill>
                  <a:srgbClr val="123B32"/>
                </a:solidFill>
              </a:defRPr>
            </a:lvl4pPr>
            <a:lvl5pPr>
              <a:defRPr sz="3375" b="1">
                <a:solidFill>
                  <a:srgbClr val="123B32"/>
                </a:solidFill>
              </a:defRPr>
            </a:lvl5pPr>
            <a:lvl6pPr>
              <a:defRPr sz="3375" b="1">
                <a:solidFill>
                  <a:srgbClr val="123B32"/>
                </a:solidFill>
              </a:defRPr>
            </a:lvl6pPr>
            <a:lvl7pPr>
              <a:defRPr sz="3375" b="1">
                <a:solidFill>
                  <a:srgbClr val="123B32"/>
                </a:solidFill>
              </a:defRPr>
            </a:lvl7pPr>
            <a:lvl8pPr>
              <a:defRPr sz="3375" b="1">
                <a:solidFill>
                  <a:srgbClr val="123B32"/>
                </a:solidFill>
              </a:defRPr>
            </a:lvl8pPr>
            <a:lvl9pPr>
              <a:defRPr sz="3375" b="1">
                <a:solidFill>
                  <a:srgbClr val="123B32"/>
                </a:solidFill>
              </a:defRPr>
            </a:lvl9pPr>
          </a:lstStyle>
          <a:p xmlns:a="http://schemas.openxmlformats.org/drawingml/2006/main">
            <a:pPr>
              <a:defRPr sz="3375" b="1">
                <a:solidFill>
                  <a:srgbClr val="123B32"/>
                </a:solidFill>
              </a:defRPr>
            </a:pPr>
            <a:r>
              <a:rPr sz="3375" b="1">
                <a:solidFill>
                  <a:srgbClr val="123B32"/>
                </a:solidFill>
              </a:rPr>
              <a:t>Did filtering change species representation?</a:t>
            </a:r>
          </a:p>
        </p:txBody>
      </p:sp>
      <p:sp>
        <p:nvSpPr>
          <p:cNvPr id="2" name="">
            <a:extLst xmlns:a="http://schemas.openxmlformats.org/drawingml/2006/main">
              <a:ext uri="{FF2B5EF4-FFF2-40B4-BE49-F238E27FC236}">
                <a16:creationId xmlns:a16="http://schemas.microsoft.com/office/drawing/2014/main" id="{8DAAC24D-D648-43C6-8F23-95CC5D8B52CD}"/>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2675C"/>
                </a:solidFill>
              </a:defRPr>
            </a:defPPr>
            <a:lvl1pPr>
              <a:defRPr sz="1425" b="0">
                <a:solidFill>
                  <a:srgbClr val="52675C"/>
                </a:solidFill>
              </a:defRPr>
            </a:lvl1pPr>
            <a:lvl2pPr>
              <a:defRPr sz="1425" b="0">
                <a:solidFill>
                  <a:srgbClr val="52675C"/>
                </a:solidFill>
              </a:defRPr>
            </a:lvl2pPr>
            <a:lvl3pPr>
              <a:defRPr sz="1425" b="0">
                <a:solidFill>
                  <a:srgbClr val="52675C"/>
                </a:solidFill>
              </a:defRPr>
            </a:lvl3pPr>
            <a:lvl4pPr>
              <a:defRPr sz="1425" b="0">
                <a:solidFill>
                  <a:srgbClr val="52675C"/>
                </a:solidFill>
              </a:defRPr>
            </a:lvl4pPr>
            <a:lvl5pPr>
              <a:defRPr sz="1425" b="0">
                <a:solidFill>
                  <a:srgbClr val="52675C"/>
                </a:solidFill>
              </a:defRPr>
            </a:lvl5pPr>
            <a:lvl6pPr>
              <a:defRPr sz="1425" b="0">
                <a:solidFill>
                  <a:srgbClr val="52675C"/>
                </a:solidFill>
              </a:defRPr>
            </a:lvl6pPr>
            <a:lvl7pPr>
              <a:defRPr sz="1425" b="0">
                <a:solidFill>
                  <a:srgbClr val="52675C"/>
                </a:solidFill>
              </a:defRPr>
            </a:lvl7pPr>
            <a:lvl8pPr>
              <a:defRPr sz="1425" b="0">
                <a:solidFill>
                  <a:srgbClr val="52675C"/>
                </a:solidFill>
              </a:defRPr>
            </a:lvl8pPr>
            <a:lvl9pPr>
              <a:defRPr sz="1425" b="0">
                <a:solidFill>
                  <a:srgbClr val="52675C"/>
                </a:solidFill>
              </a:defRPr>
            </a:lvl9pPr>
          </a:lstStyle>
          <a:p xmlns:a="http://schemas.openxmlformats.org/drawingml/2006/main">
            <a:pPr>
              <a:defRPr sz="1425" b="0">
                <a:solidFill>
                  <a:srgbClr val="52675C"/>
                </a:solidFill>
              </a:defRPr>
            </a:pPr>
            <a:r>
              <a:rPr sz="1425" b="0">
                <a:solidFill>
                  <a:srgbClr val="52675C"/>
                </a:solidFill>
              </a:rPr>
              <a:t>09</a:t>
            </a:r>
          </a:p>
        </p:txBody>
      </p:sp>
      <p:graphicFrame>
        <p:nvGraphicFramePr>
          <p:cNvPr id="3" name="Chart">
            <a:extLst xmlns:a="http://schemas.openxmlformats.org/drawingml/2006/main">
              <a:ext uri="{FF2B5EF4-FFF2-40B4-BE49-F238E27FC236}">
                <a16:creationId xmlns:a16="http://schemas.microsoft.com/office/drawing/2014/main" id="{EC3C3925-2C8F-4C9F-92A8-2A0204B7546E}"/>
              </a:ext>
            </a:extLst>
          </p:cNvPr>
          <p:cNvGraphicFramePr/>
          <p:nvPr/>
        </p:nvGraphicFramePr>
        <p:xfrm>
          <a:off xmlns:a="http://schemas.openxmlformats.org/drawingml/2006/main" x="609600" y="1666875"/>
          <a:ext xmlns:a="http://schemas.openxmlformats.org/drawingml/2006/main" cx="10953750" cy="4000500"/>
        </p:xfrm>
        <a:graphic xmlns:a="http://schemas.openxmlformats.org/drawingml/2006/main">
          <a:graphicData uri="http://schemas.openxmlformats.org/drawingml/2006/chart">
            <c:chart xmlns:r="http://schemas.openxmlformats.org/officeDocument/2006/relationships" xmlns:c="http://schemas.openxmlformats.org/drawingml/2006/chart" r:id="Rc04fd69ebb2640b7"/>
          </a:graphicData>
        </a:graphic>
      </p:graphicFrame>
      <p:sp>
        <p:nvSpPr>
          <p:cNvPr id="4" name="">
            <a:extLst xmlns:a="http://schemas.openxmlformats.org/drawingml/2006/main">
              <a:ext uri="{FF2B5EF4-FFF2-40B4-BE49-F238E27FC236}">
                <a16:creationId xmlns:a16="http://schemas.microsoft.com/office/drawing/2014/main" id="{49FFE01B-F833-446A-8528-B33206FD0731}"/>
              </a:ext>
            </a:extLst>
          </p:cNvPr>
          <p:cNvSpPr>
            <a:spLocks xmlns:a="http://schemas.openxmlformats.org/drawingml/2006/main" noGrp="1"/>
          </p:cNvSpPr>
          <p:nvPr/>
        </p:nvSpPr>
        <p:spPr>
          <a:xfrm xmlns:a="http://schemas.openxmlformats.org/drawingml/2006/main">
            <a:off x="609600" y="605790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2675C"/>
                </a:solidFill>
              </a:defRPr>
            </a:defPPr>
            <a:lvl1pPr>
              <a:defRPr sz="1800" b="0">
                <a:solidFill>
                  <a:srgbClr val="52675C"/>
                </a:solidFill>
              </a:defRPr>
            </a:lvl1pPr>
            <a:lvl2pPr>
              <a:defRPr sz="1800" b="0">
                <a:solidFill>
                  <a:srgbClr val="52675C"/>
                </a:solidFill>
              </a:defRPr>
            </a:lvl2pPr>
            <a:lvl3pPr>
              <a:defRPr sz="1800" b="0">
                <a:solidFill>
                  <a:srgbClr val="52675C"/>
                </a:solidFill>
              </a:defRPr>
            </a:lvl3pPr>
            <a:lvl4pPr>
              <a:defRPr sz="1800" b="0">
                <a:solidFill>
                  <a:srgbClr val="52675C"/>
                </a:solidFill>
              </a:defRPr>
            </a:lvl4pPr>
            <a:lvl5pPr>
              <a:defRPr sz="1800" b="0">
                <a:solidFill>
                  <a:srgbClr val="52675C"/>
                </a:solidFill>
              </a:defRPr>
            </a:lvl5pPr>
            <a:lvl6pPr>
              <a:defRPr sz="1800" b="0">
                <a:solidFill>
                  <a:srgbClr val="52675C"/>
                </a:solidFill>
              </a:defRPr>
            </a:lvl6pPr>
            <a:lvl7pPr>
              <a:defRPr sz="1800" b="0">
                <a:solidFill>
                  <a:srgbClr val="52675C"/>
                </a:solidFill>
              </a:defRPr>
            </a:lvl7pPr>
            <a:lvl8pPr>
              <a:defRPr sz="1800" b="0">
                <a:solidFill>
                  <a:srgbClr val="52675C"/>
                </a:solidFill>
              </a:defRPr>
            </a:lvl8pPr>
            <a:lvl9pPr>
              <a:defRPr sz="1800" b="0">
                <a:solidFill>
                  <a:srgbClr val="52675C"/>
                </a:solidFill>
              </a:defRPr>
            </a:lvl9pPr>
          </a:lstStyle>
          <a:p xmlns:a="http://schemas.openxmlformats.org/drawingml/2006/main">
            <a:pPr>
              <a:defRPr sz="1800" b="0">
                <a:solidFill>
                  <a:srgbClr val="52675C"/>
                </a:solidFill>
              </a:defRPr>
            </a:pPr>
            <a:r>
              <a:rPr sz="1800" b="0">
                <a:solidFill>
                  <a:srgbClr val="52675C"/>
                </a:solidFill>
              </a:rPr>
              <a:t>100 images before / 100 after / Jensen–Shannon divergence: 0.0 bits</a:t>
            </a:r>
          </a:p>
        </p:txBody>
      </p:sp>
    </p:spTree>
    <p:extLst>
      <p:ext uri="{BB962C8B-B14F-4D97-AF65-F5344CB8AC3E}">
        <p14:creationId xmlns:p14="http://schemas.microsoft.com/office/powerpoint/2010/main" val="1248273369"/>
      </p:ext>
    </p:extLst>
  </p:cSld>
</p:sld>
</file>

<file path=ppt/slides/slide10.xml><?xml version="1.0" encoding="utf-8"?>
<p:sld xmlns:p="http://schemas.openxmlformats.org/presentationml/2006/main">
  <p:cSld>
    <p:bg>
      <p:bgPr>
        <a:solidFill xmlns:a="http://schemas.openxmlformats.org/drawingml/2006/main">
          <a:srgbClr val="F5F1E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1A7EEA0-DA8F-4CFF-8E5F-FDD8C55BA9C7}"/>
              </a:ext>
            </a:extLst>
          </p:cNvPr>
          <p:cNvSpPr>
            <a:spLocks xmlns:a="http://schemas.openxmlformats.org/drawingml/2006/main" noGrp="1"/>
          </p:cNvSpPr>
          <p:nvPr/>
        </p:nvSpPr>
        <p:spPr>
          <a:xfrm xmlns:a="http://schemas.openxmlformats.org/drawingml/2006/main">
            <a:off x="533400" y="428625"/>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23B32"/>
                </a:solidFill>
              </a:defRPr>
            </a:defPPr>
            <a:lvl1pPr>
              <a:defRPr sz="3375" b="1">
                <a:solidFill>
                  <a:srgbClr val="123B32"/>
                </a:solidFill>
              </a:defRPr>
            </a:lvl1pPr>
            <a:lvl2pPr>
              <a:defRPr sz="3375" b="1">
                <a:solidFill>
                  <a:srgbClr val="123B32"/>
                </a:solidFill>
              </a:defRPr>
            </a:lvl2pPr>
            <a:lvl3pPr>
              <a:defRPr sz="3375" b="1">
                <a:solidFill>
                  <a:srgbClr val="123B32"/>
                </a:solidFill>
              </a:defRPr>
            </a:lvl3pPr>
            <a:lvl4pPr>
              <a:defRPr sz="3375" b="1">
                <a:solidFill>
                  <a:srgbClr val="123B32"/>
                </a:solidFill>
              </a:defRPr>
            </a:lvl4pPr>
            <a:lvl5pPr>
              <a:defRPr sz="3375" b="1">
                <a:solidFill>
                  <a:srgbClr val="123B32"/>
                </a:solidFill>
              </a:defRPr>
            </a:lvl5pPr>
            <a:lvl6pPr>
              <a:defRPr sz="3375" b="1">
                <a:solidFill>
                  <a:srgbClr val="123B32"/>
                </a:solidFill>
              </a:defRPr>
            </a:lvl6pPr>
            <a:lvl7pPr>
              <a:defRPr sz="3375" b="1">
                <a:solidFill>
                  <a:srgbClr val="123B32"/>
                </a:solidFill>
              </a:defRPr>
            </a:lvl7pPr>
            <a:lvl8pPr>
              <a:defRPr sz="3375" b="1">
                <a:solidFill>
                  <a:srgbClr val="123B32"/>
                </a:solidFill>
              </a:defRPr>
            </a:lvl8pPr>
            <a:lvl9pPr>
              <a:defRPr sz="3375" b="1">
                <a:solidFill>
                  <a:srgbClr val="123B32"/>
                </a:solidFill>
              </a:defRPr>
            </a:lvl9pPr>
          </a:lstStyle>
          <a:p xmlns:a="http://schemas.openxmlformats.org/drawingml/2006/main">
            <a:pPr>
              <a:defRPr sz="3375" b="1">
                <a:solidFill>
                  <a:srgbClr val="123B32"/>
                </a:solidFill>
              </a:defRPr>
            </a:pPr>
            <a:r>
              <a:rPr sz="3375" b="1">
                <a:solidFill>
                  <a:srgbClr val="123B32"/>
                </a:solidFill>
              </a:rPr>
              <a:t>Quiet intervals remain in the evidence</a:t>
            </a:r>
          </a:p>
        </p:txBody>
      </p:sp>
      <p:sp>
        <p:nvSpPr>
          <p:cNvPr id="2" name="">
            <a:extLst xmlns:a="http://schemas.openxmlformats.org/drawingml/2006/main">
              <a:ext uri="{FF2B5EF4-FFF2-40B4-BE49-F238E27FC236}">
                <a16:creationId xmlns:a16="http://schemas.microsoft.com/office/drawing/2014/main" id="{12E9621E-7DEE-4BD5-A67F-0714F0CCCE10}"/>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2675C"/>
                </a:solidFill>
              </a:defRPr>
            </a:defPPr>
            <a:lvl1pPr>
              <a:defRPr sz="1425" b="0">
                <a:solidFill>
                  <a:srgbClr val="52675C"/>
                </a:solidFill>
              </a:defRPr>
            </a:lvl1pPr>
            <a:lvl2pPr>
              <a:defRPr sz="1425" b="0">
                <a:solidFill>
                  <a:srgbClr val="52675C"/>
                </a:solidFill>
              </a:defRPr>
            </a:lvl2pPr>
            <a:lvl3pPr>
              <a:defRPr sz="1425" b="0">
                <a:solidFill>
                  <a:srgbClr val="52675C"/>
                </a:solidFill>
              </a:defRPr>
            </a:lvl3pPr>
            <a:lvl4pPr>
              <a:defRPr sz="1425" b="0">
                <a:solidFill>
                  <a:srgbClr val="52675C"/>
                </a:solidFill>
              </a:defRPr>
            </a:lvl4pPr>
            <a:lvl5pPr>
              <a:defRPr sz="1425" b="0">
                <a:solidFill>
                  <a:srgbClr val="52675C"/>
                </a:solidFill>
              </a:defRPr>
            </a:lvl5pPr>
            <a:lvl6pPr>
              <a:defRPr sz="1425" b="0">
                <a:solidFill>
                  <a:srgbClr val="52675C"/>
                </a:solidFill>
              </a:defRPr>
            </a:lvl6pPr>
            <a:lvl7pPr>
              <a:defRPr sz="1425" b="0">
                <a:solidFill>
                  <a:srgbClr val="52675C"/>
                </a:solidFill>
              </a:defRPr>
            </a:lvl7pPr>
            <a:lvl8pPr>
              <a:defRPr sz="1425" b="0">
                <a:solidFill>
                  <a:srgbClr val="52675C"/>
                </a:solidFill>
              </a:defRPr>
            </a:lvl8pPr>
            <a:lvl9pPr>
              <a:defRPr sz="1425" b="0">
                <a:solidFill>
                  <a:srgbClr val="52675C"/>
                </a:solidFill>
              </a:defRPr>
            </a:lvl9pPr>
          </a:lstStyle>
          <a:p xmlns:a="http://schemas.openxmlformats.org/drawingml/2006/main">
            <a:pPr>
              <a:defRPr sz="1425" b="0">
                <a:solidFill>
                  <a:srgbClr val="52675C"/>
                </a:solidFill>
              </a:defRPr>
            </a:pPr>
            <a:r>
              <a:rPr sz="1425" b="0">
                <a:solidFill>
                  <a:srgbClr val="52675C"/>
                </a:solidFill>
              </a:rPr>
              <a:t>10</a:t>
            </a:r>
          </a:p>
        </p:txBody>
      </p:sp>
      <p:sp>
        <p:nvSpPr>
          <p:cNvPr id="3" name="">
            <a:extLst xmlns:a="http://schemas.openxmlformats.org/drawingml/2006/main">
              <a:ext uri="{FF2B5EF4-FFF2-40B4-BE49-F238E27FC236}">
                <a16:creationId xmlns:a16="http://schemas.microsoft.com/office/drawing/2014/main" id="{5C745134-F1E1-4074-ADB9-300D319C4B78}"/>
              </a:ext>
            </a:extLst>
          </p:cNvPr>
          <p:cNvSpPr>
            <a:spLocks xmlns:a="http://schemas.openxmlformats.org/drawingml/2006/main" noGrp="1"/>
          </p:cNvSpPr>
          <p:nvPr/>
        </p:nvSpPr>
        <p:spPr>
          <a:xfrm xmlns:a="http://schemas.openxmlformats.org/drawingml/2006/main">
            <a:off x="609600" y="1428750"/>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B85D35"/>
                </a:solidFill>
              </a:defRPr>
            </a:defPPr>
            <a:lvl1pPr>
              <a:defRPr sz="2175" b="0">
                <a:solidFill>
                  <a:srgbClr val="B85D35"/>
                </a:solidFill>
              </a:defRPr>
            </a:lvl1pPr>
            <a:lvl2pPr>
              <a:defRPr sz="2175" b="0">
                <a:solidFill>
                  <a:srgbClr val="B85D35"/>
                </a:solidFill>
              </a:defRPr>
            </a:lvl2pPr>
            <a:lvl3pPr>
              <a:defRPr sz="2175" b="0">
                <a:solidFill>
                  <a:srgbClr val="B85D35"/>
                </a:solidFill>
              </a:defRPr>
            </a:lvl3pPr>
            <a:lvl4pPr>
              <a:defRPr sz="2175" b="0">
                <a:solidFill>
                  <a:srgbClr val="B85D35"/>
                </a:solidFill>
              </a:defRPr>
            </a:lvl4pPr>
            <a:lvl5pPr>
              <a:defRPr sz="2175" b="0">
                <a:solidFill>
                  <a:srgbClr val="B85D35"/>
                </a:solidFill>
              </a:defRPr>
            </a:lvl5pPr>
            <a:lvl6pPr>
              <a:defRPr sz="2175" b="0">
                <a:solidFill>
                  <a:srgbClr val="B85D35"/>
                </a:solidFill>
              </a:defRPr>
            </a:lvl6pPr>
            <a:lvl7pPr>
              <a:defRPr sz="2175" b="0">
                <a:solidFill>
                  <a:srgbClr val="B85D35"/>
                </a:solidFill>
              </a:defRPr>
            </a:lvl7pPr>
            <a:lvl8pPr>
              <a:defRPr sz="2175" b="0">
                <a:solidFill>
                  <a:srgbClr val="B85D35"/>
                </a:solidFill>
              </a:defRPr>
            </a:lvl8pPr>
            <a:lvl9pPr>
              <a:defRPr sz="2175" b="0">
                <a:solidFill>
                  <a:srgbClr val="B85D35"/>
                </a:solidFill>
              </a:defRPr>
            </a:lvl9pPr>
          </a:lstStyle>
          <a:p xmlns:a="http://schemas.openxmlformats.org/drawingml/2006/main">
            <a:pPr>
              <a:defRPr sz="2175" b="0">
                <a:solidFill>
                  <a:srgbClr val="B85D35"/>
                </a:solidFill>
              </a:defRPr>
            </a:pPr>
            <a:r>
              <a:rPr sz="2175" b="0">
                <a:solidFill>
                  <a:srgbClr val="B85D35"/>
                </a:solidFill>
              </a:rPr>
              <a:t>Recordings grouped by low-energy window percentage</a:t>
            </a:r>
          </a:p>
        </p:txBody>
      </p:sp>
      <p:graphicFrame>
        <p:nvGraphicFramePr>
          <p:cNvPr id="4" name="Chart">
            <a:extLst xmlns:a="http://schemas.openxmlformats.org/drawingml/2006/main">
              <a:ext uri="{FF2B5EF4-FFF2-40B4-BE49-F238E27FC236}">
                <a16:creationId xmlns:a16="http://schemas.microsoft.com/office/drawing/2014/main" id="{2707BB2E-C000-457B-90ED-B94430AE9A98}"/>
              </a:ext>
            </a:extLst>
          </p:cNvPr>
          <p:cNvGraphicFramePr/>
          <p:nvPr/>
        </p:nvGraphicFramePr>
        <p:xfrm>
          <a:off xmlns:a="http://schemas.openxmlformats.org/drawingml/2006/main" x="609600" y="2152650"/>
          <a:ext xmlns:a="http://schemas.openxmlformats.org/drawingml/2006/main" cx="7524750" cy="3524250"/>
        </p:xfrm>
        <a:graphic xmlns:a="http://schemas.openxmlformats.org/drawingml/2006/main">
          <a:graphicData uri="http://schemas.openxmlformats.org/drawingml/2006/chart">
            <c:chart xmlns:r="http://schemas.openxmlformats.org/officeDocument/2006/relationships" xmlns:c="http://schemas.openxmlformats.org/drawingml/2006/chart" r:id="R79a3e2265c1c4a8e"/>
          </a:graphicData>
        </a:graphic>
      </p:graphicFrame>
      <p:sp>
        <p:nvSpPr>
          <p:cNvPr id="5" name="">
            <a:extLst xmlns:a="http://schemas.openxmlformats.org/drawingml/2006/main">
              <a:ext uri="{FF2B5EF4-FFF2-40B4-BE49-F238E27FC236}">
                <a16:creationId xmlns:a16="http://schemas.microsoft.com/office/drawing/2014/main" id="{6D89DA39-70BB-4244-AA4C-7B79CFEA1DFA}"/>
              </a:ext>
            </a:extLst>
          </p:cNvPr>
          <p:cNvSpPr>
            <a:spLocks xmlns:a="http://schemas.openxmlformats.org/drawingml/2006/main" noGrp="1"/>
          </p:cNvSpPr>
          <p:nvPr/>
        </p:nvSpPr>
        <p:spPr>
          <a:xfrm xmlns:a="http://schemas.openxmlformats.org/drawingml/2006/main">
            <a:off x="8791575" y="2362200"/>
            <a:ext cx="2762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B85D35"/>
                </a:solidFill>
              </a:defRPr>
            </a:defPPr>
            <a:lvl1pPr>
              <a:defRPr sz="3450" b="1">
                <a:solidFill>
                  <a:srgbClr val="B85D35"/>
                </a:solidFill>
              </a:defRPr>
            </a:lvl1pPr>
            <a:lvl2pPr>
              <a:defRPr sz="3450" b="1">
                <a:solidFill>
                  <a:srgbClr val="B85D35"/>
                </a:solidFill>
              </a:defRPr>
            </a:lvl2pPr>
            <a:lvl3pPr>
              <a:defRPr sz="3450" b="1">
                <a:solidFill>
                  <a:srgbClr val="B85D35"/>
                </a:solidFill>
              </a:defRPr>
            </a:lvl3pPr>
            <a:lvl4pPr>
              <a:defRPr sz="3450" b="1">
                <a:solidFill>
                  <a:srgbClr val="B85D35"/>
                </a:solidFill>
              </a:defRPr>
            </a:lvl4pPr>
            <a:lvl5pPr>
              <a:defRPr sz="3450" b="1">
                <a:solidFill>
                  <a:srgbClr val="B85D35"/>
                </a:solidFill>
              </a:defRPr>
            </a:lvl5pPr>
            <a:lvl6pPr>
              <a:defRPr sz="3450" b="1">
                <a:solidFill>
                  <a:srgbClr val="B85D35"/>
                </a:solidFill>
              </a:defRPr>
            </a:lvl6pPr>
            <a:lvl7pPr>
              <a:defRPr sz="3450" b="1">
                <a:solidFill>
                  <a:srgbClr val="B85D35"/>
                </a:solidFill>
              </a:defRPr>
            </a:lvl7pPr>
            <a:lvl8pPr>
              <a:defRPr sz="3450" b="1">
                <a:solidFill>
                  <a:srgbClr val="B85D35"/>
                </a:solidFill>
              </a:defRPr>
            </a:lvl8pPr>
            <a:lvl9pPr>
              <a:defRPr sz="3450" b="1">
                <a:solidFill>
                  <a:srgbClr val="B85D35"/>
                </a:solidFill>
              </a:defRPr>
            </a:lvl9pPr>
          </a:lstStyle>
          <a:p xmlns:a="http://schemas.openxmlformats.org/drawingml/2006/main">
            <a:pPr>
              <a:defRPr sz="3450" b="1">
                <a:solidFill>
                  <a:srgbClr val="B85D35"/>
                </a:solidFill>
              </a:defRPr>
            </a:pPr>
            <a:r>
              <a:rPr sz="3450" b="1">
                <a:solidFill>
                  <a:srgbClr val="B85D35"/>
                </a:solidFill>
              </a:rPr>
              <a:t>9 warnings</a:t>
            </a:r>
          </a:p>
        </p:txBody>
      </p:sp>
      <p:sp>
        <p:nvSpPr>
          <p:cNvPr id="6" name="">
            <a:extLst xmlns:a="http://schemas.openxmlformats.org/drawingml/2006/main">
              <a:ext uri="{FF2B5EF4-FFF2-40B4-BE49-F238E27FC236}">
                <a16:creationId xmlns:a16="http://schemas.microsoft.com/office/drawing/2014/main" id="{F80FE637-3F7B-440B-ACBC-CA3896071AB5}"/>
              </a:ext>
            </a:extLst>
          </p:cNvPr>
          <p:cNvSpPr>
            <a:spLocks xmlns:a="http://schemas.openxmlformats.org/drawingml/2006/main" noGrp="1"/>
          </p:cNvSpPr>
          <p:nvPr/>
        </p:nvSpPr>
        <p:spPr>
          <a:xfrm xmlns:a="http://schemas.openxmlformats.org/drawingml/2006/main">
            <a:off x="8791575" y="36004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75" b="1">
                <a:solidFill>
                  <a:srgbClr val="123B32"/>
                </a:solidFill>
              </a:defRPr>
            </a:defPPr>
            <a:lvl1pPr>
              <a:defRPr sz="3075" b="1">
                <a:solidFill>
                  <a:srgbClr val="123B32"/>
                </a:solidFill>
              </a:defRPr>
            </a:lvl1pPr>
            <a:lvl2pPr>
              <a:defRPr sz="3075" b="1">
                <a:solidFill>
                  <a:srgbClr val="123B32"/>
                </a:solidFill>
              </a:defRPr>
            </a:lvl2pPr>
            <a:lvl3pPr>
              <a:defRPr sz="3075" b="1">
                <a:solidFill>
                  <a:srgbClr val="123B32"/>
                </a:solidFill>
              </a:defRPr>
            </a:lvl3pPr>
            <a:lvl4pPr>
              <a:defRPr sz="3075" b="1">
                <a:solidFill>
                  <a:srgbClr val="123B32"/>
                </a:solidFill>
              </a:defRPr>
            </a:lvl4pPr>
            <a:lvl5pPr>
              <a:defRPr sz="3075" b="1">
                <a:solidFill>
                  <a:srgbClr val="123B32"/>
                </a:solidFill>
              </a:defRPr>
            </a:lvl5pPr>
            <a:lvl6pPr>
              <a:defRPr sz="3075" b="1">
                <a:solidFill>
                  <a:srgbClr val="123B32"/>
                </a:solidFill>
              </a:defRPr>
            </a:lvl6pPr>
            <a:lvl7pPr>
              <a:defRPr sz="3075" b="1">
                <a:solidFill>
                  <a:srgbClr val="123B32"/>
                </a:solidFill>
              </a:defRPr>
            </a:lvl7pPr>
            <a:lvl8pPr>
              <a:defRPr sz="3075" b="1">
                <a:solidFill>
                  <a:srgbClr val="123B32"/>
                </a:solidFill>
              </a:defRPr>
            </a:lvl8pPr>
            <a:lvl9pPr>
              <a:defRPr sz="3075" b="1">
                <a:solidFill>
                  <a:srgbClr val="123B32"/>
                </a:solidFill>
              </a:defRPr>
            </a:lvl9pPr>
          </a:lstStyle>
          <a:p xmlns:a="http://schemas.openxmlformats.org/drawingml/2006/main">
            <a:pPr>
              <a:defRPr sz="3075" b="1">
                <a:solidFill>
                  <a:srgbClr val="123B32"/>
                </a:solidFill>
              </a:defRPr>
            </a:pPr>
            <a:r>
              <a:rPr sz="3075" b="1">
                <a:solidFill>
                  <a:srgbClr val="123B32"/>
                </a:solidFill>
              </a:rPr>
              <a:t>34 retained</a:t>
            </a:r>
          </a:p>
        </p:txBody>
      </p:sp>
      <p:sp>
        <p:nvSpPr>
          <p:cNvPr id="7" name="">
            <a:extLst xmlns:a="http://schemas.openxmlformats.org/drawingml/2006/main">
              <a:ext uri="{FF2B5EF4-FFF2-40B4-BE49-F238E27FC236}">
                <a16:creationId xmlns:a16="http://schemas.microsoft.com/office/drawing/2014/main" id="{79489E10-1E2B-4A68-A639-E27A5512F7CB}"/>
              </a:ext>
            </a:extLst>
          </p:cNvPr>
          <p:cNvSpPr>
            <a:spLocks xmlns:a="http://schemas.openxmlformats.org/drawingml/2006/main" noGrp="1"/>
          </p:cNvSpPr>
          <p:nvPr/>
        </p:nvSpPr>
        <p:spPr>
          <a:xfrm xmlns:a="http://schemas.openxmlformats.org/drawingml/2006/main">
            <a:off x="8791575" y="4667250"/>
            <a:ext cx="2762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23B32"/>
                </a:solidFill>
              </a:defRPr>
            </a:defPPr>
            <a:lvl1pPr>
              <a:defRPr sz="2100" b="0">
                <a:solidFill>
                  <a:srgbClr val="123B32"/>
                </a:solidFill>
              </a:defRPr>
            </a:lvl1pPr>
            <a:lvl2pPr>
              <a:defRPr sz="2100" b="0">
                <a:solidFill>
                  <a:srgbClr val="123B32"/>
                </a:solidFill>
              </a:defRPr>
            </a:lvl2pPr>
            <a:lvl3pPr>
              <a:defRPr sz="2100" b="0">
                <a:solidFill>
                  <a:srgbClr val="123B32"/>
                </a:solidFill>
              </a:defRPr>
            </a:lvl3pPr>
            <a:lvl4pPr>
              <a:defRPr sz="2100" b="0">
                <a:solidFill>
                  <a:srgbClr val="123B32"/>
                </a:solidFill>
              </a:defRPr>
            </a:lvl4pPr>
            <a:lvl5pPr>
              <a:defRPr sz="2100" b="0">
                <a:solidFill>
                  <a:srgbClr val="123B32"/>
                </a:solidFill>
              </a:defRPr>
            </a:lvl5pPr>
            <a:lvl6pPr>
              <a:defRPr sz="2100" b="0">
                <a:solidFill>
                  <a:srgbClr val="123B32"/>
                </a:solidFill>
              </a:defRPr>
            </a:lvl6pPr>
            <a:lvl7pPr>
              <a:defRPr sz="2100" b="0">
                <a:solidFill>
                  <a:srgbClr val="123B32"/>
                </a:solidFill>
              </a:defRPr>
            </a:lvl7pPr>
            <a:lvl8pPr>
              <a:defRPr sz="2100" b="0">
                <a:solidFill>
                  <a:srgbClr val="123B32"/>
                </a:solidFill>
              </a:defRPr>
            </a:lvl8pPr>
            <a:lvl9pPr>
              <a:defRPr sz="2100" b="0">
                <a:solidFill>
                  <a:srgbClr val="123B32"/>
                </a:solidFill>
              </a:defRPr>
            </a:lvl9pPr>
          </a:lstStyle>
          <a:p xmlns:a="http://schemas.openxmlformats.org/drawingml/2006/main">
            <a:pPr>
              <a:defRPr sz="2100" b="0">
                <a:solidFill>
                  <a:srgbClr val="123B32"/>
                </a:solidFill>
              </a:defRPr>
            </a:pPr>
            <a:r>
              <a:rPr sz="2100" b="0">
                <a:solidFill>
                  <a:srgbClr val="123B32"/>
                </a:solidFill>
              </a:rPr>
              <a:t>Complete recordings</a:t>
            </a:r>
          </a:p>
          <a:p xmlns:a="http://schemas.openxmlformats.org/drawingml/2006/main">
            <a:pPr>
              <a:defRPr sz="2100" b="0">
                <a:solidFill>
                  <a:srgbClr val="123B32"/>
                </a:solidFill>
              </a:defRPr>
            </a:pPr>
            <a:r>
              <a:rPr sz="2100" b="0">
                <a:solidFill>
                  <a:srgbClr val="123B32"/>
                </a:solidFill>
              </a:rPr>
              <a:t>remain available</a:t>
            </a:r>
          </a:p>
        </p:txBody>
      </p:sp>
      <p:sp>
        <p:nvSpPr>
          <p:cNvPr id="8" name="">
            <a:extLst xmlns:a="http://schemas.openxmlformats.org/drawingml/2006/main">
              <a:ext uri="{FF2B5EF4-FFF2-40B4-BE49-F238E27FC236}">
                <a16:creationId xmlns:a16="http://schemas.microsoft.com/office/drawing/2014/main" id="{7927EC3F-A20B-4306-8212-3A97C23181D9}"/>
              </a:ext>
            </a:extLst>
          </p:cNvPr>
          <p:cNvSpPr>
            <a:spLocks xmlns:a="http://schemas.openxmlformats.org/drawingml/2006/main" noGrp="1"/>
          </p:cNvSpPr>
          <p:nvPr/>
        </p:nvSpPr>
        <p:spPr>
          <a:xfrm xmlns:a="http://schemas.openxmlformats.org/drawingml/2006/main">
            <a:off x="609600" y="605790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2675C"/>
                </a:solidFill>
              </a:defRPr>
            </a:defPPr>
            <a:lvl1pPr>
              <a:defRPr sz="1800" b="0">
                <a:solidFill>
                  <a:srgbClr val="52675C"/>
                </a:solidFill>
              </a:defRPr>
            </a:lvl1pPr>
            <a:lvl2pPr>
              <a:defRPr sz="1800" b="0">
                <a:solidFill>
                  <a:srgbClr val="52675C"/>
                </a:solidFill>
              </a:defRPr>
            </a:lvl2pPr>
            <a:lvl3pPr>
              <a:defRPr sz="1800" b="0">
                <a:solidFill>
                  <a:srgbClr val="52675C"/>
                </a:solidFill>
              </a:defRPr>
            </a:lvl3pPr>
            <a:lvl4pPr>
              <a:defRPr sz="1800" b="0">
                <a:solidFill>
                  <a:srgbClr val="52675C"/>
                </a:solidFill>
              </a:defRPr>
            </a:lvl4pPr>
            <a:lvl5pPr>
              <a:defRPr sz="1800" b="0">
                <a:solidFill>
                  <a:srgbClr val="52675C"/>
                </a:solidFill>
              </a:defRPr>
            </a:lvl5pPr>
            <a:lvl6pPr>
              <a:defRPr sz="1800" b="0">
                <a:solidFill>
                  <a:srgbClr val="52675C"/>
                </a:solidFill>
              </a:defRPr>
            </a:lvl6pPr>
            <a:lvl7pPr>
              <a:defRPr sz="1800" b="0">
                <a:solidFill>
                  <a:srgbClr val="52675C"/>
                </a:solidFill>
              </a:defRPr>
            </a:lvl7pPr>
            <a:lvl8pPr>
              <a:defRPr sz="1800" b="0">
                <a:solidFill>
                  <a:srgbClr val="52675C"/>
                </a:solidFill>
              </a:defRPr>
            </a:lvl8pPr>
            <a:lvl9pPr>
              <a:defRPr sz="1800" b="0">
                <a:solidFill>
                  <a:srgbClr val="52675C"/>
                </a:solidFill>
              </a:defRPr>
            </a:lvl9pPr>
          </a:lstStyle>
          <a:p xmlns:a="http://schemas.openxmlformats.org/drawingml/2006/main">
            <a:pPr>
              <a:defRPr sz="1800" b="0">
                <a:solidFill>
                  <a:srgbClr val="52675C"/>
                </a:solidFill>
              </a:defRPr>
            </a:pPr>
            <a:r>
              <a:rPr sz="1800" b="0">
                <a:solidFill>
                  <a:srgbClr val="52675C"/>
                </a:solidFill>
              </a:rPr>
              <a:t>50-ms windows below −50 dBFS / flag at ≥80% / same observed distributions</a:t>
            </a:r>
          </a:p>
        </p:txBody>
      </p:sp>
    </p:spTree>
    <p:extLst>
      <p:ext uri="{BB962C8B-B14F-4D97-AF65-F5344CB8AC3E}">
        <p14:creationId xmlns:p14="http://schemas.microsoft.com/office/powerpoint/2010/main" val="1500839669"/>
      </p:ext>
    </p:extLst>
  </p:cSld>
</p:sld>
</file>

<file path=ppt/slides/slide11.xml><?xml version="1.0" encoding="utf-8"?>
<p:sld xmlns:p="http://schemas.openxmlformats.org/presentationml/2006/main">
  <p:cSld>
    <p:bg>
      <p:bgPr>
        <a:solidFill xmlns:a="http://schemas.openxmlformats.org/drawingml/2006/main">
          <a:srgbClr val="F5F1E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1D55C88-106B-4662-95A5-53D60DC71DB4}"/>
              </a:ext>
            </a:extLst>
          </p:cNvPr>
          <p:cNvSpPr>
            <a:spLocks xmlns:a="http://schemas.openxmlformats.org/drawingml/2006/main" noGrp="1"/>
          </p:cNvSpPr>
          <p:nvPr/>
        </p:nvSpPr>
        <p:spPr>
          <a:xfrm xmlns:a="http://schemas.openxmlformats.org/drawingml/2006/main">
            <a:off x="533400" y="428625"/>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23B32"/>
                </a:solidFill>
              </a:defRPr>
            </a:defPPr>
            <a:lvl1pPr>
              <a:defRPr sz="3375" b="1">
                <a:solidFill>
                  <a:srgbClr val="123B32"/>
                </a:solidFill>
              </a:defRPr>
            </a:lvl1pPr>
            <a:lvl2pPr>
              <a:defRPr sz="3375" b="1">
                <a:solidFill>
                  <a:srgbClr val="123B32"/>
                </a:solidFill>
              </a:defRPr>
            </a:lvl2pPr>
            <a:lvl3pPr>
              <a:defRPr sz="3375" b="1">
                <a:solidFill>
                  <a:srgbClr val="123B32"/>
                </a:solidFill>
              </a:defRPr>
            </a:lvl3pPr>
            <a:lvl4pPr>
              <a:defRPr sz="3375" b="1">
                <a:solidFill>
                  <a:srgbClr val="123B32"/>
                </a:solidFill>
              </a:defRPr>
            </a:lvl4pPr>
            <a:lvl5pPr>
              <a:defRPr sz="3375" b="1">
                <a:solidFill>
                  <a:srgbClr val="123B32"/>
                </a:solidFill>
              </a:defRPr>
            </a:lvl5pPr>
            <a:lvl6pPr>
              <a:defRPr sz="3375" b="1">
                <a:solidFill>
                  <a:srgbClr val="123B32"/>
                </a:solidFill>
              </a:defRPr>
            </a:lvl6pPr>
            <a:lvl7pPr>
              <a:defRPr sz="3375" b="1">
                <a:solidFill>
                  <a:srgbClr val="123B32"/>
                </a:solidFill>
              </a:defRPr>
            </a:lvl7pPr>
            <a:lvl8pPr>
              <a:defRPr sz="3375" b="1">
                <a:solidFill>
                  <a:srgbClr val="123B32"/>
                </a:solidFill>
              </a:defRPr>
            </a:lvl8pPr>
            <a:lvl9pPr>
              <a:defRPr sz="3375" b="1">
                <a:solidFill>
                  <a:srgbClr val="123B32"/>
                </a:solidFill>
              </a:defRPr>
            </a:lvl9pPr>
          </a:lstStyle>
          <a:p xmlns:a="http://schemas.openxmlformats.org/drawingml/2006/main">
            <a:pPr>
              <a:defRPr sz="3375" b="1">
                <a:solidFill>
                  <a:srgbClr val="123B32"/>
                </a:solidFill>
              </a:defRPr>
            </a:pPr>
            <a:r>
              <a:rPr sz="3375" b="1">
                <a:solidFill>
                  <a:srgbClr val="123B32"/>
                </a:solidFill>
              </a:rPr>
              <a:t>Five collections, 6,021 embeddings</a:t>
            </a:r>
          </a:p>
        </p:txBody>
      </p:sp>
      <p:sp>
        <p:nvSpPr>
          <p:cNvPr id="2" name="">
            <a:extLst xmlns:a="http://schemas.openxmlformats.org/drawingml/2006/main">
              <a:ext uri="{FF2B5EF4-FFF2-40B4-BE49-F238E27FC236}">
                <a16:creationId xmlns:a16="http://schemas.microsoft.com/office/drawing/2014/main" id="{5E78A28C-AFC5-4B00-AC41-C2FCA27F1BBE}"/>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2675C"/>
                </a:solidFill>
              </a:defRPr>
            </a:defPPr>
            <a:lvl1pPr>
              <a:defRPr sz="1425" b="0">
                <a:solidFill>
                  <a:srgbClr val="52675C"/>
                </a:solidFill>
              </a:defRPr>
            </a:lvl1pPr>
            <a:lvl2pPr>
              <a:defRPr sz="1425" b="0">
                <a:solidFill>
                  <a:srgbClr val="52675C"/>
                </a:solidFill>
              </a:defRPr>
            </a:lvl2pPr>
            <a:lvl3pPr>
              <a:defRPr sz="1425" b="0">
                <a:solidFill>
                  <a:srgbClr val="52675C"/>
                </a:solidFill>
              </a:defRPr>
            </a:lvl3pPr>
            <a:lvl4pPr>
              <a:defRPr sz="1425" b="0">
                <a:solidFill>
                  <a:srgbClr val="52675C"/>
                </a:solidFill>
              </a:defRPr>
            </a:lvl4pPr>
            <a:lvl5pPr>
              <a:defRPr sz="1425" b="0">
                <a:solidFill>
                  <a:srgbClr val="52675C"/>
                </a:solidFill>
              </a:defRPr>
            </a:lvl5pPr>
            <a:lvl6pPr>
              <a:defRPr sz="1425" b="0">
                <a:solidFill>
                  <a:srgbClr val="52675C"/>
                </a:solidFill>
              </a:defRPr>
            </a:lvl6pPr>
            <a:lvl7pPr>
              <a:defRPr sz="1425" b="0">
                <a:solidFill>
                  <a:srgbClr val="52675C"/>
                </a:solidFill>
              </a:defRPr>
            </a:lvl7pPr>
            <a:lvl8pPr>
              <a:defRPr sz="1425" b="0">
                <a:solidFill>
                  <a:srgbClr val="52675C"/>
                </a:solidFill>
              </a:defRPr>
            </a:lvl8pPr>
            <a:lvl9pPr>
              <a:defRPr sz="1425" b="0">
                <a:solidFill>
                  <a:srgbClr val="52675C"/>
                </a:solidFill>
              </a:defRPr>
            </a:lvl9pPr>
          </a:lstStyle>
          <a:p xmlns:a="http://schemas.openxmlformats.org/drawingml/2006/main">
            <a:pPr>
              <a:defRPr sz="1425" b="0">
                <a:solidFill>
                  <a:srgbClr val="52675C"/>
                </a:solidFill>
              </a:defRPr>
            </a:pPr>
            <a:r>
              <a:rPr sz="1425" b="0">
                <a:solidFill>
                  <a:srgbClr val="52675C"/>
                </a:solidFill>
              </a:rPr>
              <a:t>11</a:t>
            </a:r>
          </a:p>
        </p:txBody>
      </p:sp>
      <p:sp>
        <p:nvSpPr>
          <p:cNvPr id="3" name="">
            <a:extLst xmlns:a="http://schemas.openxmlformats.org/drawingml/2006/main">
              <a:ext uri="{FF2B5EF4-FFF2-40B4-BE49-F238E27FC236}">
                <a16:creationId xmlns:a16="http://schemas.microsoft.com/office/drawing/2014/main" id="{718E531F-8AB2-4CC4-8A7D-6F02B642C44D}"/>
              </a:ext>
            </a:extLst>
          </p:cNvPr>
          <p:cNvSpPr>
            <a:spLocks xmlns:a="http://schemas.openxmlformats.org/drawingml/2006/main" noGrp="1"/>
          </p:cNvSpPr>
          <p:nvPr/>
        </p:nvSpPr>
        <p:spPr>
          <a:xfrm xmlns:a="http://schemas.openxmlformats.org/drawingml/2006/main">
            <a:off x="609600" y="1790700"/>
            <a:ext cx="50482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8400" b="1">
                <a:solidFill>
                  <a:srgbClr val="123B32"/>
                </a:solidFill>
              </a:defRPr>
            </a:defPPr>
            <a:lvl1pPr>
              <a:defRPr sz="8400" b="1">
                <a:solidFill>
                  <a:srgbClr val="123B32"/>
                </a:solidFill>
              </a:defRPr>
            </a:lvl1pPr>
            <a:lvl2pPr>
              <a:defRPr sz="8400" b="1">
                <a:solidFill>
                  <a:srgbClr val="123B32"/>
                </a:solidFill>
              </a:defRPr>
            </a:lvl2pPr>
            <a:lvl3pPr>
              <a:defRPr sz="8400" b="1">
                <a:solidFill>
                  <a:srgbClr val="123B32"/>
                </a:solidFill>
              </a:defRPr>
            </a:lvl3pPr>
            <a:lvl4pPr>
              <a:defRPr sz="8400" b="1">
                <a:solidFill>
                  <a:srgbClr val="123B32"/>
                </a:solidFill>
              </a:defRPr>
            </a:lvl4pPr>
            <a:lvl5pPr>
              <a:defRPr sz="8400" b="1">
                <a:solidFill>
                  <a:srgbClr val="123B32"/>
                </a:solidFill>
              </a:defRPr>
            </a:lvl5pPr>
            <a:lvl6pPr>
              <a:defRPr sz="8400" b="1">
                <a:solidFill>
                  <a:srgbClr val="123B32"/>
                </a:solidFill>
              </a:defRPr>
            </a:lvl6pPr>
            <a:lvl7pPr>
              <a:defRPr sz="8400" b="1">
                <a:solidFill>
                  <a:srgbClr val="123B32"/>
                </a:solidFill>
              </a:defRPr>
            </a:lvl7pPr>
            <a:lvl8pPr>
              <a:defRPr sz="8400" b="1">
                <a:solidFill>
                  <a:srgbClr val="123B32"/>
                </a:solidFill>
              </a:defRPr>
            </a:lvl8pPr>
            <a:lvl9pPr>
              <a:defRPr sz="8400" b="1">
                <a:solidFill>
                  <a:srgbClr val="123B32"/>
                </a:solidFill>
              </a:defRPr>
            </a:lvl9pPr>
          </a:lstStyle>
          <a:p xmlns:a="http://schemas.openxmlformats.org/drawingml/2006/main">
            <a:pPr>
              <a:defRPr sz="8400" b="1">
                <a:solidFill>
                  <a:srgbClr val="123B32"/>
                </a:solidFill>
              </a:defRPr>
            </a:pPr>
            <a:r>
              <a:rPr sz="8400" b="1">
                <a:solidFill>
                  <a:srgbClr val="123B32"/>
                </a:solidFill>
              </a:rPr>
              <a:t>6,021</a:t>
            </a:r>
          </a:p>
        </p:txBody>
      </p:sp>
      <p:sp>
        <p:nvSpPr>
          <p:cNvPr id="4" name="">
            <a:extLst xmlns:a="http://schemas.openxmlformats.org/drawingml/2006/main">
              <a:ext uri="{FF2B5EF4-FFF2-40B4-BE49-F238E27FC236}">
                <a16:creationId xmlns:a16="http://schemas.microsoft.com/office/drawing/2014/main" id="{F1482BC0-3F60-44A0-90DD-6406124EB2CE}"/>
              </a:ext>
            </a:extLst>
          </p:cNvPr>
          <p:cNvSpPr>
            <a:spLocks xmlns:a="http://schemas.openxmlformats.org/drawingml/2006/main" noGrp="1"/>
          </p:cNvSpPr>
          <p:nvPr/>
        </p:nvSpPr>
        <p:spPr>
          <a:xfrm xmlns:a="http://schemas.openxmlformats.org/drawingml/2006/main">
            <a:off x="685800" y="341947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00" b="0">
                <a:solidFill>
                  <a:srgbClr val="123B32"/>
                </a:solidFill>
              </a:defRPr>
            </a:defPPr>
            <a:lvl1pPr>
              <a:defRPr sz="2700" b="0">
                <a:solidFill>
                  <a:srgbClr val="123B32"/>
                </a:solidFill>
              </a:defRPr>
            </a:lvl1pPr>
            <a:lvl2pPr>
              <a:defRPr sz="2700" b="0">
                <a:solidFill>
                  <a:srgbClr val="123B32"/>
                </a:solidFill>
              </a:defRPr>
            </a:lvl2pPr>
            <a:lvl3pPr>
              <a:defRPr sz="2700" b="0">
                <a:solidFill>
                  <a:srgbClr val="123B32"/>
                </a:solidFill>
              </a:defRPr>
            </a:lvl3pPr>
            <a:lvl4pPr>
              <a:defRPr sz="2700" b="0">
                <a:solidFill>
                  <a:srgbClr val="123B32"/>
                </a:solidFill>
              </a:defRPr>
            </a:lvl4pPr>
            <a:lvl5pPr>
              <a:defRPr sz="2700" b="0">
                <a:solidFill>
                  <a:srgbClr val="123B32"/>
                </a:solidFill>
              </a:defRPr>
            </a:lvl5pPr>
            <a:lvl6pPr>
              <a:defRPr sz="2700" b="0">
                <a:solidFill>
                  <a:srgbClr val="123B32"/>
                </a:solidFill>
              </a:defRPr>
            </a:lvl6pPr>
            <a:lvl7pPr>
              <a:defRPr sz="2700" b="0">
                <a:solidFill>
                  <a:srgbClr val="123B32"/>
                </a:solidFill>
              </a:defRPr>
            </a:lvl7pPr>
            <a:lvl8pPr>
              <a:defRPr sz="2700" b="0">
                <a:solidFill>
                  <a:srgbClr val="123B32"/>
                </a:solidFill>
              </a:defRPr>
            </a:lvl8pPr>
            <a:lvl9pPr>
              <a:defRPr sz="2700" b="0">
                <a:solidFill>
                  <a:srgbClr val="123B32"/>
                </a:solidFill>
              </a:defRPr>
            </a:lvl9pPr>
          </a:lstStyle>
          <a:p xmlns:a="http://schemas.openxmlformats.org/drawingml/2006/main">
            <a:pPr>
              <a:defRPr sz="2700" b="0">
                <a:solidFill>
                  <a:srgbClr val="123B32"/>
                </a:solidFill>
              </a:defRPr>
            </a:pPr>
            <a:r>
              <a:rPr sz="2700" b="0">
                <a:solidFill>
                  <a:srgbClr val="123B32"/>
                </a:solidFill>
              </a:rPr>
              <a:t>embeddings</a:t>
            </a:r>
          </a:p>
          <a:p xmlns:a="http://schemas.openxmlformats.org/drawingml/2006/main">
            <a:pPr>
              <a:defRPr sz="2700" b="0">
                <a:solidFill>
                  <a:srgbClr val="123B32"/>
                </a:solidFill>
              </a:defRPr>
            </a:pPr>
            <a:r>
              <a:rPr sz="2700" b="0">
                <a:solidFill>
                  <a:srgbClr val="123B32"/>
                </a:solidFill>
              </a:rPr>
              <a:t>from 198 assets</a:t>
            </a:r>
          </a:p>
        </p:txBody>
      </p:sp>
      <p:sp>
        <p:nvSpPr>
          <p:cNvPr id="5" name="">
            <a:extLst xmlns:a="http://schemas.openxmlformats.org/drawingml/2006/main">
              <a:ext uri="{FF2B5EF4-FFF2-40B4-BE49-F238E27FC236}">
                <a16:creationId xmlns:a16="http://schemas.microsoft.com/office/drawing/2014/main" id="{CBFE928E-574A-4EFB-850B-AD643481FB21}"/>
              </a:ext>
            </a:extLst>
          </p:cNvPr>
          <p:cNvSpPr>
            <a:spLocks xmlns:a="http://schemas.openxmlformats.org/drawingml/2006/main" noGrp="1"/>
          </p:cNvSpPr>
          <p:nvPr/>
        </p:nvSpPr>
        <p:spPr>
          <a:xfrm xmlns:a="http://schemas.openxmlformats.org/drawingml/2006/main">
            <a:off x="5905500" y="1828800"/>
            <a:ext cx="4000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23B32"/>
                </a:solidFill>
              </a:defRPr>
            </a:defPPr>
            <a:lvl1pPr>
              <a:defRPr sz="2175" b="0">
                <a:solidFill>
                  <a:srgbClr val="123B32"/>
                </a:solidFill>
              </a:defRPr>
            </a:lvl1pPr>
            <a:lvl2pPr>
              <a:defRPr sz="2175" b="0">
                <a:solidFill>
                  <a:srgbClr val="123B32"/>
                </a:solidFill>
              </a:defRPr>
            </a:lvl2pPr>
            <a:lvl3pPr>
              <a:defRPr sz="2175" b="0">
                <a:solidFill>
                  <a:srgbClr val="123B32"/>
                </a:solidFill>
              </a:defRPr>
            </a:lvl3pPr>
            <a:lvl4pPr>
              <a:defRPr sz="2175" b="0">
                <a:solidFill>
                  <a:srgbClr val="123B32"/>
                </a:solidFill>
              </a:defRPr>
            </a:lvl4pPr>
            <a:lvl5pPr>
              <a:defRPr sz="2175" b="0">
                <a:solidFill>
                  <a:srgbClr val="123B32"/>
                </a:solidFill>
              </a:defRPr>
            </a:lvl5pPr>
            <a:lvl6pPr>
              <a:defRPr sz="2175" b="0">
                <a:solidFill>
                  <a:srgbClr val="123B32"/>
                </a:solidFill>
              </a:defRPr>
            </a:lvl6pPr>
            <a:lvl7pPr>
              <a:defRPr sz="2175" b="0">
                <a:solidFill>
                  <a:srgbClr val="123B32"/>
                </a:solidFill>
              </a:defRPr>
            </a:lvl7pPr>
            <a:lvl8pPr>
              <a:defRPr sz="2175" b="0">
                <a:solidFill>
                  <a:srgbClr val="123B32"/>
                </a:solidFill>
              </a:defRPr>
            </a:lvl8pPr>
            <a:lvl9pPr>
              <a:defRPr sz="2175" b="0">
                <a:solidFill>
                  <a:srgbClr val="123B32"/>
                </a:solidFill>
              </a:defRPr>
            </a:lvl9pPr>
          </a:lstStyle>
          <a:p xmlns:a="http://schemas.openxmlformats.org/drawingml/2006/main">
            <a:pPr>
              <a:defRPr sz="2175" b="0">
                <a:solidFill>
                  <a:srgbClr val="123B32"/>
                </a:solidFill>
              </a:defRPr>
            </a:pPr>
            <a:r>
              <a:rPr sz="2175" b="0">
                <a:solidFill>
                  <a:srgbClr val="123B32"/>
                </a:solidFill>
              </a:rPr>
              <a:t>Image / CLIP</a:t>
            </a:r>
          </a:p>
        </p:txBody>
      </p:sp>
      <p:sp>
        <p:nvSpPr>
          <p:cNvPr id="6" name="">
            <a:extLst xmlns:a="http://schemas.openxmlformats.org/drawingml/2006/main">
              <a:ext uri="{FF2B5EF4-FFF2-40B4-BE49-F238E27FC236}">
                <a16:creationId xmlns:a16="http://schemas.microsoft.com/office/drawing/2014/main" id="{A7774D76-F118-4DBE-9D87-F4FA3292167E}"/>
              </a:ext>
            </a:extLst>
          </p:cNvPr>
          <p:cNvSpPr>
            <a:spLocks xmlns:a="http://schemas.openxmlformats.org/drawingml/2006/main" noGrp="1"/>
          </p:cNvSpPr>
          <p:nvPr/>
        </p:nvSpPr>
        <p:spPr>
          <a:xfrm xmlns:a="http://schemas.openxmlformats.org/drawingml/2006/main">
            <a:off x="10096500" y="1828800"/>
            <a:ext cx="1619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123B32"/>
                </a:solidFill>
              </a:defRPr>
            </a:defPPr>
            <a:lvl1pPr>
              <a:defRPr sz="2550" b="1">
                <a:solidFill>
                  <a:srgbClr val="123B32"/>
                </a:solidFill>
              </a:defRPr>
            </a:lvl1pPr>
            <a:lvl2pPr>
              <a:defRPr sz="2550" b="1">
                <a:solidFill>
                  <a:srgbClr val="123B32"/>
                </a:solidFill>
              </a:defRPr>
            </a:lvl2pPr>
            <a:lvl3pPr>
              <a:defRPr sz="2550" b="1">
                <a:solidFill>
                  <a:srgbClr val="123B32"/>
                </a:solidFill>
              </a:defRPr>
            </a:lvl3pPr>
            <a:lvl4pPr>
              <a:defRPr sz="2550" b="1">
                <a:solidFill>
                  <a:srgbClr val="123B32"/>
                </a:solidFill>
              </a:defRPr>
            </a:lvl4pPr>
            <a:lvl5pPr>
              <a:defRPr sz="2550" b="1">
                <a:solidFill>
                  <a:srgbClr val="123B32"/>
                </a:solidFill>
              </a:defRPr>
            </a:lvl5pPr>
            <a:lvl6pPr>
              <a:defRPr sz="2550" b="1">
                <a:solidFill>
                  <a:srgbClr val="123B32"/>
                </a:solidFill>
              </a:defRPr>
            </a:lvl6pPr>
            <a:lvl7pPr>
              <a:defRPr sz="2550" b="1">
                <a:solidFill>
                  <a:srgbClr val="123B32"/>
                </a:solidFill>
              </a:defRPr>
            </a:lvl7pPr>
            <a:lvl8pPr>
              <a:defRPr sz="2550" b="1">
                <a:solidFill>
                  <a:srgbClr val="123B32"/>
                </a:solidFill>
              </a:defRPr>
            </a:lvl8pPr>
            <a:lvl9pPr>
              <a:defRPr sz="2550" b="1">
                <a:solidFill>
                  <a:srgbClr val="123B32"/>
                </a:solidFill>
              </a:defRPr>
            </a:lvl9pPr>
          </a:lstStyle>
          <a:p xmlns:a="http://schemas.openxmlformats.org/drawingml/2006/main">
            <a:pPr>
              <a:defRPr sz="2550" b="1">
                <a:solidFill>
                  <a:srgbClr val="123B32"/>
                </a:solidFill>
              </a:defRPr>
            </a:pPr>
            <a:r>
              <a:rPr sz="2550" b="1">
                <a:solidFill>
                  <a:srgbClr val="123B32"/>
                </a:solidFill>
              </a:rPr>
              <a:t>100</a:t>
            </a:r>
          </a:p>
        </p:txBody>
      </p:sp>
      <p:sp>
        <p:nvSpPr>
          <p:cNvPr id="7" name="">
            <a:extLst xmlns:a="http://schemas.openxmlformats.org/drawingml/2006/main">
              <a:ext uri="{FF2B5EF4-FFF2-40B4-BE49-F238E27FC236}">
                <a16:creationId xmlns:a16="http://schemas.microsoft.com/office/drawing/2014/main" id="{6F26D6B0-A7F7-4F3F-8F2D-6FDC037B1ABA}"/>
              </a:ext>
            </a:extLst>
          </p:cNvPr>
          <p:cNvSpPr>
            <a:spLocks xmlns:a="http://schemas.openxmlformats.org/drawingml/2006/main" noGrp="1"/>
          </p:cNvSpPr>
          <p:nvPr/>
        </p:nvSpPr>
        <p:spPr>
          <a:xfrm xmlns:a="http://schemas.openxmlformats.org/drawingml/2006/main">
            <a:off x="5905500" y="2590800"/>
            <a:ext cx="4000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23B32"/>
                </a:solidFill>
              </a:defRPr>
            </a:defPPr>
            <a:lvl1pPr>
              <a:defRPr sz="2175" b="0">
                <a:solidFill>
                  <a:srgbClr val="123B32"/>
                </a:solidFill>
              </a:defRPr>
            </a:lvl1pPr>
            <a:lvl2pPr>
              <a:defRPr sz="2175" b="0">
                <a:solidFill>
                  <a:srgbClr val="123B32"/>
                </a:solidFill>
              </a:defRPr>
            </a:lvl2pPr>
            <a:lvl3pPr>
              <a:defRPr sz="2175" b="0">
                <a:solidFill>
                  <a:srgbClr val="123B32"/>
                </a:solidFill>
              </a:defRPr>
            </a:lvl3pPr>
            <a:lvl4pPr>
              <a:defRPr sz="2175" b="0">
                <a:solidFill>
                  <a:srgbClr val="123B32"/>
                </a:solidFill>
              </a:defRPr>
            </a:lvl4pPr>
            <a:lvl5pPr>
              <a:defRPr sz="2175" b="0">
                <a:solidFill>
                  <a:srgbClr val="123B32"/>
                </a:solidFill>
              </a:defRPr>
            </a:lvl5pPr>
            <a:lvl6pPr>
              <a:defRPr sz="2175" b="0">
                <a:solidFill>
                  <a:srgbClr val="123B32"/>
                </a:solidFill>
              </a:defRPr>
            </a:lvl6pPr>
            <a:lvl7pPr>
              <a:defRPr sz="2175" b="0">
                <a:solidFill>
                  <a:srgbClr val="123B32"/>
                </a:solidFill>
              </a:defRPr>
            </a:lvl7pPr>
            <a:lvl8pPr>
              <a:defRPr sz="2175" b="0">
                <a:solidFill>
                  <a:srgbClr val="123B32"/>
                </a:solidFill>
              </a:defRPr>
            </a:lvl8pPr>
            <a:lvl9pPr>
              <a:defRPr sz="2175" b="0">
                <a:solidFill>
                  <a:srgbClr val="123B32"/>
                </a:solidFill>
              </a:defRPr>
            </a:lvl9pPr>
          </a:lstStyle>
          <a:p xmlns:a="http://schemas.openxmlformats.org/drawingml/2006/main">
            <a:pPr>
              <a:defRPr sz="2175" b="0">
                <a:solidFill>
                  <a:srgbClr val="123B32"/>
                </a:solidFill>
              </a:defRPr>
            </a:pPr>
            <a:r>
              <a:rPr sz="2175" b="0">
                <a:solidFill>
                  <a:srgbClr val="123B32"/>
                </a:solidFill>
              </a:rPr>
              <a:t>Audio / CLAP</a:t>
            </a:r>
          </a:p>
        </p:txBody>
      </p:sp>
      <p:sp>
        <p:nvSpPr>
          <p:cNvPr id="8" name="">
            <a:extLst xmlns:a="http://schemas.openxmlformats.org/drawingml/2006/main">
              <a:ext uri="{FF2B5EF4-FFF2-40B4-BE49-F238E27FC236}">
                <a16:creationId xmlns:a16="http://schemas.microsoft.com/office/drawing/2014/main" id="{1B2DB0D4-D417-4BE4-A6B9-B9E2F377D15A}"/>
              </a:ext>
            </a:extLst>
          </p:cNvPr>
          <p:cNvSpPr>
            <a:spLocks xmlns:a="http://schemas.openxmlformats.org/drawingml/2006/main" noGrp="1"/>
          </p:cNvSpPr>
          <p:nvPr/>
        </p:nvSpPr>
        <p:spPr>
          <a:xfrm xmlns:a="http://schemas.openxmlformats.org/drawingml/2006/main">
            <a:off x="10096500" y="2590800"/>
            <a:ext cx="1619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123B32"/>
                </a:solidFill>
              </a:defRPr>
            </a:defPPr>
            <a:lvl1pPr>
              <a:defRPr sz="2550" b="1">
                <a:solidFill>
                  <a:srgbClr val="123B32"/>
                </a:solidFill>
              </a:defRPr>
            </a:lvl1pPr>
            <a:lvl2pPr>
              <a:defRPr sz="2550" b="1">
                <a:solidFill>
                  <a:srgbClr val="123B32"/>
                </a:solidFill>
              </a:defRPr>
            </a:lvl2pPr>
            <a:lvl3pPr>
              <a:defRPr sz="2550" b="1">
                <a:solidFill>
                  <a:srgbClr val="123B32"/>
                </a:solidFill>
              </a:defRPr>
            </a:lvl3pPr>
            <a:lvl4pPr>
              <a:defRPr sz="2550" b="1">
                <a:solidFill>
                  <a:srgbClr val="123B32"/>
                </a:solidFill>
              </a:defRPr>
            </a:lvl4pPr>
            <a:lvl5pPr>
              <a:defRPr sz="2550" b="1">
                <a:solidFill>
                  <a:srgbClr val="123B32"/>
                </a:solidFill>
              </a:defRPr>
            </a:lvl5pPr>
            <a:lvl6pPr>
              <a:defRPr sz="2550" b="1">
                <a:solidFill>
                  <a:srgbClr val="123B32"/>
                </a:solidFill>
              </a:defRPr>
            </a:lvl6pPr>
            <a:lvl7pPr>
              <a:defRPr sz="2550" b="1">
                <a:solidFill>
                  <a:srgbClr val="123B32"/>
                </a:solidFill>
              </a:defRPr>
            </a:lvl7pPr>
            <a:lvl8pPr>
              <a:defRPr sz="2550" b="1">
                <a:solidFill>
                  <a:srgbClr val="123B32"/>
                </a:solidFill>
              </a:defRPr>
            </a:lvl8pPr>
            <a:lvl9pPr>
              <a:defRPr sz="2550" b="1">
                <a:solidFill>
                  <a:srgbClr val="123B32"/>
                </a:solidFill>
              </a:defRPr>
            </a:lvl9pPr>
          </a:lstStyle>
          <a:p xmlns:a="http://schemas.openxmlformats.org/drawingml/2006/main">
            <a:pPr>
              <a:defRPr sz="2550" b="1">
                <a:solidFill>
                  <a:srgbClr val="123B32"/>
                </a:solidFill>
              </a:defRPr>
            </a:pPr>
            <a:r>
              <a:rPr sz="2550" b="1">
                <a:solidFill>
                  <a:srgbClr val="123B32"/>
                </a:solidFill>
              </a:rPr>
              <a:t>357</a:t>
            </a:r>
          </a:p>
        </p:txBody>
      </p:sp>
      <p:sp>
        <p:nvSpPr>
          <p:cNvPr id="9" name="">
            <a:extLst xmlns:a="http://schemas.openxmlformats.org/drawingml/2006/main">
              <a:ext uri="{FF2B5EF4-FFF2-40B4-BE49-F238E27FC236}">
                <a16:creationId xmlns:a16="http://schemas.microsoft.com/office/drawing/2014/main" id="{EAA632C6-57E8-4518-814A-AA3FF7DB7CCE}"/>
              </a:ext>
            </a:extLst>
          </p:cNvPr>
          <p:cNvSpPr>
            <a:spLocks xmlns:a="http://schemas.openxmlformats.org/drawingml/2006/main" noGrp="1"/>
          </p:cNvSpPr>
          <p:nvPr/>
        </p:nvSpPr>
        <p:spPr>
          <a:xfrm xmlns:a="http://schemas.openxmlformats.org/drawingml/2006/main">
            <a:off x="5905500" y="3352800"/>
            <a:ext cx="4000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23B32"/>
                </a:solidFill>
              </a:defRPr>
            </a:defPPr>
            <a:lvl1pPr>
              <a:defRPr sz="2175" b="0">
                <a:solidFill>
                  <a:srgbClr val="123B32"/>
                </a:solidFill>
              </a:defRPr>
            </a:lvl1pPr>
            <a:lvl2pPr>
              <a:defRPr sz="2175" b="0">
                <a:solidFill>
                  <a:srgbClr val="123B32"/>
                </a:solidFill>
              </a:defRPr>
            </a:lvl2pPr>
            <a:lvl3pPr>
              <a:defRPr sz="2175" b="0">
                <a:solidFill>
                  <a:srgbClr val="123B32"/>
                </a:solidFill>
              </a:defRPr>
            </a:lvl3pPr>
            <a:lvl4pPr>
              <a:defRPr sz="2175" b="0">
                <a:solidFill>
                  <a:srgbClr val="123B32"/>
                </a:solidFill>
              </a:defRPr>
            </a:lvl4pPr>
            <a:lvl5pPr>
              <a:defRPr sz="2175" b="0">
                <a:solidFill>
                  <a:srgbClr val="123B32"/>
                </a:solidFill>
              </a:defRPr>
            </a:lvl5pPr>
            <a:lvl6pPr>
              <a:defRPr sz="2175" b="0">
                <a:solidFill>
                  <a:srgbClr val="123B32"/>
                </a:solidFill>
              </a:defRPr>
            </a:lvl6pPr>
            <a:lvl7pPr>
              <a:defRPr sz="2175" b="0">
                <a:solidFill>
                  <a:srgbClr val="123B32"/>
                </a:solidFill>
              </a:defRPr>
            </a:lvl7pPr>
            <a:lvl8pPr>
              <a:defRPr sz="2175" b="0">
                <a:solidFill>
                  <a:srgbClr val="123B32"/>
                </a:solidFill>
              </a:defRPr>
            </a:lvl8pPr>
            <a:lvl9pPr>
              <a:defRPr sz="2175" b="0">
                <a:solidFill>
                  <a:srgbClr val="123B32"/>
                </a:solidFill>
              </a:defRPr>
            </a:lvl9pPr>
          </a:lstStyle>
          <a:p xmlns:a="http://schemas.openxmlformats.org/drawingml/2006/main">
            <a:pPr>
              <a:defRPr sz="2175" b="0">
                <a:solidFill>
                  <a:srgbClr val="123B32"/>
                </a:solidFill>
              </a:defRPr>
            </a:pPr>
            <a:r>
              <a:rPr sz="2175" b="0">
                <a:solidFill>
                  <a:srgbClr val="123B32"/>
                </a:solidFill>
              </a:rPr>
              <a:t>Text / E5</a:t>
            </a:r>
          </a:p>
        </p:txBody>
      </p:sp>
      <p:sp>
        <p:nvSpPr>
          <p:cNvPr id="10" name="">
            <a:extLst xmlns:a="http://schemas.openxmlformats.org/drawingml/2006/main">
              <a:ext uri="{FF2B5EF4-FFF2-40B4-BE49-F238E27FC236}">
                <a16:creationId xmlns:a16="http://schemas.microsoft.com/office/drawing/2014/main" id="{99BFC510-FFAD-4C2F-A328-043BE9AFF514}"/>
              </a:ext>
            </a:extLst>
          </p:cNvPr>
          <p:cNvSpPr>
            <a:spLocks xmlns:a="http://schemas.openxmlformats.org/drawingml/2006/main" noGrp="1"/>
          </p:cNvSpPr>
          <p:nvPr/>
        </p:nvSpPr>
        <p:spPr>
          <a:xfrm xmlns:a="http://schemas.openxmlformats.org/drawingml/2006/main">
            <a:off x="10096500" y="3352800"/>
            <a:ext cx="1619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123B32"/>
                </a:solidFill>
              </a:defRPr>
            </a:defPPr>
            <a:lvl1pPr>
              <a:defRPr sz="2550" b="1">
                <a:solidFill>
                  <a:srgbClr val="123B32"/>
                </a:solidFill>
              </a:defRPr>
            </a:lvl1pPr>
            <a:lvl2pPr>
              <a:defRPr sz="2550" b="1">
                <a:solidFill>
                  <a:srgbClr val="123B32"/>
                </a:solidFill>
              </a:defRPr>
            </a:lvl2pPr>
            <a:lvl3pPr>
              <a:defRPr sz="2550" b="1">
                <a:solidFill>
                  <a:srgbClr val="123B32"/>
                </a:solidFill>
              </a:defRPr>
            </a:lvl3pPr>
            <a:lvl4pPr>
              <a:defRPr sz="2550" b="1">
                <a:solidFill>
                  <a:srgbClr val="123B32"/>
                </a:solidFill>
              </a:defRPr>
            </a:lvl4pPr>
            <a:lvl5pPr>
              <a:defRPr sz="2550" b="1">
                <a:solidFill>
                  <a:srgbClr val="123B32"/>
                </a:solidFill>
              </a:defRPr>
            </a:lvl5pPr>
            <a:lvl6pPr>
              <a:defRPr sz="2550" b="1">
                <a:solidFill>
                  <a:srgbClr val="123B32"/>
                </a:solidFill>
              </a:defRPr>
            </a:lvl6pPr>
            <a:lvl7pPr>
              <a:defRPr sz="2550" b="1">
                <a:solidFill>
                  <a:srgbClr val="123B32"/>
                </a:solidFill>
              </a:defRPr>
            </a:lvl7pPr>
            <a:lvl8pPr>
              <a:defRPr sz="2550" b="1">
                <a:solidFill>
                  <a:srgbClr val="123B32"/>
                </a:solidFill>
              </a:defRPr>
            </a:lvl8pPr>
            <a:lvl9pPr>
              <a:defRPr sz="2550" b="1">
                <a:solidFill>
                  <a:srgbClr val="123B32"/>
                </a:solidFill>
              </a:defRPr>
            </a:lvl9pPr>
          </a:lstStyle>
          <a:p xmlns:a="http://schemas.openxmlformats.org/drawingml/2006/main">
            <a:pPr>
              <a:defRPr sz="2550" b="1">
                <a:solidFill>
                  <a:srgbClr val="123B32"/>
                </a:solidFill>
              </a:defRPr>
            </a:pPr>
            <a:r>
              <a:rPr sz="2550" b="1">
                <a:solidFill>
                  <a:srgbClr val="123B32"/>
                </a:solidFill>
              </a:rPr>
              <a:t>547</a:t>
            </a:r>
          </a:p>
        </p:txBody>
      </p:sp>
      <p:sp>
        <p:nvSpPr>
          <p:cNvPr id="11" name="">
            <a:extLst xmlns:a="http://schemas.openxmlformats.org/drawingml/2006/main">
              <a:ext uri="{FF2B5EF4-FFF2-40B4-BE49-F238E27FC236}">
                <a16:creationId xmlns:a16="http://schemas.microsoft.com/office/drawing/2014/main" id="{4DD39F00-A582-46C3-B470-5E7CCA1F5245}"/>
              </a:ext>
            </a:extLst>
          </p:cNvPr>
          <p:cNvSpPr>
            <a:spLocks xmlns:a="http://schemas.openxmlformats.org/drawingml/2006/main" noGrp="1"/>
          </p:cNvSpPr>
          <p:nvPr/>
        </p:nvSpPr>
        <p:spPr>
          <a:xfrm xmlns:a="http://schemas.openxmlformats.org/drawingml/2006/main">
            <a:off x="5905500" y="4114800"/>
            <a:ext cx="4000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23B32"/>
                </a:solidFill>
              </a:defRPr>
            </a:defPPr>
            <a:lvl1pPr>
              <a:defRPr sz="2175" b="1">
                <a:solidFill>
                  <a:srgbClr val="123B32"/>
                </a:solidFill>
              </a:defRPr>
            </a:lvl1pPr>
            <a:lvl2pPr>
              <a:defRPr sz="2175" b="1">
                <a:solidFill>
                  <a:srgbClr val="123B32"/>
                </a:solidFill>
              </a:defRPr>
            </a:lvl2pPr>
            <a:lvl3pPr>
              <a:defRPr sz="2175" b="1">
                <a:solidFill>
                  <a:srgbClr val="123B32"/>
                </a:solidFill>
              </a:defRPr>
            </a:lvl3pPr>
            <a:lvl4pPr>
              <a:defRPr sz="2175" b="1">
                <a:solidFill>
                  <a:srgbClr val="123B32"/>
                </a:solidFill>
              </a:defRPr>
            </a:lvl4pPr>
            <a:lvl5pPr>
              <a:defRPr sz="2175" b="1">
                <a:solidFill>
                  <a:srgbClr val="123B32"/>
                </a:solidFill>
              </a:defRPr>
            </a:lvl5pPr>
            <a:lvl6pPr>
              <a:defRPr sz="2175" b="1">
                <a:solidFill>
                  <a:srgbClr val="123B32"/>
                </a:solidFill>
              </a:defRPr>
            </a:lvl6pPr>
            <a:lvl7pPr>
              <a:defRPr sz="2175" b="1">
                <a:solidFill>
                  <a:srgbClr val="123B32"/>
                </a:solidFill>
              </a:defRPr>
            </a:lvl7pPr>
            <a:lvl8pPr>
              <a:defRPr sz="2175" b="1">
                <a:solidFill>
                  <a:srgbClr val="123B32"/>
                </a:solidFill>
              </a:defRPr>
            </a:lvl8pPr>
            <a:lvl9pPr>
              <a:defRPr sz="2175" b="1">
                <a:solidFill>
                  <a:srgbClr val="123B32"/>
                </a:solidFill>
              </a:defRPr>
            </a:lvl9pPr>
          </a:lstStyle>
          <a:p xmlns:a="http://schemas.openxmlformats.org/drawingml/2006/main">
            <a:pPr>
              <a:defRPr sz="2175" b="1">
                <a:solidFill>
                  <a:srgbClr val="123B32"/>
                </a:solidFill>
              </a:defRPr>
            </a:pPr>
            <a:r>
              <a:rPr sz="2175" b="1">
                <a:solidFill>
                  <a:srgbClr val="123B32"/>
                </a:solidFill>
              </a:rPr>
              <a:t>Image + text / CLIP</a:t>
            </a:r>
          </a:p>
        </p:txBody>
      </p:sp>
      <p:sp>
        <p:nvSpPr>
          <p:cNvPr id="12" name="">
            <a:extLst xmlns:a="http://schemas.openxmlformats.org/drawingml/2006/main">
              <a:ext uri="{FF2B5EF4-FFF2-40B4-BE49-F238E27FC236}">
                <a16:creationId xmlns:a16="http://schemas.microsoft.com/office/drawing/2014/main" id="{10C4777E-735D-46E2-909C-2B8D1BB5D13E}"/>
              </a:ext>
            </a:extLst>
          </p:cNvPr>
          <p:cNvSpPr>
            <a:spLocks xmlns:a="http://schemas.openxmlformats.org/drawingml/2006/main" noGrp="1"/>
          </p:cNvSpPr>
          <p:nvPr/>
        </p:nvSpPr>
        <p:spPr>
          <a:xfrm xmlns:a="http://schemas.openxmlformats.org/drawingml/2006/main">
            <a:off x="10096500" y="4114800"/>
            <a:ext cx="1619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B85D35"/>
                </a:solidFill>
              </a:defRPr>
            </a:defPPr>
            <a:lvl1pPr>
              <a:defRPr sz="2550" b="1">
                <a:solidFill>
                  <a:srgbClr val="B85D35"/>
                </a:solidFill>
              </a:defRPr>
            </a:lvl1pPr>
            <a:lvl2pPr>
              <a:defRPr sz="2550" b="1">
                <a:solidFill>
                  <a:srgbClr val="B85D35"/>
                </a:solidFill>
              </a:defRPr>
            </a:lvl2pPr>
            <a:lvl3pPr>
              <a:defRPr sz="2550" b="1">
                <a:solidFill>
                  <a:srgbClr val="B85D35"/>
                </a:solidFill>
              </a:defRPr>
            </a:lvl3pPr>
            <a:lvl4pPr>
              <a:defRPr sz="2550" b="1">
                <a:solidFill>
                  <a:srgbClr val="B85D35"/>
                </a:solidFill>
              </a:defRPr>
            </a:lvl4pPr>
            <a:lvl5pPr>
              <a:defRPr sz="2550" b="1">
                <a:solidFill>
                  <a:srgbClr val="B85D35"/>
                </a:solidFill>
              </a:defRPr>
            </a:lvl5pPr>
            <a:lvl6pPr>
              <a:defRPr sz="2550" b="1">
                <a:solidFill>
                  <a:srgbClr val="B85D35"/>
                </a:solidFill>
              </a:defRPr>
            </a:lvl6pPr>
            <a:lvl7pPr>
              <a:defRPr sz="2550" b="1">
                <a:solidFill>
                  <a:srgbClr val="B85D35"/>
                </a:solidFill>
              </a:defRPr>
            </a:lvl7pPr>
            <a:lvl8pPr>
              <a:defRPr sz="2550" b="1">
                <a:solidFill>
                  <a:srgbClr val="B85D35"/>
                </a:solidFill>
              </a:defRPr>
            </a:lvl8pPr>
            <a:lvl9pPr>
              <a:defRPr sz="2550" b="1">
                <a:solidFill>
                  <a:srgbClr val="B85D35"/>
                </a:solidFill>
              </a:defRPr>
            </a:lvl9pPr>
          </a:lstStyle>
          <a:p xmlns:a="http://schemas.openxmlformats.org/drawingml/2006/main">
            <a:pPr>
              <a:defRPr sz="2550" b="1">
                <a:solidFill>
                  <a:srgbClr val="B85D35"/>
                </a:solidFill>
              </a:defRPr>
            </a:pPr>
            <a:r>
              <a:rPr sz="2550" b="1">
                <a:solidFill>
                  <a:srgbClr val="B85D35"/>
                </a:solidFill>
              </a:rPr>
              <a:t>1,763</a:t>
            </a:r>
          </a:p>
        </p:txBody>
      </p:sp>
      <p:sp>
        <p:nvSpPr>
          <p:cNvPr id="13" name="">
            <a:extLst xmlns:a="http://schemas.openxmlformats.org/drawingml/2006/main">
              <a:ext uri="{FF2B5EF4-FFF2-40B4-BE49-F238E27FC236}">
                <a16:creationId xmlns:a16="http://schemas.microsoft.com/office/drawing/2014/main" id="{CAB766D8-D31A-467C-8CB0-423D31B73994}"/>
              </a:ext>
            </a:extLst>
          </p:cNvPr>
          <p:cNvSpPr>
            <a:spLocks xmlns:a="http://schemas.openxmlformats.org/drawingml/2006/main" noGrp="1"/>
          </p:cNvSpPr>
          <p:nvPr/>
        </p:nvSpPr>
        <p:spPr>
          <a:xfrm xmlns:a="http://schemas.openxmlformats.org/drawingml/2006/main">
            <a:off x="5905500" y="4876800"/>
            <a:ext cx="4000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23B32"/>
                </a:solidFill>
              </a:defRPr>
            </a:defPPr>
            <a:lvl1pPr>
              <a:defRPr sz="2175" b="1">
                <a:solidFill>
                  <a:srgbClr val="123B32"/>
                </a:solidFill>
              </a:defRPr>
            </a:lvl1pPr>
            <a:lvl2pPr>
              <a:defRPr sz="2175" b="1">
                <a:solidFill>
                  <a:srgbClr val="123B32"/>
                </a:solidFill>
              </a:defRPr>
            </a:lvl2pPr>
            <a:lvl3pPr>
              <a:defRPr sz="2175" b="1">
                <a:solidFill>
                  <a:srgbClr val="123B32"/>
                </a:solidFill>
              </a:defRPr>
            </a:lvl3pPr>
            <a:lvl4pPr>
              <a:defRPr sz="2175" b="1">
                <a:solidFill>
                  <a:srgbClr val="123B32"/>
                </a:solidFill>
              </a:defRPr>
            </a:lvl4pPr>
            <a:lvl5pPr>
              <a:defRPr sz="2175" b="1">
                <a:solidFill>
                  <a:srgbClr val="123B32"/>
                </a:solidFill>
              </a:defRPr>
            </a:lvl5pPr>
            <a:lvl6pPr>
              <a:defRPr sz="2175" b="1">
                <a:solidFill>
                  <a:srgbClr val="123B32"/>
                </a:solidFill>
              </a:defRPr>
            </a:lvl6pPr>
            <a:lvl7pPr>
              <a:defRPr sz="2175" b="1">
                <a:solidFill>
                  <a:srgbClr val="123B32"/>
                </a:solidFill>
              </a:defRPr>
            </a:lvl7pPr>
            <a:lvl8pPr>
              <a:defRPr sz="2175" b="1">
                <a:solidFill>
                  <a:srgbClr val="123B32"/>
                </a:solidFill>
              </a:defRPr>
            </a:lvl8pPr>
            <a:lvl9pPr>
              <a:defRPr sz="2175" b="1">
                <a:solidFill>
                  <a:srgbClr val="123B32"/>
                </a:solidFill>
              </a:defRPr>
            </a:lvl9pPr>
          </a:lstStyle>
          <a:p xmlns:a="http://schemas.openxmlformats.org/drawingml/2006/main">
            <a:pPr>
              <a:defRPr sz="2175" b="1">
                <a:solidFill>
                  <a:srgbClr val="123B32"/>
                </a:solidFill>
              </a:defRPr>
            </a:pPr>
            <a:r>
              <a:rPr sz="2175" b="1">
                <a:solidFill>
                  <a:srgbClr val="123B32"/>
                </a:solidFill>
              </a:rPr>
              <a:t>Audio + text / CLAP</a:t>
            </a:r>
          </a:p>
        </p:txBody>
      </p:sp>
      <p:sp>
        <p:nvSpPr>
          <p:cNvPr id="14" name="">
            <a:extLst xmlns:a="http://schemas.openxmlformats.org/drawingml/2006/main">
              <a:ext uri="{FF2B5EF4-FFF2-40B4-BE49-F238E27FC236}">
                <a16:creationId xmlns:a16="http://schemas.microsoft.com/office/drawing/2014/main" id="{05E8A19D-8916-4AAC-9470-9A8859603E31}"/>
              </a:ext>
            </a:extLst>
          </p:cNvPr>
          <p:cNvSpPr>
            <a:spLocks xmlns:a="http://schemas.openxmlformats.org/drawingml/2006/main" noGrp="1"/>
          </p:cNvSpPr>
          <p:nvPr/>
        </p:nvSpPr>
        <p:spPr>
          <a:xfrm xmlns:a="http://schemas.openxmlformats.org/drawingml/2006/main">
            <a:off x="10096500" y="4876800"/>
            <a:ext cx="1619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B85D35"/>
                </a:solidFill>
              </a:defRPr>
            </a:defPPr>
            <a:lvl1pPr>
              <a:defRPr sz="2550" b="1">
                <a:solidFill>
                  <a:srgbClr val="B85D35"/>
                </a:solidFill>
              </a:defRPr>
            </a:lvl1pPr>
            <a:lvl2pPr>
              <a:defRPr sz="2550" b="1">
                <a:solidFill>
                  <a:srgbClr val="B85D35"/>
                </a:solidFill>
              </a:defRPr>
            </a:lvl2pPr>
            <a:lvl3pPr>
              <a:defRPr sz="2550" b="1">
                <a:solidFill>
                  <a:srgbClr val="B85D35"/>
                </a:solidFill>
              </a:defRPr>
            </a:lvl3pPr>
            <a:lvl4pPr>
              <a:defRPr sz="2550" b="1">
                <a:solidFill>
                  <a:srgbClr val="B85D35"/>
                </a:solidFill>
              </a:defRPr>
            </a:lvl4pPr>
            <a:lvl5pPr>
              <a:defRPr sz="2550" b="1">
                <a:solidFill>
                  <a:srgbClr val="B85D35"/>
                </a:solidFill>
              </a:defRPr>
            </a:lvl5pPr>
            <a:lvl6pPr>
              <a:defRPr sz="2550" b="1">
                <a:solidFill>
                  <a:srgbClr val="B85D35"/>
                </a:solidFill>
              </a:defRPr>
            </a:lvl6pPr>
            <a:lvl7pPr>
              <a:defRPr sz="2550" b="1">
                <a:solidFill>
                  <a:srgbClr val="B85D35"/>
                </a:solidFill>
              </a:defRPr>
            </a:lvl7pPr>
            <a:lvl8pPr>
              <a:defRPr sz="2550" b="1">
                <a:solidFill>
                  <a:srgbClr val="B85D35"/>
                </a:solidFill>
              </a:defRPr>
            </a:lvl8pPr>
            <a:lvl9pPr>
              <a:defRPr sz="2550" b="1">
                <a:solidFill>
                  <a:srgbClr val="B85D35"/>
                </a:solidFill>
              </a:defRPr>
            </a:lvl9pPr>
          </a:lstStyle>
          <a:p xmlns:a="http://schemas.openxmlformats.org/drawingml/2006/main">
            <a:pPr>
              <a:defRPr sz="2550" b="1">
                <a:solidFill>
                  <a:srgbClr val="B85D35"/>
                </a:solidFill>
              </a:defRPr>
            </a:pPr>
            <a:r>
              <a:rPr sz="2550" b="1">
                <a:solidFill>
                  <a:srgbClr val="B85D35"/>
                </a:solidFill>
              </a:rPr>
              <a:t>3,254</a:t>
            </a:r>
          </a:p>
        </p:txBody>
      </p:sp>
      <p:sp>
        <p:nvSpPr>
          <p:cNvPr id="15" name="">
            <a:extLst xmlns:a="http://schemas.openxmlformats.org/drawingml/2006/main">
              <a:ext uri="{FF2B5EF4-FFF2-40B4-BE49-F238E27FC236}">
                <a16:creationId xmlns:a16="http://schemas.microsoft.com/office/drawing/2014/main" id="{E366B535-1264-4995-BF4B-2435015D94CB}"/>
              </a:ext>
            </a:extLst>
          </p:cNvPr>
          <p:cNvSpPr>
            <a:spLocks xmlns:a="http://schemas.openxmlformats.org/drawingml/2006/main" noGrp="1"/>
          </p:cNvSpPr>
          <p:nvPr/>
        </p:nvSpPr>
        <p:spPr>
          <a:xfrm xmlns:a="http://schemas.openxmlformats.org/drawingml/2006/main">
            <a:off x="609600" y="605790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2675C"/>
                </a:solidFill>
              </a:defRPr>
            </a:defPPr>
            <a:lvl1pPr>
              <a:defRPr sz="1800" b="0">
                <a:solidFill>
                  <a:srgbClr val="52675C"/>
                </a:solidFill>
              </a:defRPr>
            </a:lvl1pPr>
            <a:lvl2pPr>
              <a:defRPr sz="1800" b="0">
                <a:solidFill>
                  <a:srgbClr val="52675C"/>
                </a:solidFill>
              </a:defRPr>
            </a:lvl2pPr>
            <a:lvl3pPr>
              <a:defRPr sz="1800" b="0">
                <a:solidFill>
                  <a:srgbClr val="52675C"/>
                </a:solidFill>
              </a:defRPr>
            </a:lvl3pPr>
            <a:lvl4pPr>
              <a:defRPr sz="1800" b="0">
                <a:solidFill>
                  <a:srgbClr val="52675C"/>
                </a:solidFill>
              </a:defRPr>
            </a:lvl4pPr>
            <a:lvl5pPr>
              <a:defRPr sz="1800" b="0">
                <a:solidFill>
                  <a:srgbClr val="52675C"/>
                </a:solidFill>
              </a:defRPr>
            </a:lvl5pPr>
            <a:lvl6pPr>
              <a:defRPr sz="1800" b="0">
                <a:solidFill>
                  <a:srgbClr val="52675C"/>
                </a:solidFill>
              </a:defRPr>
            </a:lvl6pPr>
            <a:lvl7pPr>
              <a:defRPr sz="1800" b="0">
                <a:solidFill>
                  <a:srgbClr val="52675C"/>
                </a:solidFill>
              </a:defRPr>
            </a:lvl7pPr>
            <a:lvl8pPr>
              <a:defRPr sz="1800" b="0">
                <a:solidFill>
                  <a:srgbClr val="52675C"/>
                </a:solidFill>
              </a:defRPr>
            </a:lvl8pPr>
            <a:lvl9pPr>
              <a:defRPr sz="1800" b="0">
                <a:solidFill>
                  <a:srgbClr val="52675C"/>
                </a:solidFill>
              </a:defRPr>
            </a:lvl9pPr>
          </a:lstStyle>
          <a:p xmlns:a="http://schemas.openxmlformats.org/drawingml/2006/main">
            <a:pPr>
              <a:defRPr sz="1800" b="0">
                <a:solidFill>
                  <a:srgbClr val="52675C"/>
                </a:solidFill>
              </a:defRPr>
            </a:pPr>
            <a:r>
              <a:rPr sz="1800" b="0">
                <a:solidFill>
                  <a:srgbClr val="52675C"/>
                </a:solidFill>
              </a:rPr>
              <a:t>Long recordings and documents produce multiple segments with explicit identities</a:t>
            </a:r>
          </a:p>
        </p:txBody>
      </p:sp>
    </p:spTree>
    <p:extLst>
      <p:ext uri="{BB962C8B-B14F-4D97-AF65-F5344CB8AC3E}">
        <p14:creationId xmlns:p14="http://schemas.microsoft.com/office/powerpoint/2010/main" val="320324095"/>
      </p:ext>
    </p:extLst>
  </p:cSld>
</p:sld>
</file>

<file path=ppt/slides/slide12.xml><?xml version="1.0" encoding="utf-8"?>
<p:sld xmlns:p="http://schemas.openxmlformats.org/presentationml/2006/main">
  <p:cSld>
    <p:bg>
      <p:bgPr>
        <a:solidFill xmlns:a="http://schemas.openxmlformats.org/drawingml/2006/main">
          <a:srgbClr val="F5F1E7"/>
        </a:solidFill>
      </p:bgPr>
    </p:bg>
    <p:spTree>
      <p:nvGrpSpPr>
        <p:cNvPr id="1" name=""/>
        <p:cNvGrpSpPr/>
        <p:nvPr/>
      </p:nvGrpSpPr>
      <p:grpSpPr>
        <a:xfrm xmlns:a="http://schemas.openxmlformats.org/drawingml/2006/main"/>
      </p:grpSpPr>
      <p:cxnSp>
        <p:nvCxnSpPr>
          <p:cNvPr id="26" name="">
            <a:extLst xmlns:a="http://schemas.openxmlformats.org/drawingml/2006/main">
              <a:ext uri="{FF2B5EF4-FFF2-40B4-BE49-F238E27FC236}">
                <a16:creationId xmlns:a16="http://schemas.microsoft.com/office/drawing/2014/main" id="{C6A1CE27-89EC-46B5-90C9-FBC09D1B7FB2}"/>
              </a:ext>
            </a:extLst>
          </p:cNvPr>
          <p:cNvCxnSpPr>
            <a:stCxn xmlns:a="http://schemas.openxmlformats.org/drawingml/2006/main" id="21" idx="3"/>
            <a:endCxn xmlns:a="http://schemas.openxmlformats.org/drawingml/2006/main" id="23" idx="1"/>
          </p:cNvCxnSpPr>
          <p:nvPr/>
        </p:nvCxnSpPr>
        <p:spPr>
          <a:xfrm xmlns:a="http://schemas.openxmlformats.org/drawingml/2006/main">
            <a:off x="6953250" y="4652963"/>
            <a:ext cx="857250" cy="0"/>
          </a:xfrm>
          <a:prstGeom xmlns:a="http://schemas.openxmlformats.org/drawingml/2006/main" prst="straightConnector1">
            <a:avLst/>
          </a:prstGeom>
          <a:ln xmlns:a="http://schemas.openxmlformats.org/drawingml/2006/main" w="25718">
            <a:solidFill>
              <a:srgbClr val="B85D35"/>
            </a:solidFill>
            <a:prstDash val="solid"/>
            <a:tailEnd type="arrow" w="med" len="med"/>
          </a:ln>
        </p:spPr>
      </p:cxnSp>
      <p:cxnSp>
        <p:nvCxnSpPr>
          <p:cNvPr id="25" name="">
            <a:extLst xmlns:a="http://schemas.openxmlformats.org/drawingml/2006/main">
              <a:ext uri="{FF2B5EF4-FFF2-40B4-BE49-F238E27FC236}">
                <a16:creationId xmlns:a16="http://schemas.microsoft.com/office/drawing/2014/main" id="{7D190C0E-7CAD-4DDB-B242-AFEDD3BF97A0}"/>
              </a:ext>
            </a:extLst>
          </p:cNvPr>
          <p:cNvCxnSpPr>
            <a:stCxn xmlns:a="http://schemas.openxmlformats.org/drawingml/2006/main" id="19" idx="3"/>
            <a:endCxn xmlns:a="http://schemas.openxmlformats.org/drawingml/2006/main" id="21" idx="1"/>
          </p:cNvCxnSpPr>
          <p:nvPr/>
        </p:nvCxnSpPr>
        <p:spPr>
          <a:xfrm xmlns:a="http://schemas.openxmlformats.org/drawingml/2006/main">
            <a:off x="3752850" y="4652963"/>
            <a:ext cx="819150" cy="0"/>
          </a:xfrm>
          <a:prstGeom xmlns:a="http://schemas.openxmlformats.org/drawingml/2006/main" prst="straightConnector1">
            <a:avLst/>
          </a:prstGeom>
          <a:ln xmlns:a="http://schemas.openxmlformats.org/drawingml/2006/main" w="25718">
            <a:solidFill>
              <a:srgbClr val="B85D35"/>
            </a:solidFill>
            <a:prstDash val="solid"/>
            <a:tailEnd type="arrow" w="med" len="med"/>
          </a:ln>
        </p:spPr>
      </p:cxnSp>
      <p:cxnSp>
        <p:nvCxnSpPr>
          <p:cNvPr id="18" name="">
            <a:extLst xmlns:a="http://schemas.openxmlformats.org/drawingml/2006/main">
              <a:ext uri="{FF2B5EF4-FFF2-40B4-BE49-F238E27FC236}">
                <a16:creationId xmlns:a16="http://schemas.microsoft.com/office/drawing/2014/main" id="{672EA4F0-7A5B-4FFC-9F23-8547C6021138}"/>
              </a:ext>
            </a:extLst>
          </p:cNvPr>
          <p:cNvCxnSpPr>
            <a:stCxn xmlns:a="http://schemas.openxmlformats.org/drawingml/2006/main" id="13" idx="3"/>
            <a:endCxn xmlns:a="http://schemas.openxmlformats.org/drawingml/2006/main" id="15" idx="1"/>
          </p:cNvCxnSpPr>
          <p:nvPr/>
        </p:nvCxnSpPr>
        <p:spPr>
          <a:xfrm xmlns:a="http://schemas.openxmlformats.org/drawingml/2006/main">
            <a:off x="6953250" y="3481388"/>
            <a:ext cx="857250" cy="0"/>
          </a:xfrm>
          <a:prstGeom xmlns:a="http://schemas.openxmlformats.org/drawingml/2006/main" prst="straightConnector1">
            <a:avLst/>
          </a:prstGeom>
          <a:ln xmlns:a="http://schemas.openxmlformats.org/drawingml/2006/main" w="25718">
            <a:solidFill>
              <a:srgbClr val="B85D35"/>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DE643CAA-492D-4A2E-897F-54E5F7548A6A}"/>
              </a:ext>
            </a:extLst>
          </p:cNvPr>
          <p:cNvCxnSpPr>
            <a:stCxn xmlns:a="http://schemas.openxmlformats.org/drawingml/2006/main" id="11" idx="3"/>
            <a:endCxn xmlns:a="http://schemas.openxmlformats.org/drawingml/2006/main" id="13" idx="1"/>
          </p:cNvCxnSpPr>
          <p:nvPr/>
        </p:nvCxnSpPr>
        <p:spPr>
          <a:xfrm xmlns:a="http://schemas.openxmlformats.org/drawingml/2006/main">
            <a:off x="3752850" y="3481388"/>
            <a:ext cx="819150" cy="0"/>
          </a:xfrm>
          <a:prstGeom xmlns:a="http://schemas.openxmlformats.org/drawingml/2006/main" prst="straightConnector1">
            <a:avLst/>
          </a:prstGeom>
          <a:ln xmlns:a="http://schemas.openxmlformats.org/drawingml/2006/main" w="25718">
            <a:solidFill>
              <a:srgbClr val="B85D35"/>
            </a:solidFill>
            <a:prstDash val="solid"/>
            <a:tailEnd type="arrow" w="med" len="med"/>
          </a:ln>
        </p:spPr>
      </p:cxnSp>
      <p:cxnSp>
        <p:nvCxnSpPr>
          <p:cNvPr id="10" name="">
            <a:extLst xmlns:a="http://schemas.openxmlformats.org/drawingml/2006/main">
              <a:ext uri="{FF2B5EF4-FFF2-40B4-BE49-F238E27FC236}">
                <a16:creationId xmlns:a16="http://schemas.microsoft.com/office/drawing/2014/main" id="{95C1EC17-1E54-483D-8EF0-D3993F7B69D5}"/>
              </a:ext>
            </a:extLst>
          </p:cNvPr>
          <p:cNvCxnSpPr>
            <a:stCxn xmlns:a="http://schemas.openxmlformats.org/drawingml/2006/main" id="5" idx="3"/>
            <a:endCxn xmlns:a="http://schemas.openxmlformats.org/drawingml/2006/main" id="7" idx="1"/>
          </p:cNvCxnSpPr>
          <p:nvPr/>
        </p:nvCxnSpPr>
        <p:spPr>
          <a:xfrm xmlns:a="http://schemas.openxmlformats.org/drawingml/2006/main">
            <a:off x="6953250" y="2309813"/>
            <a:ext cx="857250" cy="0"/>
          </a:xfrm>
          <a:prstGeom xmlns:a="http://schemas.openxmlformats.org/drawingml/2006/main" prst="straightConnector1">
            <a:avLst/>
          </a:prstGeom>
          <a:ln xmlns:a="http://schemas.openxmlformats.org/drawingml/2006/main" w="25718">
            <a:solidFill>
              <a:srgbClr val="B85D35"/>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5380E321-1786-4BC0-A09D-FD282EC26A17}"/>
              </a:ext>
            </a:extLst>
          </p:cNvPr>
          <p:cNvCxnSpPr>
            <a:stCxn xmlns:a="http://schemas.openxmlformats.org/drawingml/2006/main" id="3" idx="3"/>
            <a:endCxn xmlns:a="http://schemas.openxmlformats.org/drawingml/2006/main" id="5" idx="1"/>
          </p:cNvCxnSpPr>
          <p:nvPr/>
        </p:nvCxnSpPr>
        <p:spPr>
          <a:xfrm xmlns:a="http://schemas.openxmlformats.org/drawingml/2006/main">
            <a:off x="3752850" y="2309813"/>
            <a:ext cx="819150" cy="0"/>
          </a:xfrm>
          <a:prstGeom xmlns:a="http://schemas.openxmlformats.org/drawingml/2006/main" prst="straightConnector1">
            <a:avLst/>
          </a:prstGeom>
          <a:ln xmlns:a="http://schemas.openxmlformats.org/drawingml/2006/main" w="25718">
            <a:solidFill>
              <a:srgbClr val="B85D35"/>
            </a:solidFill>
            <a:prstDash val="solid"/>
            <a:tailEnd type="arrow" w="med" len="med"/>
          </a:ln>
        </p:spPr>
      </p:cxnSp>
      <p:sp>
        <p:nvSpPr>
          <p:cNvPr id="28" name="">
            <a:extLst xmlns:a="http://schemas.openxmlformats.org/drawingml/2006/main">
              <a:ext uri="{FF2B5EF4-FFF2-40B4-BE49-F238E27FC236}">
                <a16:creationId xmlns:a16="http://schemas.microsoft.com/office/drawing/2014/main" id="{11C294B8-4CE7-4A4F-A0CD-D52A5E04FBD1}"/>
              </a:ext>
            </a:extLst>
          </p:cNvPr>
          <p:cNvSpPr>
            <a:spLocks xmlns:a="http://schemas.openxmlformats.org/drawingml/2006/main" noGrp="1"/>
          </p:cNvSpPr>
          <p:nvPr/>
        </p:nvSpPr>
        <p:spPr>
          <a:xfrm xmlns:a="http://schemas.openxmlformats.org/drawingml/2006/main">
            <a:off x="533400" y="428625"/>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23B32"/>
                </a:solidFill>
              </a:defRPr>
            </a:defPPr>
            <a:lvl1pPr>
              <a:defRPr sz="3375" b="1">
                <a:solidFill>
                  <a:srgbClr val="123B32"/>
                </a:solidFill>
              </a:defRPr>
            </a:lvl1pPr>
            <a:lvl2pPr>
              <a:defRPr sz="3375" b="1">
                <a:solidFill>
                  <a:srgbClr val="123B32"/>
                </a:solidFill>
              </a:defRPr>
            </a:lvl2pPr>
            <a:lvl3pPr>
              <a:defRPr sz="3375" b="1">
                <a:solidFill>
                  <a:srgbClr val="123B32"/>
                </a:solidFill>
              </a:defRPr>
            </a:lvl3pPr>
            <a:lvl4pPr>
              <a:defRPr sz="3375" b="1">
                <a:solidFill>
                  <a:srgbClr val="123B32"/>
                </a:solidFill>
              </a:defRPr>
            </a:lvl4pPr>
            <a:lvl5pPr>
              <a:defRPr sz="3375" b="1">
                <a:solidFill>
                  <a:srgbClr val="123B32"/>
                </a:solidFill>
              </a:defRPr>
            </a:lvl5pPr>
            <a:lvl6pPr>
              <a:defRPr sz="3375" b="1">
                <a:solidFill>
                  <a:srgbClr val="123B32"/>
                </a:solidFill>
              </a:defRPr>
            </a:lvl6pPr>
            <a:lvl7pPr>
              <a:defRPr sz="3375" b="1">
                <a:solidFill>
                  <a:srgbClr val="123B32"/>
                </a:solidFill>
              </a:defRPr>
            </a:lvl7pPr>
            <a:lvl8pPr>
              <a:defRPr sz="3375" b="1">
                <a:solidFill>
                  <a:srgbClr val="123B32"/>
                </a:solidFill>
              </a:defRPr>
            </a:lvl8pPr>
            <a:lvl9pPr>
              <a:defRPr sz="3375" b="1">
                <a:solidFill>
                  <a:srgbClr val="123B32"/>
                </a:solidFill>
              </a:defRPr>
            </a:lvl9pPr>
          </a:lstStyle>
          <a:p xmlns:a="http://schemas.openxmlformats.org/drawingml/2006/main">
            <a:pPr>
              <a:defRPr sz="3375" b="1">
                <a:solidFill>
                  <a:srgbClr val="123B32"/>
                </a:solidFill>
              </a:defRPr>
            </a:pPr>
            <a:r>
              <a:rPr sz="3375" b="1">
                <a:solidFill>
                  <a:srgbClr val="123B32"/>
                </a:solidFill>
              </a:rPr>
              <a:t>Three encoders, three relationships</a:t>
            </a:r>
          </a:p>
        </p:txBody>
      </p:sp>
      <p:sp>
        <p:nvSpPr>
          <p:cNvPr id="2" name="">
            <a:extLst xmlns:a="http://schemas.openxmlformats.org/drawingml/2006/main">
              <a:ext uri="{FF2B5EF4-FFF2-40B4-BE49-F238E27FC236}">
                <a16:creationId xmlns:a16="http://schemas.microsoft.com/office/drawing/2014/main" id="{A537E89F-A194-4F51-8F88-1E5BB9F38B04}"/>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2675C"/>
                </a:solidFill>
              </a:defRPr>
            </a:defPPr>
            <a:lvl1pPr>
              <a:defRPr sz="1425" b="0">
                <a:solidFill>
                  <a:srgbClr val="52675C"/>
                </a:solidFill>
              </a:defRPr>
            </a:lvl1pPr>
            <a:lvl2pPr>
              <a:defRPr sz="1425" b="0">
                <a:solidFill>
                  <a:srgbClr val="52675C"/>
                </a:solidFill>
              </a:defRPr>
            </a:lvl2pPr>
            <a:lvl3pPr>
              <a:defRPr sz="1425" b="0">
                <a:solidFill>
                  <a:srgbClr val="52675C"/>
                </a:solidFill>
              </a:defRPr>
            </a:lvl3pPr>
            <a:lvl4pPr>
              <a:defRPr sz="1425" b="0">
                <a:solidFill>
                  <a:srgbClr val="52675C"/>
                </a:solidFill>
              </a:defRPr>
            </a:lvl4pPr>
            <a:lvl5pPr>
              <a:defRPr sz="1425" b="0">
                <a:solidFill>
                  <a:srgbClr val="52675C"/>
                </a:solidFill>
              </a:defRPr>
            </a:lvl5pPr>
            <a:lvl6pPr>
              <a:defRPr sz="1425" b="0">
                <a:solidFill>
                  <a:srgbClr val="52675C"/>
                </a:solidFill>
              </a:defRPr>
            </a:lvl6pPr>
            <a:lvl7pPr>
              <a:defRPr sz="1425" b="0">
                <a:solidFill>
                  <a:srgbClr val="52675C"/>
                </a:solidFill>
              </a:defRPr>
            </a:lvl7pPr>
            <a:lvl8pPr>
              <a:defRPr sz="1425" b="0">
                <a:solidFill>
                  <a:srgbClr val="52675C"/>
                </a:solidFill>
              </a:defRPr>
            </a:lvl8pPr>
            <a:lvl9pPr>
              <a:defRPr sz="1425" b="0">
                <a:solidFill>
                  <a:srgbClr val="52675C"/>
                </a:solidFill>
              </a:defRPr>
            </a:lvl9pPr>
          </a:lstStyle>
          <a:p xmlns:a="http://schemas.openxmlformats.org/drawingml/2006/main">
            <a:pPr>
              <a:defRPr sz="1425" b="0">
                <a:solidFill>
                  <a:srgbClr val="52675C"/>
                </a:solidFill>
              </a:defRPr>
            </a:pPr>
            <a:r>
              <a:rPr sz="1425" b="0">
                <a:solidFill>
                  <a:srgbClr val="52675C"/>
                </a:solidFill>
              </a:rPr>
              <a:t>12</a:t>
            </a:r>
          </a:p>
        </p:txBody>
      </p:sp>
      <p:sp>
        <p:nvSpPr>
          <p:cNvPr id="3" name="">
            <a:extLst xmlns:a="http://schemas.openxmlformats.org/drawingml/2006/main">
              <a:ext uri="{FF2B5EF4-FFF2-40B4-BE49-F238E27FC236}">
                <a16:creationId xmlns:a16="http://schemas.microsoft.com/office/drawing/2014/main" id="{297698DF-B02D-4B27-A57F-B20B452688C1}"/>
              </a:ext>
            </a:extLst>
          </p:cNvPr>
          <p:cNvSpPr>
            <a:spLocks xmlns:a="http://schemas.openxmlformats.org/drawingml/2006/main" noGrp="1"/>
          </p:cNvSpPr>
          <p:nvPr/>
        </p:nvSpPr>
        <p:spPr>
          <a:xfrm xmlns:a="http://schemas.openxmlformats.org/drawingml/2006/main">
            <a:off x="609600" y="1952625"/>
            <a:ext cx="3143250" cy="714375"/>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4" name="">
            <a:extLst xmlns:a="http://schemas.openxmlformats.org/drawingml/2006/main">
              <a:ext uri="{FF2B5EF4-FFF2-40B4-BE49-F238E27FC236}">
                <a16:creationId xmlns:a16="http://schemas.microsoft.com/office/drawing/2014/main" id="{20A8B570-EC82-4BED-94B5-B1D9B566D007}"/>
              </a:ext>
            </a:extLst>
          </p:cNvPr>
          <p:cNvSpPr>
            <a:spLocks xmlns:a="http://schemas.openxmlformats.org/drawingml/2006/main" noGrp="1"/>
          </p:cNvSpPr>
          <p:nvPr/>
        </p:nvSpPr>
        <p:spPr>
          <a:xfrm xmlns:a="http://schemas.openxmlformats.org/drawingml/2006/main">
            <a:off x="771525" y="2105025"/>
            <a:ext cx="2819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23B32"/>
                </a:solidFill>
              </a:defRPr>
            </a:defPPr>
            <a:lvl1pPr>
              <a:defRPr sz="2175" b="1">
                <a:solidFill>
                  <a:srgbClr val="123B32"/>
                </a:solidFill>
              </a:defRPr>
            </a:lvl1pPr>
            <a:lvl2pPr>
              <a:defRPr sz="2175" b="1">
                <a:solidFill>
                  <a:srgbClr val="123B32"/>
                </a:solidFill>
              </a:defRPr>
            </a:lvl2pPr>
            <a:lvl3pPr>
              <a:defRPr sz="2175" b="1">
                <a:solidFill>
                  <a:srgbClr val="123B32"/>
                </a:solidFill>
              </a:defRPr>
            </a:lvl3pPr>
            <a:lvl4pPr>
              <a:defRPr sz="2175" b="1">
                <a:solidFill>
                  <a:srgbClr val="123B32"/>
                </a:solidFill>
              </a:defRPr>
            </a:lvl4pPr>
            <a:lvl5pPr>
              <a:defRPr sz="2175" b="1">
                <a:solidFill>
                  <a:srgbClr val="123B32"/>
                </a:solidFill>
              </a:defRPr>
            </a:lvl5pPr>
            <a:lvl6pPr>
              <a:defRPr sz="2175" b="1">
                <a:solidFill>
                  <a:srgbClr val="123B32"/>
                </a:solidFill>
              </a:defRPr>
            </a:lvl6pPr>
            <a:lvl7pPr>
              <a:defRPr sz="2175" b="1">
                <a:solidFill>
                  <a:srgbClr val="123B32"/>
                </a:solidFill>
              </a:defRPr>
            </a:lvl7pPr>
            <a:lvl8pPr>
              <a:defRPr sz="2175" b="1">
                <a:solidFill>
                  <a:srgbClr val="123B32"/>
                </a:solidFill>
              </a:defRPr>
            </a:lvl8pPr>
            <a:lvl9pPr>
              <a:defRPr sz="2175" b="1">
                <a:solidFill>
                  <a:srgbClr val="123B32"/>
                </a:solidFill>
              </a:defRPr>
            </a:lvl9pPr>
          </a:lstStyle>
          <a:p xmlns:a="http://schemas.openxmlformats.org/drawingml/2006/main">
            <a:pPr>
              <a:defRPr sz="2175" b="1">
                <a:solidFill>
                  <a:srgbClr val="123B32"/>
                </a:solidFill>
              </a:defRPr>
            </a:pPr>
            <a:r>
              <a:rPr sz="2175" b="1">
                <a:solidFill>
                  <a:srgbClr val="123B32"/>
                </a:solidFill>
              </a:rPr>
              <a:t>Image + text</a:t>
            </a:r>
          </a:p>
        </p:txBody>
      </p:sp>
      <p:sp>
        <p:nvSpPr>
          <p:cNvPr id="5" name="">
            <a:extLst xmlns:a="http://schemas.openxmlformats.org/drawingml/2006/main">
              <a:ext uri="{FF2B5EF4-FFF2-40B4-BE49-F238E27FC236}">
                <a16:creationId xmlns:a16="http://schemas.microsoft.com/office/drawing/2014/main" id="{279CD065-32F0-4C42-8ED2-C50607664233}"/>
              </a:ext>
            </a:extLst>
          </p:cNvPr>
          <p:cNvSpPr>
            <a:spLocks xmlns:a="http://schemas.openxmlformats.org/drawingml/2006/main" noGrp="1"/>
          </p:cNvSpPr>
          <p:nvPr/>
        </p:nvSpPr>
        <p:spPr>
          <a:xfrm xmlns:a="http://schemas.openxmlformats.org/drawingml/2006/main">
            <a:off x="4572000" y="1952625"/>
            <a:ext cx="2381250" cy="714375"/>
          </a:xfrm>
          <a:prstGeom xmlns:a="http://schemas.openxmlformats.org/drawingml/2006/main" prst="rect">
            <a:avLst/>
          </a:prstGeom>
          <a:solidFill xmlns:a="http://schemas.openxmlformats.org/drawingml/2006/main">
            <a:srgbClr val="DCE5D2"/>
          </a:solidFill>
          <a:ln xmlns:a="http://schemas.openxmlformats.org/drawingml/2006/main" w="12383">
            <a:solidFill>
              <a:srgbClr val="A2B5A4"/>
            </a:solidFill>
          </a:ln>
        </p:spPr>
      </p:sp>
      <p:sp>
        <p:nvSpPr>
          <p:cNvPr id="6" name="">
            <a:extLst xmlns:a="http://schemas.openxmlformats.org/drawingml/2006/main">
              <a:ext uri="{FF2B5EF4-FFF2-40B4-BE49-F238E27FC236}">
                <a16:creationId xmlns:a16="http://schemas.microsoft.com/office/drawing/2014/main" id="{4218EDC9-D6B0-431C-83E9-439F6DDF04C6}"/>
              </a:ext>
            </a:extLst>
          </p:cNvPr>
          <p:cNvSpPr>
            <a:spLocks xmlns:a="http://schemas.openxmlformats.org/drawingml/2006/main" noGrp="1"/>
          </p:cNvSpPr>
          <p:nvPr/>
        </p:nvSpPr>
        <p:spPr>
          <a:xfrm xmlns:a="http://schemas.openxmlformats.org/drawingml/2006/main">
            <a:off x="4733925" y="2105025"/>
            <a:ext cx="2057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23B32"/>
                </a:solidFill>
              </a:defRPr>
            </a:defPPr>
            <a:lvl1pPr>
              <a:defRPr sz="2400" b="1">
                <a:solidFill>
                  <a:srgbClr val="123B32"/>
                </a:solidFill>
              </a:defRPr>
            </a:lvl1pPr>
            <a:lvl2pPr>
              <a:defRPr sz="2400" b="1">
                <a:solidFill>
                  <a:srgbClr val="123B32"/>
                </a:solidFill>
              </a:defRPr>
            </a:lvl2pPr>
            <a:lvl3pPr>
              <a:defRPr sz="2400" b="1">
                <a:solidFill>
                  <a:srgbClr val="123B32"/>
                </a:solidFill>
              </a:defRPr>
            </a:lvl3pPr>
            <a:lvl4pPr>
              <a:defRPr sz="2400" b="1">
                <a:solidFill>
                  <a:srgbClr val="123B32"/>
                </a:solidFill>
              </a:defRPr>
            </a:lvl4pPr>
            <a:lvl5pPr>
              <a:defRPr sz="2400" b="1">
                <a:solidFill>
                  <a:srgbClr val="123B32"/>
                </a:solidFill>
              </a:defRPr>
            </a:lvl5pPr>
            <a:lvl6pPr>
              <a:defRPr sz="2400" b="1">
                <a:solidFill>
                  <a:srgbClr val="123B32"/>
                </a:solidFill>
              </a:defRPr>
            </a:lvl6pPr>
            <a:lvl7pPr>
              <a:defRPr sz="2400" b="1">
                <a:solidFill>
                  <a:srgbClr val="123B32"/>
                </a:solidFill>
              </a:defRPr>
            </a:lvl7pPr>
            <a:lvl8pPr>
              <a:defRPr sz="2400" b="1">
                <a:solidFill>
                  <a:srgbClr val="123B32"/>
                </a:solidFill>
              </a:defRPr>
            </a:lvl8pPr>
            <a:lvl9pPr>
              <a:defRPr sz="2400" b="1">
                <a:solidFill>
                  <a:srgbClr val="123B32"/>
                </a:solidFill>
              </a:defRPr>
            </a:lvl9pPr>
          </a:lstStyle>
          <a:p xmlns:a="http://schemas.openxmlformats.org/drawingml/2006/main">
            <a:pPr>
              <a:defRPr sz="2400" b="1">
                <a:solidFill>
                  <a:srgbClr val="123B32"/>
                </a:solidFill>
              </a:defRPr>
            </a:pPr>
            <a:r>
              <a:rPr sz="2400" b="1">
                <a:solidFill>
                  <a:srgbClr val="123B32"/>
                </a:solidFill>
              </a:rPr>
              <a:t>CLIP</a:t>
            </a:r>
          </a:p>
        </p:txBody>
      </p:sp>
      <p:sp>
        <p:nvSpPr>
          <p:cNvPr id="7" name="">
            <a:extLst xmlns:a="http://schemas.openxmlformats.org/drawingml/2006/main">
              <a:ext uri="{FF2B5EF4-FFF2-40B4-BE49-F238E27FC236}">
                <a16:creationId xmlns:a16="http://schemas.microsoft.com/office/drawing/2014/main" id="{53E3B1B4-1778-49C4-B78D-703F3EA8782D}"/>
              </a:ext>
            </a:extLst>
          </p:cNvPr>
          <p:cNvSpPr>
            <a:spLocks xmlns:a="http://schemas.openxmlformats.org/drawingml/2006/main" noGrp="1"/>
          </p:cNvSpPr>
          <p:nvPr/>
        </p:nvSpPr>
        <p:spPr>
          <a:xfrm xmlns:a="http://schemas.openxmlformats.org/drawingml/2006/main">
            <a:off x="7810500" y="1952625"/>
            <a:ext cx="3714750" cy="714375"/>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8" name="">
            <a:extLst xmlns:a="http://schemas.openxmlformats.org/drawingml/2006/main">
              <a:ext uri="{FF2B5EF4-FFF2-40B4-BE49-F238E27FC236}">
                <a16:creationId xmlns:a16="http://schemas.microsoft.com/office/drawing/2014/main" id="{B9A74D8E-AA1D-4569-87E6-7910282F3426}"/>
              </a:ext>
            </a:extLst>
          </p:cNvPr>
          <p:cNvSpPr>
            <a:spLocks xmlns:a="http://schemas.openxmlformats.org/drawingml/2006/main" noGrp="1"/>
          </p:cNvSpPr>
          <p:nvPr/>
        </p:nvSpPr>
        <p:spPr>
          <a:xfrm xmlns:a="http://schemas.openxmlformats.org/drawingml/2006/main">
            <a:off x="7972425" y="2105025"/>
            <a:ext cx="33909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23B32"/>
                </a:solidFill>
              </a:defRPr>
            </a:defPPr>
            <a:lvl1pPr>
              <a:defRPr sz="2175" b="1">
                <a:solidFill>
                  <a:srgbClr val="123B32"/>
                </a:solidFill>
              </a:defRPr>
            </a:lvl1pPr>
            <a:lvl2pPr>
              <a:defRPr sz="2175" b="1">
                <a:solidFill>
                  <a:srgbClr val="123B32"/>
                </a:solidFill>
              </a:defRPr>
            </a:lvl2pPr>
            <a:lvl3pPr>
              <a:defRPr sz="2175" b="1">
                <a:solidFill>
                  <a:srgbClr val="123B32"/>
                </a:solidFill>
              </a:defRPr>
            </a:lvl3pPr>
            <a:lvl4pPr>
              <a:defRPr sz="2175" b="1">
                <a:solidFill>
                  <a:srgbClr val="123B32"/>
                </a:solidFill>
              </a:defRPr>
            </a:lvl4pPr>
            <a:lvl5pPr>
              <a:defRPr sz="2175" b="1">
                <a:solidFill>
                  <a:srgbClr val="123B32"/>
                </a:solidFill>
              </a:defRPr>
            </a:lvl5pPr>
            <a:lvl6pPr>
              <a:defRPr sz="2175" b="1">
                <a:solidFill>
                  <a:srgbClr val="123B32"/>
                </a:solidFill>
              </a:defRPr>
            </a:lvl6pPr>
            <a:lvl7pPr>
              <a:defRPr sz="2175" b="1">
                <a:solidFill>
                  <a:srgbClr val="123B32"/>
                </a:solidFill>
              </a:defRPr>
            </a:lvl7pPr>
            <a:lvl8pPr>
              <a:defRPr sz="2175" b="1">
                <a:solidFill>
                  <a:srgbClr val="123B32"/>
                </a:solidFill>
              </a:defRPr>
            </a:lvl8pPr>
            <a:lvl9pPr>
              <a:defRPr sz="2175" b="1">
                <a:solidFill>
                  <a:srgbClr val="123B32"/>
                </a:solidFill>
              </a:defRPr>
            </a:lvl9pPr>
          </a:lstStyle>
          <a:p xmlns:a="http://schemas.openxmlformats.org/drawingml/2006/main">
            <a:pPr>
              <a:defRPr sz="2175" b="1">
                <a:solidFill>
                  <a:srgbClr val="123B32"/>
                </a:solidFill>
              </a:defRPr>
            </a:pPr>
            <a:r>
              <a:rPr sz="2175" b="1">
                <a:solidFill>
                  <a:srgbClr val="123B32"/>
                </a:solidFill>
              </a:rPr>
              <a:t>Visual concepts</a:t>
            </a:r>
          </a:p>
        </p:txBody>
      </p:sp>
      <p:sp>
        <p:nvSpPr>
          <p:cNvPr id="11" name="">
            <a:extLst xmlns:a="http://schemas.openxmlformats.org/drawingml/2006/main">
              <a:ext uri="{FF2B5EF4-FFF2-40B4-BE49-F238E27FC236}">
                <a16:creationId xmlns:a16="http://schemas.microsoft.com/office/drawing/2014/main" id="{5378B854-2E0D-486F-9782-2C615956B2CD}"/>
              </a:ext>
            </a:extLst>
          </p:cNvPr>
          <p:cNvSpPr>
            <a:spLocks xmlns:a="http://schemas.openxmlformats.org/drawingml/2006/main" noGrp="1"/>
          </p:cNvSpPr>
          <p:nvPr/>
        </p:nvSpPr>
        <p:spPr>
          <a:xfrm xmlns:a="http://schemas.openxmlformats.org/drawingml/2006/main">
            <a:off x="609600" y="3124200"/>
            <a:ext cx="3143250" cy="714375"/>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12" name="">
            <a:extLst xmlns:a="http://schemas.openxmlformats.org/drawingml/2006/main">
              <a:ext uri="{FF2B5EF4-FFF2-40B4-BE49-F238E27FC236}">
                <a16:creationId xmlns:a16="http://schemas.microsoft.com/office/drawing/2014/main" id="{7364A2BB-47C2-47AD-B0BF-9F70299993C3}"/>
              </a:ext>
            </a:extLst>
          </p:cNvPr>
          <p:cNvSpPr>
            <a:spLocks xmlns:a="http://schemas.openxmlformats.org/drawingml/2006/main" noGrp="1"/>
          </p:cNvSpPr>
          <p:nvPr/>
        </p:nvSpPr>
        <p:spPr>
          <a:xfrm xmlns:a="http://schemas.openxmlformats.org/drawingml/2006/main">
            <a:off x="771525" y="3276600"/>
            <a:ext cx="2819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23B32"/>
                </a:solidFill>
              </a:defRPr>
            </a:defPPr>
            <a:lvl1pPr>
              <a:defRPr sz="2175" b="1">
                <a:solidFill>
                  <a:srgbClr val="123B32"/>
                </a:solidFill>
              </a:defRPr>
            </a:lvl1pPr>
            <a:lvl2pPr>
              <a:defRPr sz="2175" b="1">
                <a:solidFill>
                  <a:srgbClr val="123B32"/>
                </a:solidFill>
              </a:defRPr>
            </a:lvl2pPr>
            <a:lvl3pPr>
              <a:defRPr sz="2175" b="1">
                <a:solidFill>
                  <a:srgbClr val="123B32"/>
                </a:solidFill>
              </a:defRPr>
            </a:lvl3pPr>
            <a:lvl4pPr>
              <a:defRPr sz="2175" b="1">
                <a:solidFill>
                  <a:srgbClr val="123B32"/>
                </a:solidFill>
              </a:defRPr>
            </a:lvl4pPr>
            <a:lvl5pPr>
              <a:defRPr sz="2175" b="1">
                <a:solidFill>
                  <a:srgbClr val="123B32"/>
                </a:solidFill>
              </a:defRPr>
            </a:lvl5pPr>
            <a:lvl6pPr>
              <a:defRPr sz="2175" b="1">
                <a:solidFill>
                  <a:srgbClr val="123B32"/>
                </a:solidFill>
              </a:defRPr>
            </a:lvl6pPr>
            <a:lvl7pPr>
              <a:defRPr sz="2175" b="1">
                <a:solidFill>
                  <a:srgbClr val="123B32"/>
                </a:solidFill>
              </a:defRPr>
            </a:lvl7pPr>
            <a:lvl8pPr>
              <a:defRPr sz="2175" b="1">
                <a:solidFill>
                  <a:srgbClr val="123B32"/>
                </a:solidFill>
              </a:defRPr>
            </a:lvl8pPr>
            <a:lvl9pPr>
              <a:defRPr sz="2175" b="1">
                <a:solidFill>
                  <a:srgbClr val="123B32"/>
                </a:solidFill>
              </a:defRPr>
            </a:lvl9pPr>
          </a:lstStyle>
          <a:p xmlns:a="http://schemas.openxmlformats.org/drawingml/2006/main">
            <a:pPr>
              <a:defRPr sz="2175" b="1">
                <a:solidFill>
                  <a:srgbClr val="123B32"/>
                </a:solidFill>
              </a:defRPr>
            </a:pPr>
            <a:r>
              <a:rPr sz="2175" b="1">
                <a:solidFill>
                  <a:srgbClr val="123B32"/>
                </a:solidFill>
              </a:rPr>
              <a:t>Audio + text</a:t>
            </a:r>
          </a:p>
        </p:txBody>
      </p:sp>
      <p:sp>
        <p:nvSpPr>
          <p:cNvPr id="13" name="">
            <a:extLst xmlns:a="http://schemas.openxmlformats.org/drawingml/2006/main">
              <a:ext uri="{FF2B5EF4-FFF2-40B4-BE49-F238E27FC236}">
                <a16:creationId xmlns:a16="http://schemas.microsoft.com/office/drawing/2014/main" id="{B366FB8A-E4CE-4F0B-8A0D-6540D6915C4A}"/>
              </a:ext>
            </a:extLst>
          </p:cNvPr>
          <p:cNvSpPr>
            <a:spLocks xmlns:a="http://schemas.openxmlformats.org/drawingml/2006/main" noGrp="1"/>
          </p:cNvSpPr>
          <p:nvPr/>
        </p:nvSpPr>
        <p:spPr>
          <a:xfrm xmlns:a="http://schemas.openxmlformats.org/drawingml/2006/main">
            <a:off x="4572000" y="3124200"/>
            <a:ext cx="2381250" cy="714375"/>
          </a:xfrm>
          <a:prstGeom xmlns:a="http://schemas.openxmlformats.org/drawingml/2006/main" prst="rect">
            <a:avLst/>
          </a:prstGeom>
          <a:solidFill xmlns:a="http://schemas.openxmlformats.org/drawingml/2006/main">
            <a:srgbClr val="DCE5D2"/>
          </a:solidFill>
          <a:ln xmlns:a="http://schemas.openxmlformats.org/drawingml/2006/main" w="12383">
            <a:solidFill>
              <a:srgbClr val="A2B5A4"/>
            </a:solidFill>
          </a:ln>
        </p:spPr>
      </p:sp>
      <p:sp>
        <p:nvSpPr>
          <p:cNvPr id="14" name="">
            <a:extLst xmlns:a="http://schemas.openxmlformats.org/drawingml/2006/main">
              <a:ext uri="{FF2B5EF4-FFF2-40B4-BE49-F238E27FC236}">
                <a16:creationId xmlns:a16="http://schemas.microsoft.com/office/drawing/2014/main" id="{85731691-B028-45D5-A75A-98C248C9D0B8}"/>
              </a:ext>
            </a:extLst>
          </p:cNvPr>
          <p:cNvSpPr>
            <a:spLocks xmlns:a="http://schemas.openxmlformats.org/drawingml/2006/main" noGrp="1"/>
          </p:cNvSpPr>
          <p:nvPr/>
        </p:nvSpPr>
        <p:spPr>
          <a:xfrm xmlns:a="http://schemas.openxmlformats.org/drawingml/2006/main">
            <a:off x="4733925" y="3276600"/>
            <a:ext cx="2057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23B32"/>
                </a:solidFill>
              </a:defRPr>
            </a:defPPr>
            <a:lvl1pPr>
              <a:defRPr sz="2400" b="1">
                <a:solidFill>
                  <a:srgbClr val="123B32"/>
                </a:solidFill>
              </a:defRPr>
            </a:lvl1pPr>
            <a:lvl2pPr>
              <a:defRPr sz="2400" b="1">
                <a:solidFill>
                  <a:srgbClr val="123B32"/>
                </a:solidFill>
              </a:defRPr>
            </a:lvl2pPr>
            <a:lvl3pPr>
              <a:defRPr sz="2400" b="1">
                <a:solidFill>
                  <a:srgbClr val="123B32"/>
                </a:solidFill>
              </a:defRPr>
            </a:lvl3pPr>
            <a:lvl4pPr>
              <a:defRPr sz="2400" b="1">
                <a:solidFill>
                  <a:srgbClr val="123B32"/>
                </a:solidFill>
              </a:defRPr>
            </a:lvl4pPr>
            <a:lvl5pPr>
              <a:defRPr sz="2400" b="1">
                <a:solidFill>
                  <a:srgbClr val="123B32"/>
                </a:solidFill>
              </a:defRPr>
            </a:lvl5pPr>
            <a:lvl6pPr>
              <a:defRPr sz="2400" b="1">
                <a:solidFill>
                  <a:srgbClr val="123B32"/>
                </a:solidFill>
              </a:defRPr>
            </a:lvl6pPr>
            <a:lvl7pPr>
              <a:defRPr sz="2400" b="1">
                <a:solidFill>
                  <a:srgbClr val="123B32"/>
                </a:solidFill>
              </a:defRPr>
            </a:lvl7pPr>
            <a:lvl8pPr>
              <a:defRPr sz="2400" b="1">
                <a:solidFill>
                  <a:srgbClr val="123B32"/>
                </a:solidFill>
              </a:defRPr>
            </a:lvl8pPr>
            <a:lvl9pPr>
              <a:defRPr sz="2400" b="1">
                <a:solidFill>
                  <a:srgbClr val="123B32"/>
                </a:solidFill>
              </a:defRPr>
            </a:lvl9pPr>
          </a:lstStyle>
          <a:p xmlns:a="http://schemas.openxmlformats.org/drawingml/2006/main">
            <a:pPr>
              <a:defRPr sz="2400" b="1">
                <a:solidFill>
                  <a:srgbClr val="123B32"/>
                </a:solidFill>
              </a:defRPr>
            </a:pPr>
            <a:r>
              <a:rPr sz="2400" b="1">
                <a:solidFill>
                  <a:srgbClr val="123B32"/>
                </a:solidFill>
              </a:rPr>
              <a:t>CLAP</a:t>
            </a:r>
          </a:p>
        </p:txBody>
      </p:sp>
      <p:sp>
        <p:nvSpPr>
          <p:cNvPr id="15" name="">
            <a:extLst xmlns:a="http://schemas.openxmlformats.org/drawingml/2006/main">
              <a:ext uri="{FF2B5EF4-FFF2-40B4-BE49-F238E27FC236}">
                <a16:creationId xmlns:a16="http://schemas.microsoft.com/office/drawing/2014/main" id="{53F309A1-8272-403A-BC9B-FCB0043E2158}"/>
              </a:ext>
            </a:extLst>
          </p:cNvPr>
          <p:cNvSpPr>
            <a:spLocks xmlns:a="http://schemas.openxmlformats.org/drawingml/2006/main" noGrp="1"/>
          </p:cNvSpPr>
          <p:nvPr/>
        </p:nvSpPr>
        <p:spPr>
          <a:xfrm xmlns:a="http://schemas.openxmlformats.org/drawingml/2006/main">
            <a:off x="7810500" y="3124200"/>
            <a:ext cx="3714750" cy="714375"/>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16" name="">
            <a:extLst xmlns:a="http://schemas.openxmlformats.org/drawingml/2006/main">
              <a:ext uri="{FF2B5EF4-FFF2-40B4-BE49-F238E27FC236}">
                <a16:creationId xmlns:a16="http://schemas.microsoft.com/office/drawing/2014/main" id="{397686A5-3292-460A-9244-0727D06CB0E8}"/>
              </a:ext>
            </a:extLst>
          </p:cNvPr>
          <p:cNvSpPr>
            <a:spLocks xmlns:a="http://schemas.openxmlformats.org/drawingml/2006/main" noGrp="1"/>
          </p:cNvSpPr>
          <p:nvPr/>
        </p:nvSpPr>
        <p:spPr>
          <a:xfrm xmlns:a="http://schemas.openxmlformats.org/drawingml/2006/main">
            <a:off x="7972425" y="3276600"/>
            <a:ext cx="33909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23B32"/>
                </a:solidFill>
              </a:defRPr>
            </a:defPPr>
            <a:lvl1pPr>
              <a:defRPr sz="2175" b="1">
                <a:solidFill>
                  <a:srgbClr val="123B32"/>
                </a:solidFill>
              </a:defRPr>
            </a:lvl1pPr>
            <a:lvl2pPr>
              <a:defRPr sz="2175" b="1">
                <a:solidFill>
                  <a:srgbClr val="123B32"/>
                </a:solidFill>
              </a:defRPr>
            </a:lvl2pPr>
            <a:lvl3pPr>
              <a:defRPr sz="2175" b="1">
                <a:solidFill>
                  <a:srgbClr val="123B32"/>
                </a:solidFill>
              </a:defRPr>
            </a:lvl3pPr>
            <a:lvl4pPr>
              <a:defRPr sz="2175" b="1">
                <a:solidFill>
                  <a:srgbClr val="123B32"/>
                </a:solidFill>
              </a:defRPr>
            </a:lvl4pPr>
            <a:lvl5pPr>
              <a:defRPr sz="2175" b="1">
                <a:solidFill>
                  <a:srgbClr val="123B32"/>
                </a:solidFill>
              </a:defRPr>
            </a:lvl5pPr>
            <a:lvl6pPr>
              <a:defRPr sz="2175" b="1">
                <a:solidFill>
                  <a:srgbClr val="123B32"/>
                </a:solidFill>
              </a:defRPr>
            </a:lvl6pPr>
            <a:lvl7pPr>
              <a:defRPr sz="2175" b="1">
                <a:solidFill>
                  <a:srgbClr val="123B32"/>
                </a:solidFill>
              </a:defRPr>
            </a:lvl7pPr>
            <a:lvl8pPr>
              <a:defRPr sz="2175" b="1">
                <a:solidFill>
                  <a:srgbClr val="123B32"/>
                </a:solidFill>
              </a:defRPr>
            </a:lvl8pPr>
            <a:lvl9pPr>
              <a:defRPr sz="2175" b="1">
                <a:solidFill>
                  <a:srgbClr val="123B32"/>
                </a:solidFill>
              </a:defRPr>
            </a:lvl9pPr>
          </a:lstStyle>
          <a:p xmlns:a="http://schemas.openxmlformats.org/drawingml/2006/main">
            <a:pPr>
              <a:defRPr sz="2175" b="1">
                <a:solidFill>
                  <a:srgbClr val="123B32"/>
                </a:solidFill>
              </a:defRPr>
            </a:pPr>
            <a:r>
              <a:rPr sz="2175" b="1">
                <a:solidFill>
                  <a:srgbClr val="123B32"/>
                </a:solidFill>
              </a:rPr>
              <a:t>Sound descriptions</a:t>
            </a:r>
          </a:p>
        </p:txBody>
      </p:sp>
      <p:sp>
        <p:nvSpPr>
          <p:cNvPr id="19" name="">
            <a:extLst xmlns:a="http://schemas.openxmlformats.org/drawingml/2006/main">
              <a:ext uri="{FF2B5EF4-FFF2-40B4-BE49-F238E27FC236}">
                <a16:creationId xmlns:a16="http://schemas.microsoft.com/office/drawing/2014/main" id="{BFC50404-C678-4302-A3E9-0BF50F2AC1B1}"/>
              </a:ext>
            </a:extLst>
          </p:cNvPr>
          <p:cNvSpPr>
            <a:spLocks xmlns:a="http://schemas.openxmlformats.org/drawingml/2006/main" noGrp="1"/>
          </p:cNvSpPr>
          <p:nvPr/>
        </p:nvSpPr>
        <p:spPr>
          <a:xfrm xmlns:a="http://schemas.openxmlformats.org/drawingml/2006/main">
            <a:off x="609600" y="4295775"/>
            <a:ext cx="3143250" cy="714375"/>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20" name="">
            <a:extLst xmlns:a="http://schemas.openxmlformats.org/drawingml/2006/main">
              <a:ext uri="{FF2B5EF4-FFF2-40B4-BE49-F238E27FC236}">
                <a16:creationId xmlns:a16="http://schemas.microsoft.com/office/drawing/2014/main" id="{13D4E562-2785-4C84-94FB-A75FAF77A94E}"/>
              </a:ext>
            </a:extLst>
          </p:cNvPr>
          <p:cNvSpPr>
            <a:spLocks xmlns:a="http://schemas.openxmlformats.org/drawingml/2006/main" noGrp="1"/>
          </p:cNvSpPr>
          <p:nvPr/>
        </p:nvSpPr>
        <p:spPr>
          <a:xfrm xmlns:a="http://schemas.openxmlformats.org/drawingml/2006/main">
            <a:off x="771525" y="4448175"/>
            <a:ext cx="2819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23B32"/>
                </a:solidFill>
              </a:defRPr>
            </a:defPPr>
            <a:lvl1pPr>
              <a:defRPr sz="2175" b="1">
                <a:solidFill>
                  <a:srgbClr val="123B32"/>
                </a:solidFill>
              </a:defRPr>
            </a:lvl1pPr>
            <a:lvl2pPr>
              <a:defRPr sz="2175" b="1">
                <a:solidFill>
                  <a:srgbClr val="123B32"/>
                </a:solidFill>
              </a:defRPr>
            </a:lvl2pPr>
            <a:lvl3pPr>
              <a:defRPr sz="2175" b="1">
                <a:solidFill>
                  <a:srgbClr val="123B32"/>
                </a:solidFill>
              </a:defRPr>
            </a:lvl3pPr>
            <a:lvl4pPr>
              <a:defRPr sz="2175" b="1">
                <a:solidFill>
                  <a:srgbClr val="123B32"/>
                </a:solidFill>
              </a:defRPr>
            </a:lvl4pPr>
            <a:lvl5pPr>
              <a:defRPr sz="2175" b="1">
                <a:solidFill>
                  <a:srgbClr val="123B32"/>
                </a:solidFill>
              </a:defRPr>
            </a:lvl5pPr>
            <a:lvl6pPr>
              <a:defRPr sz="2175" b="1">
                <a:solidFill>
                  <a:srgbClr val="123B32"/>
                </a:solidFill>
              </a:defRPr>
            </a:lvl6pPr>
            <a:lvl7pPr>
              <a:defRPr sz="2175" b="1">
                <a:solidFill>
                  <a:srgbClr val="123B32"/>
                </a:solidFill>
              </a:defRPr>
            </a:lvl7pPr>
            <a:lvl8pPr>
              <a:defRPr sz="2175" b="1">
                <a:solidFill>
                  <a:srgbClr val="123B32"/>
                </a:solidFill>
              </a:defRPr>
            </a:lvl8pPr>
            <a:lvl9pPr>
              <a:defRPr sz="2175" b="1">
                <a:solidFill>
                  <a:srgbClr val="123B32"/>
                </a:solidFill>
              </a:defRPr>
            </a:lvl9pPr>
          </a:lstStyle>
          <a:p xmlns:a="http://schemas.openxmlformats.org/drawingml/2006/main">
            <a:pPr>
              <a:defRPr sz="2175" b="1">
                <a:solidFill>
                  <a:srgbClr val="123B32"/>
                </a:solidFill>
              </a:defRPr>
            </a:pPr>
            <a:r>
              <a:rPr sz="2175" b="1">
                <a:solidFill>
                  <a:srgbClr val="123B32"/>
                </a:solidFill>
              </a:rPr>
              <a:t>Multilingual text</a:t>
            </a:r>
          </a:p>
        </p:txBody>
      </p:sp>
      <p:sp>
        <p:nvSpPr>
          <p:cNvPr id="21" name="">
            <a:extLst xmlns:a="http://schemas.openxmlformats.org/drawingml/2006/main">
              <a:ext uri="{FF2B5EF4-FFF2-40B4-BE49-F238E27FC236}">
                <a16:creationId xmlns:a16="http://schemas.microsoft.com/office/drawing/2014/main" id="{AF9783D8-8DC9-4474-8770-B74A8E68078D}"/>
              </a:ext>
            </a:extLst>
          </p:cNvPr>
          <p:cNvSpPr>
            <a:spLocks xmlns:a="http://schemas.openxmlformats.org/drawingml/2006/main" noGrp="1"/>
          </p:cNvSpPr>
          <p:nvPr/>
        </p:nvSpPr>
        <p:spPr>
          <a:xfrm xmlns:a="http://schemas.openxmlformats.org/drawingml/2006/main">
            <a:off x="4572000" y="4295775"/>
            <a:ext cx="2381250" cy="714375"/>
          </a:xfrm>
          <a:prstGeom xmlns:a="http://schemas.openxmlformats.org/drawingml/2006/main" prst="rect">
            <a:avLst/>
          </a:prstGeom>
          <a:solidFill xmlns:a="http://schemas.openxmlformats.org/drawingml/2006/main">
            <a:srgbClr val="DCE5D2"/>
          </a:solidFill>
          <a:ln xmlns:a="http://schemas.openxmlformats.org/drawingml/2006/main" w="12383">
            <a:solidFill>
              <a:srgbClr val="A2B5A4"/>
            </a:solidFill>
          </a:ln>
        </p:spPr>
      </p:sp>
      <p:sp>
        <p:nvSpPr>
          <p:cNvPr id="22" name="">
            <a:extLst xmlns:a="http://schemas.openxmlformats.org/drawingml/2006/main">
              <a:ext uri="{FF2B5EF4-FFF2-40B4-BE49-F238E27FC236}">
                <a16:creationId xmlns:a16="http://schemas.microsoft.com/office/drawing/2014/main" id="{63D6143F-1130-4EC4-93F8-CBB7840B5DC0}"/>
              </a:ext>
            </a:extLst>
          </p:cNvPr>
          <p:cNvSpPr>
            <a:spLocks xmlns:a="http://schemas.openxmlformats.org/drawingml/2006/main" noGrp="1"/>
          </p:cNvSpPr>
          <p:nvPr/>
        </p:nvSpPr>
        <p:spPr>
          <a:xfrm xmlns:a="http://schemas.openxmlformats.org/drawingml/2006/main">
            <a:off x="4733925" y="4448175"/>
            <a:ext cx="2057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23B32"/>
                </a:solidFill>
              </a:defRPr>
            </a:defPPr>
            <a:lvl1pPr>
              <a:defRPr sz="2400" b="1">
                <a:solidFill>
                  <a:srgbClr val="123B32"/>
                </a:solidFill>
              </a:defRPr>
            </a:lvl1pPr>
            <a:lvl2pPr>
              <a:defRPr sz="2400" b="1">
                <a:solidFill>
                  <a:srgbClr val="123B32"/>
                </a:solidFill>
              </a:defRPr>
            </a:lvl2pPr>
            <a:lvl3pPr>
              <a:defRPr sz="2400" b="1">
                <a:solidFill>
                  <a:srgbClr val="123B32"/>
                </a:solidFill>
              </a:defRPr>
            </a:lvl3pPr>
            <a:lvl4pPr>
              <a:defRPr sz="2400" b="1">
                <a:solidFill>
                  <a:srgbClr val="123B32"/>
                </a:solidFill>
              </a:defRPr>
            </a:lvl4pPr>
            <a:lvl5pPr>
              <a:defRPr sz="2400" b="1">
                <a:solidFill>
                  <a:srgbClr val="123B32"/>
                </a:solidFill>
              </a:defRPr>
            </a:lvl5pPr>
            <a:lvl6pPr>
              <a:defRPr sz="2400" b="1">
                <a:solidFill>
                  <a:srgbClr val="123B32"/>
                </a:solidFill>
              </a:defRPr>
            </a:lvl6pPr>
            <a:lvl7pPr>
              <a:defRPr sz="2400" b="1">
                <a:solidFill>
                  <a:srgbClr val="123B32"/>
                </a:solidFill>
              </a:defRPr>
            </a:lvl7pPr>
            <a:lvl8pPr>
              <a:defRPr sz="2400" b="1">
                <a:solidFill>
                  <a:srgbClr val="123B32"/>
                </a:solidFill>
              </a:defRPr>
            </a:lvl8pPr>
            <a:lvl9pPr>
              <a:defRPr sz="2400" b="1">
                <a:solidFill>
                  <a:srgbClr val="123B32"/>
                </a:solidFill>
              </a:defRPr>
            </a:lvl9pPr>
          </a:lstStyle>
          <a:p xmlns:a="http://schemas.openxmlformats.org/drawingml/2006/main">
            <a:pPr>
              <a:defRPr sz="2400" b="1">
                <a:solidFill>
                  <a:srgbClr val="123B32"/>
                </a:solidFill>
              </a:defRPr>
            </a:pPr>
            <a:r>
              <a:rPr sz="2400" b="1">
                <a:solidFill>
                  <a:srgbClr val="123B32"/>
                </a:solidFill>
              </a:rPr>
              <a:t>E5 small</a:t>
            </a:r>
          </a:p>
        </p:txBody>
      </p:sp>
      <p:sp>
        <p:nvSpPr>
          <p:cNvPr id="23" name="">
            <a:extLst xmlns:a="http://schemas.openxmlformats.org/drawingml/2006/main">
              <a:ext uri="{FF2B5EF4-FFF2-40B4-BE49-F238E27FC236}">
                <a16:creationId xmlns:a16="http://schemas.microsoft.com/office/drawing/2014/main" id="{2E2A8B51-F839-4AFD-882A-C0ACCFF390DD}"/>
              </a:ext>
            </a:extLst>
          </p:cNvPr>
          <p:cNvSpPr>
            <a:spLocks xmlns:a="http://schemas.openxmlformats.org/drawingml/2006/main" noGrp="1"/>
          </p:cNvSpPr>
          <p:nvPr/>
        </p:nvSpPr>
        <p:spPr>
          <a:xfrm xmlns:a="http://schemas.openxmlformats.org/drawingml/2006/main">
            <a:off x="7810500" y="4295775"/>
            <a:ext cx="3714750" cy="714375"/>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24" name="">
            <a:extLst xmlns:a="http://schemas.openxmlformats.org/drawingml/2006/main">
              <a:ext uri="{FF2B5EF4-FFF2-40B4-BE49-F238E27FC236}">
                <a16:creationId xmlns:a16="http://schemas.microsoft.com/office/drawing/2014/main" id="{8462C8C3-1E12-4779-A704-F1D763081A4E}"/>
              </a:ext>
            </a:extLst>
          </p:cNvPr>
          <p:cNvSpPr>
            <a:spLocks xmlns:a="http://schemas.openxmlformats.org/drawingml/2006/main" noGrp="1"/>
          </p:cNvSpPr>
          <p:nvPr/>
        </p:nvSpPr>
        <p:spPr>
          <a:xfrm xmlns:a="http://schemas.openxmlformats.org/drawingml/2006/main">
            <a:off x="7972425" y="4448175"/>
            <a:ext cx="33909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23B32"/>
                </a:solidFill>
              </a:defRPr>
            </a:defPPr>
            <a:lvl1pPr>
              <a:defRPr sz="2175" b="1">
                <a:solidFill>
                  <a:srgbClr val="123B32"/>
                </a:solidFill>
              </a:defRPr>
            </a:lvl1pPr>
            <a:lvl2pPr>
              <a:defRPr sz="2175" b="1">
                <a:solidFill>
                  <a:srgbClr val="123B32"/>
                </a:solidFill>
              </a:defRPr>
            </a:lvl2pPr>
            <a:lvl3pPr>
              <a:defRPr sz="2175" b="1">
                <a:solidFill>
                  <a:srgbClr val="123B32"/>
                </a:solidFill>
              </a:defRPr>
            </a:lvl3pPr>
            <a:lvl4pPr>
              <a:defRPr sz="2175" b="1">
                <a:solidFill>
                  <a:srgbClr val="123B32"/>
                </a:solidFill>
              </a:defRPr>
            </a:lvl4pPr>
            <a:lvl5pPr>
              <a:defRPr sz="2175" b="1">
                <a:solidFill>
                  <a:srgbClr val="123B32"/>
                </a:solidFill>
              </a:defRPr>
            </a:lvl5pPr>
            <a:lvl6pPr>
              <a:defRPr sz="2175" b="1">
                <a:solidFill>
                  <a:srgbClr val="123B32"/>
                </a:solidFill>
              </a:defRPr>
            </a:lvl6pPr>
            <a:lvl7pPr>
              <a:defRPr sz="2175" b="1">
                <a:solidFill>
                  <a:srgbClr val="123B32"/>
                </a:solidFill>
              </a:defRPr>
            </a:lvl7pPr>
            <a:lvl8pPr>
              <a:defRPr sz="2175" b="1">
                <a:solidFill>
                  <a:srgbClr val="123B32"/>
                </a:solidFill>
              </a:defRPr>
            </a:lvl8pPr>
            <a:lvl9pPr>
              <a:defRPr sz="2175" b="1">
                <a:solidFill>
                  <a:srgbClr val="123B32"/>
                </a:solidFill>
              </a:defRPr>
            </a:lvl9pPr>
          </a:lstStyle>
          <a:p xmlns:a="http://schemas.openxmlformats.org/drawingml/2006/main">
            <a:pPr>
              <a:defRPr sz="2175" b="1">
                <a:solidFill>
                  <a:srgbClr val="123B32"/>
                </a:solidFill>
              </a:defRPr>
            </a:pPr>
            <a:r>
              <a:rPr sz="2175" b="1">
                <a:solidFill>
                  <a:srgbClr val="123B32"/>
                </a:solidFill>
              </a:rPr>
              <a:t>Compact retrieval</a:t>
            </a:r>
          </a:p>
        </p:txBody>
      </p:sp>
      <p:sp>
        <p:nvSpPr>
          <p:cNvPr id="27" name="">
            <a:extLst xmlns:a="http://schemas.openxmlformats.org/drawingml/2006/main">
              <a:ext uri="{FF2B5EF4-FFF2-40B4-BE49-F238E27FC236}">
                <a16:creationId xmlns:a16="http://schemas.microsoft.com/office/drawing/2014/main" id="{71E1418C-5533-483D-B62C-D755A904AE3F}"/>
              </a:ext>
            </a:extLst>
          </p:cNvPr>
          <p:cNvSpPr>
            <a:spLocks xmlns:a="http://schemas.openxmlformats.org/drawingml/2006/main" noGrp="1"/>
          </p:cNvSpPr>
          <p:nvPr/>
        </p:nvSpPr>
        <p:spPr>
          <a:xfrm xmlns:a="http://schemas.openxmlformats.org/drawingml/2006/main">
            <a:off x="609600" y="605790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2675C"/>
                </a:solidFill>
              </a:defRPr>
            </a:defPPr>
            <a:lvl1pPr>
              <a:defRPr sz="1800" b="0">
                <a:solidFill>
                  <a:srgbClr val="52675C"/>
                </a:solidFill>
              </a:defRPr>
            </a:lvl1pPr>
            <a:lvl2pPr>
              <a:defRPr sz="1800" b="0">
                <a:solidFill>
                  <a:srgbClr val="52675C"/>
                </a:solidFill>
              </a:defRPr>
            </a:lvl2pPr>
            <a:lvl3pPr>
              <a:defRPr sz="1800" b="0">
                <a:solidFill>
                  <a:srgbClr val="52675C"/>
                </a:solidFill>
              </a:defRPr>
            </a:lvl3pPr>
            <a:lvl4pPr>
              <a:defRPr sz="1800" b="0">
                <a:solidFill>
                  <a:srgbClr val="52675C"/>
                </a:solidFill>
              </a:defRPr>
            </a:lvl4pPr>
            <a:lvl5pPr>
              <a:defRPr sz="1800" b="0">
                <a:solidFill>
                  <a:srgbClr val="52675C"/>
                </a:solidFill>
              </a:defRPr>
            </a:lvl5pPr>
            <a:lvl6pPr>
              <a:defRPr sz="1800" b="0">
                <a:solidFill>
                  <a:srgbClr val="52675C"/>
                </a:solidFill>
              </a:defRPr>
            </a:lvl6pPr>
            <a:lvl7pPr>
              <a:defRPr sz="1800" b="0">
                <a:solidFill>
                  <a:srgbClr val="52675C"/>
                </a:solidFill>
              </a:defRPr>
            </a:lvl7pPr>
            <a:lvl8pPr>
              <a:defRPr sz="1800" b="0">
                <a:solidFill>
                  <a:srgbClr val="52675C"/>
                </a:solidFill>
              </a:defRPr>
            </a:lvl8pPr>
            <a:lvl9pPr>
              <a:defRPr sz="1800" b="0">
                <a:solidFill>
                  <a:srgbClr val="52675C"/>
                </a:solidFill>
              </a:defRPr>
            </a:lvl9pPr>
          </a:lstStyle>
          <a:p xmlns:a="http://schemas.openxmlformats.org/drawingml/2006/main">
            <a:pPr>
              <a:defRPr sz="1800" b="0">
                <a:solidFill>
                  <a:srgbClr val="52675C"/>
                </a:solidFill>
              </a:defRPr>
            </a:pPr>
            <a:r>
              <a:rPr sz="1800" b="0">
                <a:solidFill>
                  <a:srgbClr val="52675C"/>
                </a:solidFill>
              </a:rPr>
              <a:t>CPU execution / pretrained models / no comparative wildlife benchmark</a:t>
            </a:r>
          </a:p>
        </p:txBody>
      </p:sp>
    </p:spTree>
    <p:extLst>
      <p:ext uri="{BB962C8B-B14F-4D97-AF65-F5344CB8AC3E}">
        <p14:creationId xmlns:p14="http://schemas.microsoft.com/office/powerpoint/2010/main" val="1968060029"/>
      </p:ext>
    </p:extLst>
  </p:cSld>
</p:sld>
</file>

<file path=ppt/slides/slide13.xml><?xml version="1.0" encoding="utf-8"?>
<p:sld xmlns:p="http://schemas.openxmlformats.org/presentationml/2006/main">
  <p:cSld>
    <p:bg>
      <p:bgPr>
        <a:solidFill xmlns:a="http://schemas.openxmlformats.org/drawingml/2006/main">
          <a:srgbClr val="F5F1E7"/>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39C269D-61A3-4E4A-A729-3CB58F7934D3}"/>
              </a:ext>
            </a:extLst>
          </p:cNvPr>
          <p:cNvSpPr>
            <a:spLocks xmlns:a="http://schemas.openxmlformats.org/drawingml/2006/main" noGrp="1"/>
          </p:cNvSpPr>
          <p:nvPr/>
        </p:nvSpPr>
        <p:spPr>
          <a:xfrm xmlns:a="http://schemas.openxmlformats.org/drawingml/2006/main">
            <a:off x="533400" y="428625"/>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23B32"/>
                </a:solidFill>
              </a:defRPr>
            </a:defPPr>
            <a:lvl1pPr>
              <a:defRPr sz="3375" b="1">
                <a:solidFill>
                  <a:srgbClr val="123B32"/>
                </a:solidFill>
              </a:defRPr>
            </a:lvl1pPr>
            <a:lvl2pPr>
              <a:defRPr sz="3375" b="1">
                <a:solidFill>
                  <a:srgbClr val="123B32"/>
                </a:solidFill>
              </a:defRPr>
            </a:lvl2pPr>
            <a:lvl3pPr>
              <a:defRPr sz="3375" b="1">
                <a:solidFill>
                  <a:srgbClr val="123B32"/>
                </a:solidFill>
              </a:defRPr>
            </a:lvl3pPr>
            <a:lvl4pPr>
              <a:defRPr sz="3375" b="1">
                <a:solidFill>
                  <a:srgbClr val="123B32"/>
                </a:solidFill>
              </a:defRPr>
            </a:lvl4pPr>
            <a:lvl5pPr>
              <a:defRPr sz="3375" b="1">
                <a:solidFill>
                  <a:srgbClr val="123B32"/>
                </a:solidFill>
              </a:defRPr>
            </a:lvl5pPr>
            <a:lvl6pPr>
              <a:defRPr sz="3375" b="1">
                <a:solidFill>
                  <a:srgbClr val="123B32"/>
                </a:solidFill>
              </a:defRPr>
            </a:lvl6pPr>
            <a:lvl7pPr>
              <a:defRPr sz="3375" b="1">
                <a:solidFill>
                  <a:srgbClr val="123B32"/>
                </a:solidFill>
              </a:defRPr>
            </a:lvl7pPr>
            <a:lvl8pPr>
              <a:defRPr sz="3375" b="1">
                <a:solidFill>
                  <a:srgbClr val="123B32"/>
                </a:solidFill>
              </a:defRPr>
            </a:lvl8pPr>
            <a:lvl9pPr>
              <a:defRPr sz="3375" b="1">
                <a:solidFill>
                  <a:srgbClr val="123B32"/>
                </a:solidFill>
              </a:defRPr>
            </a:lvl9pPr>
          </a:lstStyle>
          <a:p xmlns:a="http://schemas.openxmlformats.org/drawingml/2006/main">
            <a:pPr>
              <a:defRPr sz="3375" b="1">
                <a:solidFill>
                  <a:srgbClr val="123B32"/>
                </a:solidFill>
              </a:defRPr>
            </a:pPr>
            <a:r>
              <a:rPr sz="3375" b="1">
                <a:solidFill>
                  <a:srgbClr val="123B32"/>
                </a:solidFill>
              </a:rPr>
              <a:t>Task 1: a real image query</a:t>
            </a:r>
          </a:p>
        </p:txBody>
      </p:sp>
      <p:sp>
        <p:nvSpPr>
          <p:cNvPr id="2" name="">
            <a:extLst xmlns:a="http://schemas.openxmlformats.org/drawingml/2006/main">
              <a:ext uri="{FF2B5EF4-FFF2-40B4-BE49-F238E27FC236}">
                <a16:creationId xmlns:a16="http://schemas.microsoft.com/office/drawing/2014/main" id="{41A0EE5E-84D5-4D98-840A-8B63C09845C1}"/>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2675C"/>
                </a:solidFill>
              </a:defRPr>
            </a:defPPr>
            <a:lvl1pPr>
              <a:defRPr sz="1425" b="0">
                <a:solidFill>
                  <a:srgbClr val="52675C"/>
                </a:solidFill>
              </a:defRPr>
            </a:lvl1pPr>
            <a:lvl2pPr>
              <a:defRPr sz="1425" b="0">
                <a:solidFill>
                  <a:srgbClr val="52675C"/>
                </a:solidFill>
              </a:defRPr>
            </a:lvl2pPr>
            <a:lvl3pPr>
              <a:defRPr sz="1425" b="0">
                <a:solidFill>
                  <a:srgbClr val="52675C"/>
                </a:solidFill>
              </a:defRPr>
            </a:lvl3pPr>
            <a:lvl4pPr>
              <a:defRPr sz="1425" b="0">
                <a:solidFill>
                  <a:srgbClr val="52675C"/>
                </a:solidFill>
              </a:defRPr>
            </a:lvl4pPr>
            <a:lvl5pPr>
              <a:defRPr sz="1425" b="0">
                <a:solidFill>
                  <a:srgbClr val="52675C"/>
                </a:solidFill>
              </a:defRPr>
            </a:lvl5pPr>
            <a:lvl6pPr>
              <a:defRPr sz="1425" b="0">
                <a:solidFill>
                  <a:srgbClr val="52675C"/>
                </a:solidFill>
              </a:defRPr>
            </a:lvl6pPr>
            <a:lvl7pPr>
              <a:defRPr sz="1425" b="0">
                <a:solidFill>
                  <a:srgbClr val="52675C"/>
                </a:solidFill>
              </a:defRPr>
            </a:lvl7pPr>
            <a:lvl8pPr>
              <a:defRPr sz="1425" b="0">
                <a:solidFill>
                  <a:srgbClr val="52675C"/>
                </a:solidFill>
              </a:defRPr>
            </a:lvl8pPr>
            <a:lvl9pPr>
              <a:defRPr sz="1425" b="0">
                <a:solidFill>
                  <a:srgbClr val="52675C"/>
                </a:solidFill>
              </a:defRPr>
            </a:lvl9pPr>
          </a:lstStyle>
          <a:p xmlns:a="http://schemas.openxmlformats.org/drawingml/2006/main">
            <a:pPr>
              <a:defRPr sz="1425" b="0">
                <a:solidFill>
                  <a:srgbClr val="52675C"/>
                </a:solidFill>
              </a:defRPr>
            </a:pPr>
            <a:r>
              <a:rPr sz="1425" b="0">
                <a:solidFill>
                  <a:srgbClr val="52675C"/>
                </a:solidFill>
              </a:rPr>
              <a:t>13</a:t>
            </a:r>
          </a:p>
        </p:txBody>
      </p:sp>
      <p:sp>
        <p:nvSpPr>
          <p:cNvPr id="3" name="">
            <a:extLst xmlns:a="http://schemas.openxmlformats.org/drawingml/2006/main">
              <a:ext uri="{FF2B5EF4-FFF2-40B4-BE49-F238E27FC236}">
                <a16:creationId xmlns:a16="http://schemas.microsoft.com/office/drawing/2014/main" id="{B38B4D8E-F6DB-444A-836D-ED4BBE695E1A}"/>
              </a:ext>
            </a:extLst>
          </p:cNvPr>
          <p:cNvSpPr>
            <a:spLocks xmlns:a="http://schemas.openxmlformats.org/drawingml/2006/main" noGrp="1"/>
          </p:cNvSpPr>
          <p:nvPr/>
        </p:nvSpPr>
        <p:spPr>
          <a:xfrm xmlns:a="http://schemas.openxmlformats.org/drawingml/2006/main">
            <a:off x="609600" y="1695450"/>
            <a:ext cx="3190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B85D35"/>
                </a:solidFill>
              </a:defRPr>
            </a:defPPr>
            <a:lvl1pPr>
              <a:defRPr sz="1950" b="1">
                <a:solidFill>
                  <a:srgbClr val="B85D35"/>
                </a:solidFill>
              </a:defRPr>
            </a:lvl1pPr>
            <a:lvl2pPr>
              <a:defRPr sz="1950" b="1">
                <a:solidFill>
                  <a:srgbClr val="B85D35"/>
                </a:solidFill>
              </a:defRPr>
            </a:lvl2pPr>
            <a:lvl3pPr>
              <a:defRPr sz="1950" b="1">
                <a:solidFill>
                  <a:srgbClr val="B85D35"/>
                </a:solidFill>
              </a:defRPr>
            </a:lvl3pPr>
            <a:lvl4pPr>
              <a:defRPr sz="1950" b="1">
                <a:solidFill>
                  <a:srgbClr val="B85D35"/>
                </a:solidFill>
              </a:defRPr>
            </a:lvl4pPr>
            <a:lvl5pPr>
              <a:defRPr sz="1950" b="1">
                <a:solidFill>
                  <a:srgbClr val="B85D35"/>
                </a:solidFill>
              </a:defRPr>
            </a:lvl5pPr>
            <a:lvl6pPr>
              <a:defRPr sz="1950" b="1">
                <a:solidFill>
                  <a:srgbClr val="B85D35"/>
                </a:solidFill>
              </a:defRPr>
            </a:lvl6pPr>
            <a:lvl7pPr>
              <a:defRPr sz="1950" b="1">
                <a:solidFill>
                  <a:srgbClr val="B85D35"/>
                </a:solidFill>
              </a:defRPr>
            </a:lvl7pPr>
            <a:lvl8pPr>
              <a:defRPr sz="1950" b="1">
                <a:solidFill>
                  <a:srgbClr val="B85D35"/>
                </a:solidFill>
              </a:defRPr>
            </a:lvl8pPr>
            <a:lvl9pPr>
              <a:defRPr sz="1950" b="1">
                <a:solidFill>
                  <a:srgbClr val="B85D35"/>
                </a:solidFill>
              </a:defRPr>
            </a:lvl9pPr>
          </a:lstStyle>
          <a:p xmlns:a="http://schemas.openxmlformats.org/drawingml/2006/main">
            <a:pPr>
              <a:defRPr sz="1950" b="1">
                <a:solidFill>
                  <a:srgbClr val="B85D35"/>
                </a:solidFill>
              </a:defRPr>
            </a:pPr>
            <a:r>
              <a:rPr sz="1950" b="1">
                <a:solidFill>
                  <a:srgbClr val="B85D35"/>
                </a:solidFill>
              </a:rPr>
              <a:t>REFERENCE IMAGE</a:t>
            </a:r>
          </a:p>
        </p:txBody>
      </p:sp>
      <p:sp>
        <p:nvSpPr>
          <p:cNvPr id="4" name="">
            <a:extLst xmlns:a="http://schemas.openxmlformats.org/drawingml/2006/main">
              <a:ext uri="{FF2B5EF4-FFF2-40B4-BE49-F238E27FC236}">
                <a16:creationId xmlns:a16="http://schemas.microsoft.com/office/drawing/2014/main" id="{B5FD4B97-06C1-4680-B95C-351A687129BB}"/>
              </a:ext>
            </a:extLst>
          </p:cNvPr>
          <p:cNvSpPr>
            <a:spLocks xmlns:a="http://schemas.openxmlformats.org/drawingml/2006/main" noGrp="1"/>
          </p:cNvSpPr>
          <p:nvPr/>
        </p:nvSpPr>
        <p:spPr>
          <a:xfrm xmlns:a="http://schemas.openxmlformats.org/drawingml/2006/main">
            <a:off x="4572000" y="1695450"/>
            <a:ext cx="6953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23B32"/>
                </a:solidFill>
              </a:defRPr>
            </a:defPPr>
            <a:lvl1pPr>
              <a:defRPr sz="1950" b="1">
                <a:solidFill>
                  <a:srgbClr val="123B32"/>
                </a:solidFill>
              </a:defRPr>
            </a:lvl1pPr>
            <a:lvl2pPr>
              <a:defRPr sz="1950" b="1">
                <a:solidFill>
                  <a:srgbClr val="123B32"/>
                </a:solidFill>
              </a:defRPr>
            </a:lvl2pPr>
            <a:lvl3pPr>
              <a:defRPr sz="1950" b="1">
                <a:solidFill>
                  <a:srgbClr val="123B32"/>
                </a:solidFill>
              </a:defRPr>
            </a:lvl3pPr>
            <a:lvl4pPr>
              <a:defRPr sz="1950" b="1">
                <a:solidFill>
                  <a:srgbClr val="123B32"/>
                </a:solidFill>
              </a:defRPr>
            </a:lvl4pPr>
            <a:lvl5pPr>
              <a:defRPr sz="1950" b="1">
                <a:solidFill>
                  <a:srgbClr val="123B32"/>
                </a:solidFill>
              </a:defRPr>
            </a:lvl5pPr>
            <a:lvl6pPr>
              <a:defRPr sz="1950" b="1">
                <a:solidFill>
                  <a:srgbClr val="123B32"/>
                </a:solidFill>
              </a:defRPr>
            </a:lvl6pPr>
            <a:lvl7pPr>
              <a:defRPr sz="1950" b="1">
                <a:solidFill>
                  <a:srgbClr val="123B32"/>
                </a:solidFill>
              </a:defRPr>
            </a:lvl7pPr>
            <a:lvl8pPr>
              <a:defRPr sz="1950" b="1">
                <a:solidFill>
                  <a:srgbClr val="123B32"/>
                </a:solidFill>
              </a:defRPr>
            </a:lvl8pPr>
            <a:lvl9pPr>
              <a:defRPr sz="1950" b="1">
                <a:solidFill>
                  <a:srgbClr val="123B32"/>
                </a:solidFill>
              </a:defRPr>
            </a:lvl9pPr>
          </a:lstStyle>
          <a:p xmlns:a="http://schemas.openxmlformats.org/drawingml/2006/main">
            <a:pPr>
              <a:defRPr sz="1950" b="1">
                <a:solidFill>
                  <a:srgbClr val="123B32"/>
                </a:solidFill>
              </a:defRPr>
            </a:pPr>
            <a:r>
              <a:rPr sz="1950" b="1">
                <a:solidFill>
                  <a:srgbClr val="123B32"/>
                </a:solidFill>
              </a:rPr>
              <a:t>SELECTED MATCHES / RANKS 1 AND 3</a:t>
            </a:r>
          </a:p>
        </p:txBody>
      </p:sp>
      <p:pic>
        <p:nvPicPr>
          <p:cNvPr id="5" name="">
            <a:extLst xmlns:a="http://schemas.openxmlformats.org/drawingml/2006/main">
              <a:ext uri="{FF2B5EF4-FFF2-40B4-BE49-F238E27FC236}">
                <a16:creationId xmlns:a16="http://schemas.microsoft.com/office/drawing/2014/main" id="{DFD49CC8-503F-4516-963F-C88A4822C8FF}"/>
              </a:ext>
            </a:extLst>
          </p:cNvPr>
          <p:cNvPicPr>
            <a:picLocks xmlns:a="http://schemas.openxmlformats.org/drawingml/2006/main" noChangeAspect="1"/>
          </p:cNvPicPr>
          <p:nvPr/>
        </p:nvPicPr>
        <p:blipFill>
          <a:blip xmlns:r="http://schemas.openxmlformats.org/officeDocument/2006/relationships" xmlns:a="http://schemas.openxmlformats.org/drawingml/2006/main" r:embed="R385c093d38ba45dc"/>
          <a:stretch xmlns:a="http://schemas.openxmlformats.org/drawingml/2006/main"/>
        </p:blipFill>
        <p:spPr>
          <a:xfrm xmlns:a="http://schemas.openxmlformats.org/drawingml/2006/main">
            <a:off x="1290161" y="2333625"/>
            <a:ext cx="1734503" cy="257175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346D38FA-AECD-4DB6-98C9-0D7F3054D5C4}"/>
              </a:ext>
            </a:extLst>
          </p:cNvPr>
          <p:cNvPicPr>
            <a:picLocks xmlns:a="http://schemas.openxmlformats.org/drawingml/2006/main" noChangeAspect="1"/>
          </p:cNvPicPr>
          <p:nvPr/>
        </p:nvPicPr>
        <p:blipFill>
          <a:blip xmlns:r="http://schemas.openxmlformats.org/officeDocument/2006/relationships" xmlns:a="http://schemas.openxmlformats.org/drawingml/2006/main" r:embed="R01c8a861e9e544b8"/>
          <a:stretch xmlns:a="http://schemas.openxmlformats.org/drawingml/2006/main"/>
        </p:blipFill>
        <p:spPr>
          <a:xfrm xmlns:a="http://schemas.openxmlformats.org/drawingml/2006/main">
            <a:off x="4572000" y="2654260"/>
            <a:ext cx="3190875" cy="1930479"/>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BAF1B094-2E1D-4799-9819-5E73B378A097}"/>
              </a:ext>
            </a:extLst>
          </p:cNvPr>
          <p:cNvPicPr>
            <a:picLocks xmlns:a="http://schemas.openxmlformats.org/drawingml/2006/main" noChangeAspect="1"/>
          </p:cNvPicPr>
          <p:nvPr/>
        </p:nvPicPr>
        <p:blipFill>
          <a:blip xmlns:r="http://schemas.openxmlformats.org/officeDocument/2006/relationships" xmlns:a="http://schemas.openxmlformats.org/drawingml/2006/main" r:embed="R3039875b2e704843"/>
          <a:stretch xmlns:a="http://schemas.openxmlformats.org/drawingml/2006/main"/>
        </p:blipFill>
        <p:spPr>
          <a:xfrm xmlns:a="http://schemas.openxmlformats.org/drawingml/2006/main">
            <a:off x="8382000" y="2518648"/>
            <a:ext cx="3190875" cy="2201704"/>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4C5543CD-9BBB-4515-8339-E868DEDB5319}"/>
              </a:ext>
            </a:extLst>
          </p:cNvPr>
          <p:cNvSpPr>
            <a:spLocks xmlns:a="http://schemas.openxmlformats.org/drawingml/2006/main" noGrp="1"/>
          </p:cNvSpPr>
          <p:nvPr/>
        </p:nvSpPr>
        <p:spPr>
          <a:xfrm xmlns:a="http://schemas.openxmlformats.org/drawingml/2006/main">
            <a:off x="647700" y="5219700"/>
            <a:ext cx="3095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23B32"/>
                </a:solidFill>
              </a:defRPr>
            </a:defPPr>
            <a:lvl1pPr>
              <a:defRPr sz="2100" b="1">
                <a:solidFill>
                  <a:srgbClr val="123B32"/>
                </a:solidFill>
              </a:defRPr>
            </a:lvl1pPr>
            <a:lvl2pPr>
              <a:defRPr sz="2100" b="1">
                <a:solidFill>
                  <a:srgbClr val="123B32"/>
                </a:solidFill>
              </a:defRPr>
            </a:lvl2pPr>
            <a:lvl3pPr>
              <a:defRPr sz="2100" b="1">
                <a:solidFill>
                  <a:srgbClr val="123B32"/>
                </a:solidFill>
              </a:defRPr>
            </a:lvl3pPr>
            <a:lvl4pPr>
              <a:defRPr sz="2100" b="1">
                <a:solidFill>
                  <a:srgbClr val="123B32"/>
                </a:solidFill>
              </a:defRPr>
            </a:lvl4pPr>
            <a:lvl5pPr>
              <a:defRPr sz="2100" b="1">
                <a:solidFill>
                  <a:srgbClr val="123B32"/>
                </a:solidFill>
              </a:defRPr>
            </a:lvl5pPr>
            <a:lvl6pPr>
              <a:defRPr sz="2100" b="1">
                <a:solidFill>
                  <a:srgbClr val="123B32"/>
                </a:solidFill>
              </a:defRPr>
            </a:lvl6pPr>
            <a:lvl7pPr>
              <a:defRPr sz="2100" b="1">
                <a:solidFill>
                  <a:srgbClr val="123B32"/>
                </a:solidFill>
              </a:defRPr>
            </a:lvl7pPr>
            <a:lvl8pPr>
              <a:defRPr sz="2100" b="1">
                <a:solidFill>
                  <a:srgbClr val="123B32"/>
                </a:solidFill>
              </a:defRPr>
            </a:lvl8pPr>
            <a:lvl9pPr>
              <a:defRPr sz="2100" b="1">
                <a:solidFill>
                  <a:srgbClr val="123B32"/>
                </a:solidFill>
              </a:defRPr>
            </a:lvl9pPr>
          </a:lstStyle>
          <a:p xmlns:a="http://schemas.openxmlformats.org/drawingml/2006/main">
            <a:pPr>
              <a:defRPr sz="2100" b="1">
                <a:solidFill>
                  <a:srgbClr val="123B32"/>
                </a:solidFill>
              </a:defRPr>
            </a:pPr>
            <a:r>
              <a:rPr sz="2100" b="1">
                <a:solidFill>
                  <a:srgbClr val="123B32"/>
                </a:solidFill>
              </a:rPr>
              <a:t>Query / CLIP</a:t>
            </a:r>
          </a:p>
        </p:txBody>
      </p:sp>
      <p:sp>
        <p:nvSpPr>
          <p:cNvPr id="9" name="">
            <a:extLst xmlns:a="http://schemas.openxmlformats.org/drawingml/2006/main">
              <a:ext uri="{FF2B5EF4-FFF2-40B4-BE49-F238E27FC236}">
                <a16:creationId xmlns:a16="http://schemas.microsoft.com/office/drawing/2014/main" id="{9860160D-D0D8-4521-984C-0B50698FCF31}"/>
              </a:ext>
            </a:extLst>
          </p:cNvPr>
          <p:cNvSpPr>
            <a:spLocks xmlns:a="http://schemas.openxmlformats.org/drawingml/2006/main" noGrp="1"/>
          </p:cNvSpPr>
          <p:nvPr/>
        </p:nvSpPr>
        <p:spPr>
          <a:xfrm xmlns:a="http://schemas.openxmlformats.org/drawingml/2006/main">
            <a:off x="4619625" y="5219700"/>
            <a:ext cx="3190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23B32"/>
                </a:solidFill>
              </a:defRPr>
            </a:defPPr>
            <a:lvl1pPr>
              <a:defRPr sz="2025" b="1">
                <a:solidFill>
                  <a:srgbClr val="123B32"/>
                </a:solidFill>
              </a:defRPr>
            </a:lvl1pPr>
            <a:lvl2pPr>
              <a:defRPr sz="2025" b="1">
                <a:solidFill>
                  <a:srgbClr val="123B32"/>
                </a:solidFill>
              </a:defRPr>
            </a:lvl2pPr>
            <a:lvl3pPr>
              <a:defRPr sz="2025" b="1">
                <a:solidFill>
                  <a:srgbClr val="123B32"/>
                </a:solidFill>
              </a:defRPr>
            </a:lvl3pPr>
            <a:lvl4pPr>
              <a:defRPr sz="2025" b="1">
                <a:solidFill>
                  <a:srgbClr val="123B32"/>
                </a:solidFill>
              </a:defRPr>
            </a:lvl4pPr>
            <a:lvl5pPr>
              <a:defRPr sz="2025" b="1">
                <a:solidFill>
                  <a:srgbClr val="123B32"/>
                </a:solidFill>
              </a:defRPr>
            </a:lvl5pPr>
            <a:lvl6pPr>
              <a:defRPr sz="2025" b="1">
                <a:solidFill>
                  <a:srgbClr val="123B32"/>
                </a:solidFill>
              </a:defRPr>
            </a:lvl6pPr>
            <a:lvl7pPr>
              <a:defRPr sz="2025" b="1">
                <a:solidFill>
                  <a:srgbClr val="123B32"/>
                </a:solidFill>
              </a:defRPr>
            </a:lvl7pPr>
            <a:lvl8pPr>
              <a:defRPr sz="2025" b="1">
                <a:solidFill>
                  <a:srgbClr val="123B32"/>
                </a:solidFill>
              </a:defRPr>
            </a:lvl8pPr>
            <a:lvl9pPr>
              <a:defRPr sz="2025" b="1">
                <a:solidFill>
                  <a:srgbClr val="123B32"/>
                </a:solidFill>
              </a:defRPr>
            </a:lvl9pPr>
          </a:lstStyle>
          <a:p xmlns:a="http://schemas.openxmlformats.org/drawingml/2006/main">
            <a:pPr>
              <a:defRPr sz="2025" b="1">
                <a:solidFill>
                  <a:srgbClr val="123B32"/>
                </a:solidFill>
              </a:defRPr>
            </a:pPr>
            <a:r>
              <a:rPr sz="2025" b="1">
                <a:solidFill>
                  <a:srgbClr val="123B32"/>
                </a:solidFill>
              </a:rPr>
              <a:t>#1 / cosine 0.912</a:t>
            </a:r>
          </a:p>
        </p:txBody>
      </p:sp>
      <p:sp>
        <p:nvSpPr>
          <p:cNvPr id="10" name="">
            <a:extLst xmlns:a="http://schemas.openxmlformats.org/drawingml/2006/main">
              <a:ext uri="{FF2B5EF4-FFF2-40B4-BE49-F238E27FC236}">
                <a16:creationId xmlns:a16="http://schemas.microsoft.com/office/drawing/2014/main" id="{29052F07-94BA-47AA-AAEB-C851F75E8B2F}"/>
              </a:ext>
            </a:extLst>
          </p:cNvPr>
          <p:cNvSpPr>
            <a:spLocks xmlns:a="http://schemas.openxmlformats.org/drawingml/2006/main" noGrp="1"/>
          </p:cNvSpPr>
          <p:nvPr/>
        </p:nvSpPr>
        <p:spPr>
          <a:xfrm xmlns:a="http://schemas.openxmlformats.org/drawingml/2006/main">
            <a:off x="8420100" y="5219700"/>
            <a:ext cx="3190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23B32"/>
                </a:solidFill>
              </a:defRPr>
            </a:defPPr>
            <a:lvl1pPr>
              <a:defRPr sz="2025" b="1">
                <a:solidFill>
                  <a:srgbClr val="123B32"/>
                </a:solidFill>
              </a:defRPr>
            </a:lvl1pPr>
            <a:lvl2pPr>
              <a:defRPr sz="2025" b="1">
                <a:solidFill>
                  <a:srgbClr val="123B32"/>
                </a:solidFill>
              </a:defRPr>
            </a:lvl2pPr>
            <a:lvl3pPr>
              <a:defRPr sz="2025" b="1">
                <a:solidFill>
                  <a:srgbClr val="123B32"/>
                </a:solidFill>
              </a:defRPr>
            </a:lvl3pPr>
            <a:lvl4pPr>
              <a:defRPr sz="2025" b="1">
                <a:solidFill>
                  <a:srgbClr val="123B32"/>
                </a:solidFill>
              </a:defRPr>
            </a:lvl4pPr>
            <a:lvl5pPr>
              <a:defRPr sz="2025" b="1">
                <a:solidFill>
                  <a:srgbClr val="123B32"/>
                </a:solidFill>
              </a:defRPr>
            </a:lvl5pPr>
            <a:lvl6pPr>
              <a:defRPr sz="2025" b="1">
                <a:solidFill>
                  <a:srgbClr val="123B32"/>
                </a:solidFill>
              </a:defRPr>
            </a:lvl6pPr>
            <a:lvl7pPr>
              <a:defRPr sz="2025" b="1">
                <a:solidFill>
                  <a:srgbClr val="123B32"/>
                </a:solidFill>
              </a:defRPr>
            </a:lvl7pPr>
            <a:lvl8pPr>
              <a:defRPr sz="2025" b="1">
                <a:solidFill>
                  <a:srgbClr val="123B32"/>
                </a:solidFill>
              </a:defRPr>
            </a:lvl8pPr>
            <a:lvl9pPr>
              <a:defRPr sz="2025" b="1">
                <a:solidFill>
                  <a:srgbClr val="123B32"/>
                </a:solidFill>
              </a:defRPr>
            </a:lvl9pPr>
          </a:lstStyle>
          <a:p xmlns:a="http://schemas.openxmlformats.org/drawingml/2006/main">
            <a:pPr>
              <a:defRPr sz="2025" b="1">
                <a:solidFill>
                  <a:srgbClr val="123B32"/>
                </a:solidFill>
              </a:defRPr>
            </a:pPr>
            <a:r>
              <a:rPr sz="2025" b="1">
                <a:solidFill>
                  <a:srgbClr val="123B32"/>
                </a:solidFill>
              </a:rPr>
              <a:t>#3 / cosine 0.871</a:t>
            </a:r>
          </a:p>
        </p:txBody>
      </p:sp>
      <p:sp>
        <p:nvSpPr>
          <p:cNvPr id="11" name="">
            <a:extLst xmlns:a="http://schemas.openxmlformats.org/drawingml/2006/main">
              <a:ext uri="{FF2B5EF4-FFF2-40B4-BE49-F238E27FC236}">
                <a16:creationId xmlns:a16="http://schemas.microsoft.com/office/drawing/2014/main" id="{792A6BF5-D5C1-4F8E-94C3-FC45F1AD3004}"/>
              </a:ext>
            </a:extLst>
          </p:cNvPr>
          <p:cNvSpPr>
            <a:spLocks xmlns:a="http://schemas.openxmlformats.org/drawingml/2006/main" noGrp="1"/>
          </p:cNvSpPr>
          <p:nvPr/>
        </p:nvSpPr>
        <p:spPr>
          <a:xfrm xmlns:a="http://schemas.openxmlformats.org/drawingml/2006/main">
            <a:off x="609600" y="605790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2675C"/>
                </a:solidFill>
              </a:defRPr>
            </a:defPPr>
            <a:lvl1pPr>
              <a:defRPr sz="1800" b="0">
                <a:solidFill>
                  <a:srgbClr val="52675C"/>
                </a:solidFill>
              </a:defRPr>
            </a:lvl1pPr>
            <a:lvl2pPr>
              <a:defRPr sz="1800" b="0">
                <a:solidFill>
                  <a:srgbClr val="52675C"/>
                </a:solidFill>
              </a:defRPr>
            </a:lvl2pPr>
            <a:lvl3pPr>
              <a:defRPr sz="1800" b="0">
                <a:solidFill>
                  <a:srgbClr val="52675C"/>
                </a:solidFill>
              </a:defRPr>
            </a:lvl3pPr>
            <a:lvl4pPr>
              <a:defRPr sz="1800" b="0">
                <a:solidFill>
                  <a:srgbClr val="52675C"/>
                </a:solidFill>
              </a:defRPr>
            </a:lvl4pPr>
            <a:lvl5pPr>
              <a:defRPr sz="1800" b="0">
                <a:solidFill>
                  <a:srgbClr val="52675C"/>
                </a:solidFill>
              </a:defRPr>
            </a:lvl5pPr>
            <a:lvl6pPr>
              <a:defRPr sz="1800" b="0">
                <a:solidFill>
                  <a:srgbClr val="52675C"/>
                </a:solidFill>
              </a:defRPr>
            </a:lvl6pPr>
            <a:lvl7pPr>
              <a:defRPr sz="1800" b="0">
                <a:solidFill>
                  <a:srgbClr val="52675C"/>
                </a:solidFill>
              </a:defRPr>
            </a:lvl7pPr>
            <a:lvl8pPr>
              <a:defRPr sz="1800" b="0">
                <a:solidFill>
                  <a:srgbClr val="52675C"/>
                </a:solidFill>
              </a:defRPr>
            </a:lvl8pPr>
            <a:lvl9pPr>
              <a:defRPr sz="1800" b="0">
                <a:solidFill>
                  <a:srgbClr val="52675C"/>
                </a:solidFill>
              </a:defRPr>
            </a:lvl9pPr>
          </a:lstStyle>
          <a:p xmlns:a="http://schemas.openxmlformats.org/drawingml/2006/main">
            <a:pPr>
              <a:defRPr sz="1800" b="0">
                <a:solidFill>
                  <a:srgbClr val="52675C"/>
                </a:solidFill>
              </a:defRPr>
            </a:pPr>
            <a:r>
              <a:rPr sz="1800" b="0">
                <a:solidFill>
                  <a:srgbClr val="52675C"/>
                </a:solidFill>
              </a:rPr>
              <a:t>5 distinct assets / reference excluded / 4 lynx labels and 1 wolf label</a:t>
            </a:r>
          </a:p>
        </p:txBody>
      </p:sp>
    </p:spTree>
    <p:extLst>
      <p:ext uri="{BB962C8B-B14F-4D97-AF65-F5344CB8AC3E}">
        <p14:creationId xmlns:p14="http://schemas.microsoft.com/office/powerpoint/2010/main" val="1567050613"/>
      </p:ext>
    </p:extLst>
  </p:cSld>
</p:sld>
</file>

<file path=ppt/slides/slide14.xml><?xml version="1.0" encoding="utf-8"?>
<p:sld xmlns:p="http://schemas.openxmlformats.org/presentationml/2006/main">
  <p:cSld>
    <p:bg>
      <p:bgPr>
        <a:solidFill xmlns:a="http://schemas.openxmlformats.org/drawingml/2006/main">
          <a:srgbClr val="F5F1E7"/>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C7AE64E-7405-47FB-9194-FD00842799D3}"/>
              </a:ext>
            </a:extLst>
          </p:cNvPr>
          <p:cNvSpPr>
            <a:spLocks xmlns:a="http://schemas.openxmlformats.org/drawingml/2006/main" noGrp="1"/>
          </p:cNvSpPr>
          <p:nvPr/>
        </p:nvSpPr>
        <p:spPr>
          <a:xfrm xmlns:a="http://schemas.openxmlformats.org/drawingml/2006/main">
            <a:off x="533400" y="428625"/>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23B32"/>
                </a:solidFill>
              </a:defRPr>
            </a:defPPr>
            <a:lvl1pPr>
              <a:defRPr sz="3375" b="1">
                <a:solidFill>
                  <a:srgbClr val="123B32"/>
                </a:solidFill>
              </a:defRPr>
            </a:lvl1pPr>
            <a:lvl2pPr>
              <a:defRPr sz="3375" b="1">
                <a:solidFill>
                  <a:srgbClr val="123B32"/>
                </a:solidFill>
              </a:defRPr>
            </a:lvl2pPr>
            <a:lvl3pPr>
              <a:defRPr sz="3375" b="1">
                <a:solidFill>
                  <a:srgbClr val="123B32"/>
                </a:solidFill>
              </a:defRPr>
            </a:lvl3pPr>
            <a:lvl4pPr>
              <a:defRPr sz="3375" b="1">
                <a:solidFill>
                  <a:srgbClr val="123B32"/>
                </a:solidFill>
              </a:defRPr>
            </a:lvl4pPr>
            <a:lvl5pPr>
              <a:defRPr sz="3375" b="1">
                <a:solidFill>
                  <a:srgbClr val="123B32"/>
                </a:solidFill>
              </a:defRPr>
            </a:lvl5pPr>
            <a:lvl6pPr>
              <a:defRPr sz="3375" b="1">
                <a:solidFill>
                  <a:srgbClr val="123B32"/>
                </a:solidFill>
              </a:defRPr>
            </a:lvl6pPr>
            <a:lvl7pPr>
              <a:defRPr sz="3375" b="1">
                <a:solidFill>
                  <a:srgbClr val="123B32"/>
                </a:solidFill>
              </a:defRPr>
            </a:lvl7pPr>
            <a:lvl8pPr>
              <a:defRPr sz="3375" b="1">
                <a:solidFill>
                  <a:srgbClr val="123B32"/>
                </a:solidFill>
              </a:defRPr>
            </a:lvl8pPr>
            <a:lvl9pPr>
              <a:defRPr sz="3375" b="1">
                <a:solidFill>
                  <a:srgbClr val="123B32"/>
                </a:solidFill>
              </a:defRPr>
            </a:lvl9pPr>
          </a:lstStyle>
          <a:p xmlns:a="http://schemas.openxmlformats.org/drawingml/2006/main">
            <a:pPr>
              <a:defRPr sz="3375" b="1">
                <a:solidFill>
                  <a:srgbClr val="123B32"/>
                </a:solidFill>
              </a:defRPr>
            </a:pPr>
            <a:r>
              <a:rPr sz="3375" b="1">
                <a:solidFill>
                  <a:srgbClr val="123B32"/>
                </a:solidFill>
              </a:rPr>
              <a:t>Task 2: one query, images and text</a:t>
            </a:r>
          </a:p>
        </p:txBody>
      </p:sp>
      <p:sp>
        <p:nvSpPr>
          <p:cNvPr id="2" name="">
            <a:extLst xmlns:a="http://schemas.openxmlformats.org/drawingml/2006/main">
              <a:ext uri="{FF2B5EF4-FFF2-40B4-BE49-F238E27FC236}">
                <a16:creationId xmlns:a16="http://schemas.microsoft.com/office/drawing/2014/main" id="{6727D58D-CE85-4ED1-A1C5-8C896B0DAAB6}"/>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2675C"/>
                </a:solidFill>
              </a:defRPr>
            </a:defPPr>
            <a:lvl1pPr>
              <a:defRPr sz="1425" b="0">
                <a:solidFill>
                  <a:srgbClr val="52675C"/>
                </a:solidFill>
              </a:defRPr>
            </a:lvl1pPr>
            <a:lvl2pPr>
              <a:defRPr sz="1425" b="0">
                <a:solidFill>
                  <a:srgbClr val="52675C"/>
                </a:solidFill>
              </a:defRPr>
            </a:lvl2pPr>
            <a:lvl3pPr>
              <a:defRPr sz="1425" b="0">
                <a:solidFill>
                  <a:srgbClr val="52675C"/>
                </a:solidFill>
              </a:defRPr>
            </a:lvl3pPr>
            <a:lvl4pPr>
              <a:defRPr sz="1425" b="0">
                <a:solidFill>
                  <a:srgbClr val="52675C"/>
                </a:solidFill>
              </a:defRPr>
            </a:lvl4pPr>
            <a:lvl5pPr>
              <a:defRPr sz="1425" b="0">
                <a:solidFill>
                  <a:srgbClr val="52675C"/>
                </a:solidFill>
              </a:defRPr>
            </a:lvl5pPr>
            <a:lvl6pPr>
              <a:defRPr sz="1425" b="0">
                <a:solidFill>
                  <a:srgbClr val="52675C"/>
                </a:solidFill>
              </a:defRPr>
            </a:lvl6pPr>
            <a:lvl7pPr>
              <a:defRPr sz="1425" b="0">
                <a:solidFill>
                  <a:srgbClr val="52675C"/>
                </a:solidFill>
              </a:defRPr>
            </a:lvl7pPr>
            <a:lvl8pPr>
              <a:defRPr sz="1425" b="0">
                <a:solidFill>
                  <a:srgbClr val="52675C"/>
                </a:solidFill>
              </a:defRPr>
            </a:lvl8pPr>
            <a:lvl9pPr>
              <a:defRPr sz="1425" b="0">
                <a:solidFill>
                  <a:srgbClr val="52675C"/>
                </a:solidFill>
              </a:defRPr>
            </a:lvl9pPr>
          </a:lstStyle>
          <a:p xmlns:a="http://schemas.openxmlformats.org/drawingml/2006/main">
            <a:pPr>
              <a:defRPr sz="1425" b="0">
                <a:solidFill>
                  <a:srgbClr val="52675C"/>
                </a:solidFill>
              </a:defRPr>
            </a:pPr>
            <a:r>
              <a:rPr sz="1425" b="0">
                <a:solidFill>
                  <a:srgbClr val="52675C"/>
                </a:solidFill>
              </a:rPr>
              <a:t>14</a:t>
            </a:r>
          </a:p>
        </p:txBody>
      </p:sp>
      <p:sp>
        <p:nvSpPr>
          <p:cNvPr id="3" name="">
            <a:extLst xmlns:a="http://schemas.openxmlformats.org/drawingml/2006/main">
              <a:ext uri="{FF2B5EF4-FFF2-40B4-BE49-F238E27FC236}">
                <a16:creationId xmlns:a16="http://schemas.microsoft.com/office/drawing/2014/main" id="{5BB51ACE-065F-40A3-918F-74A5A6BE14DC}"/>
              </a:ext>
            </a:extLst>
          </p:cNvPr>
          <p:cNvSpPr>
            <a:spLocks xmlns:a="http://schemas.openxmlformats.org/drawingml/2006/main" noGrp="1"/>
          </p:cNvSpPr>
          <p:nvPr/>
        </p:nvSpPr>
        <p:spPr>
          <a:xfrm xmlns:a="http://schemas.openxmlformats.org/drawingml/2006/main">
            <a:off x="609600" y="1571625"/>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75" b="1">
                <a:solidFill>
                  <a:srgbClr val="123B32"/>
                </a:solidFill>
              </a:defRPr>
            </a:defPPr>
            <a:lvl1pPr>
              <a:defRPr sz="2775" b="1">
                <a:solidFill>
                  <a:srgbClr val="123B32"/>
                </a:solidFill>
              </a:defRPr>
            </a:lvl1pPr>
            <a:lvl2pPr>
              <a:defRPr sz="2775" b="1">
                <a:solidFill>
                  <a:srgbClr val="123B32"/>
                </a:solidFill>
              </a:defRPr>
            </a:lvl2pPr>
            <a:lvl3pPr>
              <a:defRPr sz="2775" b="1">
                <a:solidFill>
                  <a:srgbClr val="123B32"/>
                </a:solidFill>
              </a:defRPr>
            </a:lvl3pPr>
            <a:lvl4pPr>
              <a:defRPr sz="2775" b="1">
                <a:solidFill>
                  <a:srgbClr val="123B32"/>
                </a:solidFill>
              </a:defRPr>
            </a:lvl4pPr>
            <a:lvl5pPr>
              <a:defRPr sz="2775" b="1">
                <a:solidFill>
                  <a:srgbClr val="123B32"/>
                </a:solidFill>
              </a:defRPr>
            </a:lvl5pPr>
            <a:lvl6pPr>
              <a:defRPr sz="2775" b="1">
                <a:solidFill>
                  <a:srgbClr val="123B32"/>
                </a:solidFill>
              </a:defRPr>
            </a:lvl6pPr>
            <a:lvl7pPr>
              <a:defRPr sz="2775" b="1">
                <a:solidFill>
                  <a:srgbClr val="123B32"/>
                </a:solidFill>
              </a:defRPr>
            </a:lvl7pPr>
            <a:lvl8pPr>
              <a:defRPr sz="2775" b="1">
                <a:solidFill>
                  <a:srgbClr val="123B32"/>
                </a:solidFill>
              </a:defRPr>
            </a:lvl8pPr>
            <a:lvl9pPr>
              <a:defRPr sz="2775" b="1">
                <a:solidFill>
                  <a:srgbClr val="123B32"/>
                </a:solidFill>
              </a:defRPr>
            </a:lvl9pPr>
          </a:lstStyle>
          <a:p xmlns:a="http://schemas.openxmlformats.org/drawingml/2006/main">
            <a:pPr>
              <a:defRPr sz="2775" b="1">
                <a:solidFill>
                  <a:srgbClr val="123B32"/>
                </a:solidFill>
              </a:defRPr>
            </a:pPr>
            <a:r>
              <a:rPr sz="2775" b="1">
                <a:solidFill>
                  <a:srgbClr val="123B32"/>
                </a:solidFill>
              </a:rPr>
              <a:t>“Iberian lynx in its natural habitat”</a:t>
            </a:r>
          </a:p>
        </p:txBody>
      </p:sp>
      <p:sp>
        <p:nvSpPr>
          <p:cNvPr id="4" name="">
            <a:extLst xmlns:a="http://schemas.openxmlformats.org/drawingml/2006/main">
              <a:ext uri="{FF2B5EF4-FFF2-40B4-BE49-F238E27FC236}">
                <a16:creationId xmlns:a16="http://schemas.microsoft.com/office/drawing/2014/main" id="{E5A49D21-6D6B-40CE-BC5C-7A2E6BC8F5C8}"/>
              </a:ext>
            </a:extLst>
          </p:cNvPr>
          <p:cNvSpPr>
            <a:spLocks xmlns:a="http://schemas.openxmlformats.org/drawingml/2006/main" noGrp="1"/>
          </p:cNvSpPr>
          <p:nvPr/>
        </p:nvSpPr>
        <p:spPr>
          <a:xfrm xmlns:a="http://schemas.openxmlformats.org/drawingml/2006/main">
            <a:off x="609600" y="2381250"/>
            <a:ext cx="5143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B85D35"/>
                </a:solidFill>
              </a:defRPr>
            </a:defPPr>
            <a:lvl1pPr>
              <a:defRPr sz="1875" b="1">
                <a:solidFill>
                  <a:srgbClr val="B85D35"/>
                </a:solidFill>
              </a:defRPr>
            </a:lvl1pPr>
            <a:lvl2pPr>
              <a:defRPr sz="1875" b="1">
                <a:solidFill>
                  <a:srgbClr val="B85D35"/>
                </a:solidFill>
              </a:defRPr>
            </a:lvl2pPr>
            <a:lvl3pPr>
              <a:defRPr sz="1875" b="1">
                <a:solidFill>
                  <a:srgbClr val="B85D35"/>
                </a:solidFill>
              </a:defRPr>
            </a:lvl3pPr>
            <a:lvl4pPr>
              <a:defRPr sz="1875" b="1">
                <a:solidFill>
                  <a:srgbClr val="B85D35"/>
                </a:solidFill>
              </a:defRPr>
            </a:lvl4pPr>
            <a:lvl5pPr>
              <a:defRPr sz="1875" b="1">
                <a:solidFill>
                  <a:srgbClr val="B85D35"/>
                </a:solidFill>
              </a:defRPr>
            </a:lvl5pPr>
            <a:lvl6pPr>
              <a:defRPr sz="1875" b="1">
                <a:solidFill>
                  <a:srgbClr val="B85D35"/>
                </a:solidFill>
              </a:defRPr>
            </a:lvl6pPr>
            <a:lvl7pPr>
              <a:defRPr sz="1875" b="1">
                <a:solidFill>
                  <a:srgbClr val="B85D35"/>
                </a:solidFill>
              </a:defRPr>
            </a:lvl7pPr>
            <a:lvl8pPr>
              <a:defRPr sz="1875" b="1">
                <a:solidFill>
                  <a:srgbClr val="B85D35"/>
                </a:solidFill>
              </a:defRPr>
            </a:lvl8pPr>
            <a:lvl9pPr>
              <a:defRPr sz="1875" b="1">
                <a:solidFill>
                  <a:srgbClr val="B85D35"/>
                </a:solidFill>
              </a:defRPr>
            </a:lvl9pPr>
          </a:lstStyle>
          <a:p xmlns:a="http://schemas.openxmlformats.org/drawingml/2006/main">
            <a:pPr>
              <a:defRPr sz="1875" b="1">
                <a:solidFill>
                  <a:srgbClr val="B85D35"/>
                </a:solidFill>
              </a:defRPr>
            </a:pPr>
            <a:r>
              <a:rPr sz="1875" b="1">
                <a:solidFill>
                  <a:srgbClr val="B85D35"/>
                </a:solidFill>
              </a:rPr>
              <a:t>IMAGE HIT #5 / WIKIMEDIA</a:t>
            </a:r>
          </a:p>
        </p:txBody>
      </p:sp>
      <p:pic>
        <p:nvPicPr>
          <p:cNvPr id="5" name="">
            <a:extLst xmlns:a="http://schemas.openxmlformats.org/drawingml/2006/main">
              <a:ext uri="{FF2B5EF4-FFF2-40B4-BE49-F238E27FC236}">
                <a16:creationId xmlns:a16="http://schemas.microsoft.com/office/drawing/2014/main" id="{A98C1731-5330-4F76-BB11-3B8379614755}"/>
              </a:ext>
            </a:extLst>
          </p:cNvPr>
          <p:cNvPicPr>
            <a:picLocks xmlns:a="http://schemas.openxmlformats.org/drawingml/2006/main" noChangeAspect="1"/>
          </p:cNvPicPr>
          <p:nvPr/>
        </p:nvPicPr>
        <p:blipFill>
          <a:blip xmlns:r="http://schemas.openxmlformats.org/officeDocument/2006/relationships" xmlns:a="http://schemas.openxmlformats.org/drawingml/2006/main" r:embed="R2491e0192bdf46b5"/>
          <a:stretch xmlns:a="http://schemas.openxmlformats.org/drawingml/2006/main"/>
        </p:blipFill>
        <p:spPr>
          <a:xfrm xmlns:a="http://schemas.openxmlformats.org/drawingml/2006/main">
            <a:off x="1264444" y="3000375"/>
            <a:ext cx="3786188" cy="252412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0ED72DD9-90F2-4CA4-AA83-38F10FBD7F09}"/>
              </a:ext>
            </a:extLst>
          </p:cNvPr>
          <p:cNvSpPr>
            <a:spLocks xmlns:a="http://schemas.openxmlformats.org/drawingml/2006/main" noGrp="1"/>
          </p:cNvSpPr>
          <p:nvPr/>
        </p:nvSpPr>
        <p:spPr>
          <a:xfrm xmlns:a="http://schemas.openxmlformats.org/drawingml/2006/main">
            <a:off x="6477000" y="2381250"/>
            <a:ext cx="5048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B85D35"/>
                </a:solidFill>
              </a:defRPr>
            </a:defPPr>
            <a:lvl1pPr>
              <a:defRPr sz="1875" b="1">
                <a:solidFill>
                  <a:srgbClr val="B85D35"/>
                </a:solidFill>
              </a:defRPr>
            </a:lvl1pPr>
            <a:lvl2pPr>
              <a:defRPr sz="1875" b="1">
                <a:solidFill>
                  <a:srgbClr val="B85D35"/>
                </a:solidFill>
              </a:defRPr>
            </a:lvl2pPr>
            <a:lvl3pPr>
              <a:defRPr sz="1875" b="1">
                <a:solidFill>
                  <a:srgbClr val="B85D35"/>
                </a:solidFill>
              </a:defRPr>
            </a:lvl3pPr>
            <a:lvl4pPr>
              <a:defRPr sz="1875" b="1">
                <a:solidFill>
                  <a:srgbClr val="B85D35"/>
                </a:solidFill>
              </a:defRPr>
            </a:lvl4pPr>
            <a:lvl5pPr>
              <a:defRPr sz="1875" b="1">
                <a:solidFill>
                  <a:srgbClr val="B85D35"/>
                </a:solidFill>
              </a:defRPr>
            </a:lvl5pPr>
            <a:lvl6pPr>
              <a:defRPr sz="1875" b="1">
                <a:solidFill>
                  <a:srgbClr val="B85D35"/>
                </a:solidFill>
              </a:defRPr>
            </a:lvl6pPr>
            <a:lvl7pPr>
              <a:defRPr sz="1875" b="1">
                <a:solidFill>
                  <a:srgbClr val="B85D35"/>
                </a:solidFill>
              </a:defRPr>
            </a:lvl7pPr>
            <a:lvl8pPr>
              <a:defRPr sz="1875" b="1">
                <a:solidFill>
                  <a:srgbClr val="B85D35"/>
                </a:solidFill>
              </a:defRPr>
            </a:lvl8pPr>
            <a:lvl9pPr>
              <a:defRPr sz="1875" b="1">
                <a:solidFill>
                  <a:srgbClr val="B85D35"/>
                </a:solidFill>
              </a:defRPr>
            </a:lvl9pPr>
          </a:lstStyle>
          <a:p xmlns:a="http://schemas.openxmlformats.org/drawingml/2006/main">
            <a:pPr>
              <a:defRPr sz="1875" b="1">
                <a:solidFill>
                  <a:srgbClr val="B85D35"/>
                </a:solidFill>
              </a:defRPr>
            </a:pPr>
            <a:r>
              <a:rPr sz="1875" b="1">
                <a:solidFill>
                  <a:srgbClr val="B85D35"/>
                </a:solidFill>
              </a:rPr>
              <a:t>TEXT HIT #4 / GBIF</a:t>
            </a:r>
          </a:p>
        </p:txBody>
      </p:sp>
      <p:sp>
        <p:nvSpPr>
          <p:cNvPr id="7" name="">
            <a:extLst xmlns:a="http://schemas.openxmlformats.org/drawingml/2006/main">
              <a:ext uri="{FF2B5EF4-FFF2-40B4-BE49-F238E27FC236}">
                <a16:creationId xmlns:a16="http://schemas.microsoft.com/office/drawing/2014/main" id="{975B993A-EBE0-4425-B230-5D08412E0845}"/>
              </a:ext>
            </a:extLst>
          </p:cNvPr>
          <p:cNvSpPr>
            <a:spLocks xmlns:a="http://schemas.openxmlformats.org/drawingml/2006/main" noGrp="1"/>
          </p:cNvSpPr>
          <p:nvPr/>
        </p:nvSpPr>
        <p:spPr>
          <a:xfrm xmlns:a="http://schemas.openxmlformats.org/drawingml/2006/main">
            <a:off x="6477000" y="3171825"/>
            <a:ext cx="5048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75" b="1">
                <a:solidFill>
                  <a:srgbClr val="123B32"/>
                </a:solidFill>
              </a:defRPr>
            </a:defPPr>
            <a:lvl1pPr>
              <a:defRPr sz="2775" b="1">
                <a:solidFill>
                  <a:srgbClr val="123B32"/>
                </a:solidFill>
              </a:defRPr>
            </a:lvl1pPr>
            <a:lvl2pPr>
              <a:defRPr sz="2775" b="1">
                <a:solidFill>
                  <a:srgbClr val="123B32"/>
                </a:solidFill>
              </a:defRPr>
            </a:lvl2pPr>
            <a:lvl3pPr>
              <a:defRPr sz="2775" b="1">
                <a:solidFill>
                  <a:srgbClr val="123B32"/>
                </a:solidFill>
              </a:defRPr>
            </a:lvl3pPr>
            <a:lvl4pPr>
              <a:defRPr sz="2775" b="1">
                <a:solidFill>
                  <a:srgbClr val="123B32"/>
                </a:solidFill>
              </a:defRPr>
            </a:lvl4pPr>
            <a:lvl5pPr>
              <a:defRPr sz="2775" b="1">
                <a:solidFill>
                  <a:srgbClr val="123B32"/>
                </a:solidFill>
              </a:defRPr>
            </a:lvl5pPr>
            <a:lvl6pPr>
              <a:defRPr sz="2775" b="1">
                <a:solidFill>
                  <a:srgbClr val="123B32"/>
                </a:solidFill>
              </a:defRPr>
            </a:lvl6pPr>
            <a:lvl7pPr>
              <a:defRPr sz="2775" b="1">
                <a:solidFill>
                  <a:srgbClr val="123B32"/>
                </a:solidFill>
              </a:defRPr>
            </a:lvl7pPr>
            <a:lvl8pPr>
              <a:defRPr sz="2775" b="1">
                <a:solidFill>
                  <a:srgbClr val="123B32"/>
                </a:solidFill>
              </a:defRPr>
            </a:lvl8pPr>
            <a:lvl9pPr>
              <a:defRPr sz="2775" b="1">
                <a:solidFill>
                  <a:srgbClr val="123B32"/>
                </a:solidFill>
              </a:defRPr>
            </a:lvl9pPr>
          </a:lstStyle>
          <a:p xmlns:a="http://schemas.openxmlformats.org/drawingml/2006/main">
            <a:pPr>
              <a:defRPr sz="2775" b="1">
                <a:solidFill>
                  <a:srgbClr val="123B32"/>
                </a:solidFill>
              </a:defRPr>
            </a:pPr>
            <a:r>
              <a:rPr sz="2775" b="1">
                <a:solidFill>
                  <a:srgbClr val="123B32"/>
                </a:solidFill>
              </a:rPr>
              <a:t>“About half the size</a:t>
            </a:r>
          </a:p>
          <a:p xmlns:a="http://schemas.openxmlformats.org/drawingml/2006/main">
            <a:pPr>
              <a:defRPr sz="2775" b="1">
                <a:solidFill>
                  <a:srgbClr val="123B32"/>
                </a:solidFill>
              </a:defRPr>
            </a:pPr>
            <a:r>
              <a:rPr sz="2775" b="1">
                <a:solidFill>
                  <a:srgbClr val="123B32"/>
                </a:solidFill>
              </a:rPr>
              <a:t>of Eurasian Lynx”</a:t>
            </a:r>
          </a:p>
        </p:txBody>
      </p:sp>
      <p:sp>
        <p:nvSpPr>
          <p:cNvPr id="8" name="">
            <a:extLst xmlns:a="http://schemas.openxmlformats.org/drawingml/2006/main">
              <a:ext uri="{FF2B5EF4-FFF2-40B4-BE49-F238E27FC236}">
                <a16:creationId xmlns:a16="http://schemas.microsoft.com/office/drawing/2014/main" id="{AAF04E0C-FC76-4B6C-A453-E8B3415A8FE4}"/>
              </a:ext>
            </a:extLst>
          </p:cNvPr>
          <p:cNvSpPr>
            <a:spLocks xmlns:a="http://schemas.openxmlformats.org/drawingml/2006/main" noGrp="1"/>
          </p:cNvSpPr>
          <p:nvPr/>
        </p:nvSpPr>
        <p:spPr>
          <a:xfrm xmlns:a="http://schemas.openxmlformats.org/drawingml/2006/main">
            <a:off x="6477000" y="4762500"/>
            <a:ext cx="5048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52675C"/>
                </a:solidFill>
              </a:defRPr>
            </a:defPPr>
            <a:lvl1pPr>
              <a:defRPr sz="2025" b="0">
                <a:solidFill>
                  <a:srgbClr val="52675C"/>
                </a:solidFill>
              </a:defRPr>
            </a:lvl1pPr>
            <a:lvl2pPr>
              <a:defRPr sz="2025" b="0">
                <a:solidFill>
                  <a:srgbClr val="52675C"/>
                </a:solidFill>
              </a:defRPr>
            </a:lvl2pPr>
            <a:lvl3pPr>
              <a:defRPr sz="2025" b="0">
                <a:solidFill>
                  <a:srgbClr val="52675C"/>
                </a:solidFill>
              </a:defRPr>
            </a:lvl3pPr>
            <a:lvl4pPr>
              <a:defRPr sz="2025" b="0">
                <a:solidFill>
                  <a:srgbClr val="52675C"/>
                </a:solidFill>
              </a:defRPr>
            </a:lvl4pPr>
            <a:lvl5pPr>
              <a:defRPr sz="2025" b="0">
                <a:solidFill>
                  <a:srgbClr val="52675C"/>
                </a:solidFill>
              </a:defRPr>
            </a:lvl5pPr>
            <a:lvl6pPr>
              <a:defRPr sz="2025" b="0">
                <a:solidFill>
                  <a:srgbClr val="52675C"/>
                </a:solidFill>
              </a:defRPr>
            </a:lvl6pPr>
            <a:lvl7pPr>
              <a:defRPr sz="2025" b="0">
                <a:solidFill>
                  <a:srgbClr val="52675C"/>
                </a:solidFill>
              </a:defRPr>
            </a:lvl7pPr>
            <a:lvl8pPr>
              <a:defRPr sz="2025" b="0">
                <a:solidFill>
                  <a:srgbClr val="52675C"/>
                </a:solidFill>
              </a:defRPr>
            </a:lvl8pPr>
            <a:lvl9pPr>
              <a:defRPr sz="2025" b="0">
                <a:solidFill>
                  <a:srgbClr val="52675C"/>
                </a:solidFill>
              </a:defRPr>
            </a:lvl9pPr>
          </a:lstStyle>
          <a:p xmlns:a="http://schemas.openxmlformats.org/drawingml/2006/main">
            <a:pPr>
              <a:defRPr sz="2025" b="0">
                <a:solidFill>
                  <a:srgbClr val="52675C"/>
                </a:solidFill>
              </a:defRPr>
            </a:pPr>
            <a:r>
              <a:rPr sz="2025" b="0">
                <a:solidFill>
                  <a:srgbClr val="52675C"/>
                </a:solidFill>
              </a:rPr>
              <a:t>Catalogue label: Lynx pardinus</a:t>
            </a:r>
          </a:p>
        </p:txBody>
      </p:sp>
      <p:sp>
        <p:nvSpPr>
          <p:cNvPr id="9" name="">
            <a:extLst xmlns:a="http://schemas.openxmlformats.org/drawingml/2006/main">
              <a:ext uri="{FF2B5EF4-FFF2-40B4-BE49-F238E27FC236}">
                <a16:creationId xmlns:a16="http://schemas.microsoft.com/office/drawing/2014/main" id="{AF134EFC-BA41-4EBC-973C-A2118A45DFDE}"/>
              </a:ext>
            </a:extLst>
          </p:cNvPr>
          <p:cNvSpPr>
            <a:spLocks xmlns:a="http://schemas.openxmlformats.org/drawingml/2006/main" noGrp="1"/>
          </p:cNvSpPr>
          <p:nvPr/>
        </p:nvSpPr>
        <p:spPr>
          <a:xfrm xmlns:a="http://schemas.openxmlformats.org/drawingml/2006/main">
            <a:off x="609600" y="5581650"/>
            <a:ext cx="109061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23B32"/>
                </a:solidFill>
              </a:defRPr>
            </a:defPPr>
            <a:lvl1pPr>
              <a:defRPr sz="2100" b="1">
                <a:solidFill>
                  <a:srgbClr val="123B32"/>
                </a:solidFill>
              </a:defRPr>
            </a:lvl1pPr>
            <a:lvl2pPr>
              <a:defRPr sz="2100" b="1">
                <a:solidFill>
                  <a:srgbClr val="123B32"/>
                </a:solidFill>
              </a:defRPr>
            </a:lvl2pPr>
            <a:lvl3pPr>
              <a:defRPr sz="2100" b="1">
                <a:solidFill>
                  <a:srgbClr val="123B32"/>
                </a:solidFill>
              </a:defRPr>
            </a:lvl3pPr>
            <a:lvl4pPr>
              <a:defRPr sz="2100" b="1">
                <a:solidFill>
                  <a:srgbClr val="123B32"/>
                </a:solidFill>
              </a:defRPr>
            </a:lvl4pPr>
            <a:lvl5pPr>
              <a:defRPr sz="2100" b="1">
                <a:solidFill>
                  <a:srgbClr val="123B32"/>
                </a:solidFill>
              </a:defRPr>
            </a:lvl5pPr>
            <a:lvl6pPr>
              <a:defRPr sz="2100" b="1">
                <a:solidFill>
                  <a:srgbClr val="123B32"/>
                </a:solidFill>
              </a:defRPr>
            </a:lvl6pPr>
            <a:lvl7pPr>
              <a:defRPr sz="2100" b="1">
                <a:solidFill>
                  <a:srgbClr val="123B32"/>
                </a:solidFill>
              </a:defRPr>
            </a:lvl7pPr>
            <a:lvl8pPr>
              <a:defRPr sz="2100" b="1">
                <a:solidFill>
                  <a:srgbClr val="123B32"/>
                </a:solidFill>
              </a:defRPr>
            </a:lvl8pPr>
            <a:lvl9pPr>
              <a:defRPr sz="2100" b="1">
                <a:solidFill>
                  <a:srgbClr val="123B32"/>
                </a:solidFill>
              </a:defRPr>
            </a:lvl9pPr>
          </a:lstStyle>
          <a:p xmlns:a="http://schemas.openxmlformats.org/drawingml/2006/main">
            <a:pPr>
              <a:defRPr sz="2100" b="1">
                <a:solidFill>
                  <a:srgbClr val="123B32"/>
                </a:solidFill>
              </a:defRPr>
            </a:pPr>
            <a:r>
              <a:rPr sz="2100" b="1">
                <a:solidFill>
                  <a:srgbClr val="123B32"/>
                </a:solidFill>
              </a:rPr>
              <a:t>8 results / 4 images + 4 texts / explicit diversity policy</a:t>
            </a:r>
          </a:p>
        </p:txBody>
      </p:sp>
      <p:sp>
        <p:nvSpPr>
          <p:cNvPr id="10" name="">
            <a:extLst xmlns:a="http://schemas.openxmlformats.org/drawingml/2006/main">
              <a:ext uri="{FF2B5EF4-FFF2-40B4-BE49-F238E27FC236}">
                <a16:creationId xmlns:a16="http://schemas.microsoft.com/office/drawing/2014/main" id="{C43A937C-5E39-4943-9642-391638FA2568}"/>
              </a:ext>
            </a:extLst>
          </p:cNvPr>
          <p:cNvSpPr>
            <a:spLocks xmlns:a="http://schemas.openxmlformats.org/drawingml/2006/main" noGrp="1"/>
          </p:cNvSpPr>
          <p:nvPr/>
        </p:nvSpPr>
        <p:spPr>
          <a:xfrm xmlns:a="http://schemas.openxmlformats.org/drawingml/2006/main">
            <a:off x="609600" y="605790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2675C"/>
                </a:solidFill>
              </a:defRPr>
            </a:defPPr>
            <a:lvl1pPr>
              <a:defRPr sz="1800" b="0">
                <a:solidFill>
                  <a:srgbClr val="52675C"/>
                </a:solidFill>
              </a:defRPr>
            </a:lvl1pPr>
            <a:lvl2pPr>
              <a:defRPr sz="1800" b="0">
                <a:solidFill>
                  <a:srgbClr val="52675C"/>
                </a:solidFill>
              </a:defRPr>
            </a:lvl2pPr>
            <a:lvl3pPr>
              <a:defRPr sz="1800" b="0">
                <a:solidFill>
                  <a:srgbClr val="52675C"/>
                </a:solidFill>
              </a:defRPr>
            </a:lvl3pPr>
            <a:lvl4pPr>
              <a:defRPr sz="1800" b="0">
                <a:solidFill>
                  <a:srgbClr val="52675C"/>
                </a:solidFill>
              </a:defRPr>
            </a:lvl4pPr>
            <a:lvl5pPr>
              <a:defRPr sz="1800" b="0">
                <a:solidFill>
                  <a:srgbClr val="52675C"/>
                </a:solidFill>
              </a:defRPr>
            </a:lvl5pPr>
            <a:lvl6pPr>
              <a:defRPr sz="1800" b="0">
                <a:solidFill>
                  <a:srgbClr val="52675C"/>
                </a:solidFill>
              </a:defRPr>
            </a:lvl6pPr>
            <a:lvl7pPr>
              <a:defRPr sz="1800" b="0">
                <a:solidFill>
                  <a:srgbClr val="52675C"/>
                </a:solidFill>
              </a:defRPr>
            </a:lvl7pPr>
            <a:lvl8pPr>
              <a:defRPr sz="1800" b="0">
                <a:solidFill>
                  <a:srgbClr val="52675C"/>
                </a:solidFill>
              </a:defRPr>
            </a:lvl8pPr>
            <a:lvl9pPr>
              <a:defRPr sz="1800" b="0">
                <a:solidFill>
                  <a:srgbClr val="52675C"/>
                </a:solidFill>
              </a:defRPr>
            </a:lvl9pPr>
          </a:lstStyle>
          <a:p xmlns:a="http://schemas.openxmlformats.org/drawingml/2006/main">
            <a:pPr>
              <a:defRPr sz="1800" b="0">
                <a:solidFill>
                  <a:srgbClr val="52675C"/>
                </a:solidFill>
              </a:defRPr>
            </a:pPr>
            <a:r>
              <a:rPr sz="1800" b="0">
                <a:solidFill>
                  <a:srgbClr val="52675C"/>
                </a:solidFill>
              </a:rPr>
              <a:t>Recorded CLAP example: “owl calling at night” / audio + text</a:t>
            </a:r>
          </a:p>
        </p:txBody>
      </p:sp>
    </p:spTree>
    <p:extLst>
      <p:ext uri="{BB962C8B-B14F-4D97-AF65-F5344CB8AC3E}">
        <p14:creationId xmlns:p14="http://schemas.microsoft.com/office/powerpoint/2010/main" val="565379346"/>
      </p:ext>
    </p:extLst>
  </p:cSld>
</p:sld>
</file>

<file path=ppt/slides/slide15.xml><?xml version="1.0" encoding="utf-8"?>
<p:sld xmlns:p="http://schemas.openxmlformats.org/presentationml/2006/main">
  <p:cSld>
    <p:bg>
      <p:bgPr>
        <a:solidFill xmlns:a="http://schemas.openxmlformats.org/drawingml/2006/main">
          <a:srgbClr val="123B32"/>
        </a:solidFill>
      </p:bgPr>
    </p:bg>
    <p:spTree>
      <p:nvGrpSpPr>
        <p:cNvPr id="1" name=""/>
        <p:cNvGrpSpPr/>
        <p:nvPr/>
      </p:nvGrpSpPr>
      <p:grpSpPr>
        <a:xfrm xmlns:a="http://schemas.openxmlformats.org/drawingml/2006/main"/>
      </p:grpSpPr>
      <p:cxnSp>
        <p:nvCxnSpPr>
          <p:cNvPr id="22" name="">
            <a:extLst xmlns:a="http://schemas.openxmlformats.org/drawingml/2006/main">
              <a:ext uri="{FF2B5EF4-FFF2-40B4-BE49-F238E27FC236}">
                <a16:creationId xmlns:a16="http://schemas.microsoft.com/office/drawing/2014/main" id="{B809B9FA-AB3C-4D57-A6FD-C79AC91E273D}"/>
              </a:ext>
            </a:extLst>
          </p:cNvPr>
          <p:cNvCxnSpPr>
            <a:stCxn xmlns:a="http://schemas.openxmlformats.org/drawingml/2006/main" id="17" idx="1"/>
            <a:endCxn xmlns:a="http://schemas.openxmlformats.org/drawingml/2006/main" id="20" idx="3"/>
          </p:cNvCxnSpPr>
          <p:nvPr/>
        </p:nvCxnSpPr>
        <p:spPr>
          <a:xfrm xmlns:a="http://schemas.openxmlformats.org/drawingml/2006/main" flipH="1">
            <a:off x="5848350" y="5181600"/>
            <a:ext cx="571500" cy="0"/>
          </a:xfrm>
          <a:prstGeom xmlns:a="http://schemas.openxmlformats.org/drawingml/2006/main" prst="straightConnector1">
            <a:avLst/>
          </a:prstGeom>
          <a:ln xmlns:a="http://schemas.openxmlformats.org/drawingml/2006/main" w="25718">
            <a:solidFill>
              <a:srgbClr val="A2B5A4"/>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CAD5F67E-9C00-456A-BF0C-BDBA722F7A4A}"/>
              </a:ext>
            </a:extLst>
          </p:cNvPr>
          <p:cNvCxnSpPr>
            <a:stCxn xmlns:a="http://schemas.openxmlformats.org/drawingml/2006/main" id="14" idx="2"/>
            <a:endCxn xmlns:a="http://schemas.openxmlformats.org/drawingml/2006/main" id="17" idx="0"/>
          </p:cNvCxnSpPr>
          <p:nvPr/>
        </p:nvCxnSpPr>
        <p:spPr>
          <a:xfrm xmlns:a="http://schemas.openxmlformats.org/drawingml/2006/main" flipH="1">
            <a:off x="9020175" y="3714750"/>
            <a:ext cx="1743075" cy="1104900"/>
          </a:xfrm>
          <a:prstGeom xmlns:a="http://schemas.openxmlformats.org/drawingml/2006/main" prst="bentConnector4">
            <a:avLst>
              <a:gd name="adj1" fmla="val 0"/>
              <a:gd name="adj2" fmla="val 50000"/>
            </a:avLst>
          </a:prstGeom>
          <a:ln xmlns:a="http://schemas.openxmlformats.org/drawingml/2006/main" w="25718">
            <a:solidFill>
              <a:srgbClr val="A2B5A4"/>
            </a:solidFill>
            <a:prstDash val="solid"/>
            <a:tailEnd type="arrow" w="med" len="med"/>
          </a:ln>
        </p:spPr>
      </p:cxnSp>
      <p:cxnSp>
        <p:nvCxnSpPr>
          <p:cNvPr id="16" name="">
            <a:extLst xmlns:a="http://schemas.openxmlformats.org/drawingml/2006/main">
              <a:ext uri="{FF2B5EF4-FFF2-40B4-BE49-F238E27FC236}">
                <a16:creationId xmlns:a16="http://schemas.microsoft.com/office/drawing/2014/main" id="{18A9A3CC-5974-4BC3-9C20-C5B8B79C7324}"/>
              </a:ext>
            </a:extLst>
          </p:cNvPr>
          <p:cNvCxnSpPr>
            <a:stCxn xmlns:a="http://schemas.openxmlformats.org/drawingml/2006/main" id="11" idx="3"/>
            <a:endCxn xmlns:a="http://schemas.openxmlformats.org/drawingml/2006/main" id="14" idx="1"/>
          </p:cNvCxnSpPr>
          <p:nvPr/>
        </p:nvCxnSpPr>
        <p:spPr>
          <a:xfrm xmlns:a="http://schemas.openxmlformats.org/drawingml/2006/main">
            <a:off x="9305925" y="3181350"/>
            <a:ext cx="600075" cy="0"/>
          </a:xfrm>
          <a:prstGeom xmlns:a="http://schemas.openxmlformats.org/drawingml/2006/main" prst="straightConnector1">
            <a:avLst/>
          </a:prstGeom>
          <a:ln xmlns:a="http://schemas.openxmlformats.org/drawingml/2006/main" w="25718">
            <a:solidFill>
              <a:srgbClr val="B85D35"/>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57BB22B3-3AD6-4F51-9BB4-84D691CFF899}"/>
              </a:ext>
            </a:extLst>
          </p:cNvPr>
          <p:cNvCxnSpPr>
            <a:stCxn xmlns:a="http://schemas.openxmlformats.org/drawingml/2006/main" id="7" idx="3"/>
            <a:endCxn xmlns:a="http://schemas.openxmlformats.org/drawingml/2006/main" id="11" idx="1"/>
          </p:cNvCxnSpPr>
          <p:nvPr/>
        </p:nvCxnSpPr>
        <p:spPr>
          <a:xfrm xmlns:a="http://schemas.openxmlformats.org/drawingml/2006/main">
            <a:off x="6381750" y="3181350"/>
            <a:ext cx="638175" cy="0"/>
          </a:xfrm>
          <a:prstGeom xmlns:a="http://schemas.openxmlformats.org/drawingml/2006/main" prst="straightConnector1">
            <a:avLst/>
          </a:prstGeom>
          <a:ln xmlns:a="http://schemas.openxmlformats.org/drawingml/2006/main" w="25718">
            <a:solidFill>
              <a:srgbClr val="B85D35"/>
            </a:solidFill>
            <a:prstDash val="solid"/>
            <a:tailEnd type="arrow" w="med" len="med"/>
          </a:ln>
        </p:spPr>
      </p:cxnSp>
      <p:cxnSp>
        <p:nvCxnSpPr>
          <p:cNvPr id="10" name="">
            <a:extLst xmlns:a="http://schemas.openxmlformats.org/drawingml/2006/main">
              <a:ext uri="{FF2B5EF4-FFF2-40B4-BE49-F238E27FC236}">
                <a16:creationId xmlns:a16="http://schemas.microsoft.com/office/drawing/2014/main" id="{398BA94F-9580-4BDC-A8A4-B02E8CD900BE}"/>
              </a:ext>
            </a:extLst>
          </p:cNvPr>
          <p:cNvCxnSpPr>
            <a:stCxn xmlns:a="http://schemas.openxmlformats.org/drawingml/2006/main" id="5" idx="3"/>
            <a:endCxn xmlns:a="http://schemas.openxmlformats.org/drawingml/2006/main" id="7" idx="1"/>
          </p:cNvCxnSpPr>
          <p:nvPr/>
        </p:nvCxnSpPr>
        <p:spPr>
          <a:xfrm xmlns:a="http://schemas.openxmlformats.org/drawingml/2006/main" flipV="1">
            <a:off x="3181350" y="3181350"/>
            <a:ext cx="914400" cy="781050"/>
          </a:xfrm>
          <a:prstGeom xmlns:a="http://schemas.openxmlformats.org/drawingml/2006/main" prst="bentConnector3">
            <a:avLst>
              <a:gd name="adj1" fmla="val 50000"/>
            </a:avLst>
          </a:prstGeom>
          <a:ln xmlns:a="http://schemas.openxmlformats.org/drawingml/2006/main" w="25718">
            <a:solidFill>
              <a:srgbClr val="A2B5A4"/>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11CA19BD-8DC4-4B91-B32C-AE791AE38BA5}"/>
              </a:ext>
            </a:extLst>
          </p:cNvPr>
          <p:cNvCxnSpPr>
            <a:stCxn xmlns:a="http://schemas.openxmlformats.org/drawingml/2006/main" id="3" idx="3"/>
            <a:endCxn xmlns:a="http://schemas.openxmlformats.org/drawingml/2006/main" id="7" idx="1"/>
          </p:cNvCxnSpPr>
          <p:nvPr/>
        </p:nvCxnSpPr>
        <p:spPr>
          <a:xfrm xmlns:a="http://schemas.openxmlformats.org/drawingml/2006/main">
            <a:off x="3181350" y="2328863"/>
            <a:ext cx="914400" cy="852488"/>
          </a:xfrm>
          <a:prstGeom xmlns:a="http://schemas.openxmlformats.org/drawingml/2006/main" prst="bentConnector3">
            <a:avLst>
              <a:gd name="adj1" fmla="val 50000"/>
            </a:avLst>
          </a:prstGeom>
          <a:ln xmlns:a="http://schemas.openxmlformats.org/drawingml/2006/main" w="25718">
            <a:solidFill>
              <a:srgbClr val="A2B5A4"/>
            </a:solidFill>
            <a:prstDash val="solid"/>
            <a:tailEnd type="arrow" w="med" len="med"/>
          </a:ln>
        </p:spPr>
      </p:cxnSp>
      <p:sp>
        <p:nvSpPr>
          <p:cNvPr id="25" name="">
            <a:extLst xmlns:a="http://schemas.openxmlformats.org/drawingml/2006/main">
              <a:ext uri="{FF2B5EF4-FFF2-40B4-BE49-F238E27FC236}">
                <a16:creationId xmlns:a16="http://schemas.microsoft.com/office/drawing/2014/main" id="{C2351A2F-6A0E-40A7-9DE8-BAB7BA358C51}"/>
              </a:ext>
            </a:extLst>
          </p:cNvPr>
          <p:cNvSpPr>
            <a:spLocks xmlns:a="http://schemas.openxmlformats.org/drawingml/2006/main" noGrp="1"/>
          </p:cNvSpPr>
          <p:nvPr/>
        </p:nvSpPr>
        <p:spPr>
          <a:xfrm xmlns:a="http://schemas.openxmlformats.org/drawingml/2006/main">
            <a:off x="533400" y="428625"/>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F5F1E7"/>
                </a:solidFill>
              </a:defRPr>
            </a:defPPr>
            <a:lvl1pPr>
              <a:defRPr sz="3375" b="1">
                <a:solidFill>
                  <a:srgbClr val="F5F1E7"/>
                </a:solidFill>
              </a:defRPr>
            </a:lvl1pPr>
            <a:lvl2pPr>
              <a:defRPr sz="3375" b="1">
                <a:solidFill>
                  <a:srgbClr val="F5F1E7"/>
                </a:solidFill>
              </a:defRPr>
            </a:lvl2pPr>
            <a:lvl3pPr>
              <a:defRPr sz="3375" b="1">
                <a:solidFill>
                  <a:srgbClr val="F5F1E7"/>
                </a:solidFill>
              </a:defRPr>
            </a:lvl3pPr>
            <a:lvl4pPr>
              <a:defRPr sz="3375" b="1">
                <a:solidFill>
                  <a:srgbClr val="F5F1E7"/>
                </a:solidFill>
              </a:defRPr>
            </a:lvl4pPr>
            <a:lvl5pPr>
              <a:defRPr sz="3375" b="1">
                <a:solidFill>
                  <a:srgbClr val="F5F1E7"/>
                </a:solidFill>
              </a:defRPr>
            </a:lvl5pPr>
            <a:lvl6pPr>
              <a:defRPr sz="3375" b="1">
                <a:solidFill>
                  <a:srgbClr val="F5F1E7"/>
                </a:solidFill>
              </a:defRPr>
            </a:lvl6pPr>
            <a:lvl7pPr>
              <a:defRPr sz="3375" b="1">
                <a:solidFill>
                  <a:srgbClr val="F5F1E7"/>
                </a:solidFill>
              </a:defRPr>
            </a:lvl7pPr>
            <a:lvl8pPr>
              <a:defRPr sz="3375" b="1">
                <a:solidFill>
                  <a:srgbClr val="F5F1E7"/>
                </a:solidFill>
              </a:defRPr>
            </a:lvl8pPr>
            <a:lvl9pPr>
              <a:defRPr sz="3375" b="1">
                <a:solidFill>
                  <a:srgbClr val="F5F1E7"/>
                </a:solidFill>
              </a:defRPr>
            </a:lvl9pPr>
          </a:lstStyle>
          <a:p xmlns:a="http://schemas.openxmlformats.org/drawingml/2006/main">
            <a:pPr>
              <a:defRPr sz="3375" b="1">
                <a:solidFill>
                  <a:srgbClr val="F5F1E7"/>
                </a:solidFill>
              </a:defRPr>
            </a:pPr>
            <a:r>
              <a:rPr sz="3375" b="1">
                <a:solidFill>
                  <a:srgbClr val="F5F1E7"/>
                </a:solidFill>
              </a:rPr>
              <a:t>Task 3: answer from retrieved evidence</a:t>
            </a:r>
          </a:p>
        </p:txBody>
      </p:sp>
      <p:sp>
        <p:nvSpPr>
          <p:cNvPr id="2" name="">
            <a:extLst xmlns:a="http://schemas.openxmlformats.org/drawingml/2006/main">
              <a:ext uri="{FF2B5EF4-FFF2-40B4-BE49-F238E27FC236}">
                <a16:creationId xmlns:a16="http://schemas.microsoft.com/office/drawing/2014/main" id="{00D5C3C7-0C67-489E-99EB-1043938CC5EB}"/>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DCE5D2"/>
                </a:solidFill>
              </a:defRPr>
            </a:defPPr>
            <a:lvl1pPr>
              <a:defRPr sz="1425" b="0">
                <a:solidFill>
                  <a:srgbClr val="DCE5D2"/>
                </a:solidFill>
              </a:defRPr>
            </a:lvl1pPr>
            <a:lvl2pPr>
              <a:defRPr sz="1425" b="0">
                <a:solidFill>
                  <a:srgbClr val="DCE5D2"/>
                </a:solidFill>
              </a:defRPr>
            </a:lvl2pPr>
            <a:lvl3pPr>
              <a:defRPr sz="1425" b="0">
                <a:solidFill>
                  <a:srgbClr val="DCE5D2"/>
                </a:solidFill>
              </a:defRPr>
            </a:lvl3pPr>
            <a:lvl4pPr>
              <a:defRPr sz="1425" b="0">
                <a:solidFill>
                  <a:srgbClr val="DCE5D2"/>
                </a:solidFill>
              </a:defRPr>
            </a:lvl4pPr>
            <a:lvl5pPr>
              <a:defRPr sz="1425" b="0">
                <a:solidFill>
                  <a:srgbClr val="DCE5D2"/>
                </a:solidFill>
              </a:defRPr>
            </a:lvl5pPr>
            <a:lvl6pPr>
              <a:defRPr sz="1425" b="0">
                <a:solidFill>
                  <a:srgbClr val="DCE5D2"/>
                </a:solidFill>
              </a:defRPr>
            </a:lvl6pPr>
            <a:lvl7pPr>
              <a:defRPr sz="1425" b="0">
                <a:solidFill>
                  <a:srgbClr val="DCE5D2"/>
                </a:solidFill>
              </a:defRPr>
            </a:lvl7pPr>
            <a:lvl8pPr>
              <a:defRPr sz="1425" b="0">
                <a:solidFill>
                  <a:srgbClr val="DCE5D2"/>
                </a:solidFill>
              </a:defRPr>
            </a:lvl8pPr>
            <a:lvl9pPr>
              <a:defRPr sz="1425" b="0">
                <a:solidFill>
                  <a:srgbClr val="DCE5D2"/>
                </a:solidFill>
              </a:defRPr>
            </a:lvl9pPr>
          </a:lstStyle>
          <a:p xmlns:a="http://schemas.openxmlformats.org/drawingml/2006/main">
            <a:pPr>
              <a:defRPr sz="1425" b="0">
                <a:solidFill>
                  <a:srgbClr val="DCE5D2"/>
                </a:solidFill>
              </a:defRPr>
            </a:pPr>
            <a:r>
              <a:rPr sz="1425" b="0">
                <a:solidFill>
                  <a:srgbClr val="DCE5D2"/>
                </a:solidFill>
              </a:rPr>
              <a:t>15</a:t>
            </a:r>
          </a:p>
        </p:txBody>
      </p:sp>
      <p:sp>
        <p:nvSpPr>
          <p:cNvPr id="3" name="">
            <a:extLst xmlns:a="http://schemas.openxmlformats.org/drawingml/2006/main">
              <a:ext uri="{FF2B5EF4-FFF2-40B4-BE49-F238E27FC236}">
                <a16:creationId xmlns:a16="http://schemas.microsoft.com/office/drawing/2014/main" id="{CFD83BE2-04B4-49CB-97AA-018CB738EBFA}"/>
              </a:ext>
            </a:extLst>
          </p:cNvPr>
          <p:cNvSpPr>
            <a:spLocks xmlns:a="http://schemas.openxmlformats.org/drawingml/2006/main" noGrp="1"/>
          </p:cNvSpPr>
          <p:nvPr/>
        </p:nvSpPr>
        <p:spPr>
          <a:xfrm xmlns:a="http://schemas.openxmlformats.org/drawingml/2006/main">
            <a:off x="609600" y="1924050"/>
            <a:ext cx="2571750" cy="809625"/>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4" name="">
            <a:extLst xmlns:a="http://schemas.openxmlformats.org/drawingml/2006/main">
              <a:ext uri="{FF2B5EF4-FFF2-40B4-BE49-F238E27FC236}">
                <a16:creationId xmlns:a16="http://schemas.microsoft.com/office/drawing/2014/main" id="{32735218-7434-4F94-A1BA-721859EE051D}"/>
              </a:ext>
            </a:extLst>
          </p:cNvPr>
          <p:cNvSpPr>
            <a:spLocks xmlns:a="http://schemas.openxmlformats.org/drawingml/2006/main" noGrp="1"/>
          </p:cNvSpPr>
          <p:nvPr/>
        </p:nvSpPr>
        <p:spPr>
          <a:xfrm xmlns:a="http://schemas.openxmlformats.org/drawingml/2006/main">
            <a:off x="771525" y="2076450"/>
            <a:ext cx="2247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23B32"/>
                </a:solidFill>
              </a:defRPr>
            </a:defPPr>
            <a:lvl1pPr>
              <a:defRPr sz="2175" b="1">
                <a:solidFill>
                  <a:srgbClr val="123B32"/>
                </a:solidFill>
              </a:defRPr>
            </a:lvl1pPr>
            <a:lvl2pPr>
              <a:defRPr sz="2175" b="1">
                <a:solidFill>
                  <a:srgbClr val="123B32"/>
                </a:solidFill>
              </a:defRPr>
            </a:lvl2pPr>
            <a:lvl3pPr>
              <a:defRPr sz="2175" b="1">
                <a:solidFill>
                  <a:srgbClr val="123B32"/>
                </a:solidFill>
              </a:defRPr>
            </a:lvl3pPr>
            <a:lvl4pPr>
              <a:defRPr sz="2175" b="1">
                <a:solidFill>
                  <a:srgbClr val="123B32"/>
                </a:solidFill>
              </a:defRPr>
            </a:lvl4pPr>
            <a:lvl5pPr>
              <a:defRPr sz="2175" b="1">
                <a:solidFill>
                  <a:srgbClr val="123B32"/>
                </a:solidFill>
              </a:defRPr>
            </a:lvl5pPr>
            <a:lvl6pPr>
              <a:defRPr sz="2175" b="1">
                <a:solidFill>
                  <a:srgbClr val="123B32"/>
                </a:solidFill>
              </a:defRPr>
            </a:lvl6pPr>
            <a:lvl7pPr>
              <a:defRPr sz="2175" b="1">
                <a:solidFill>
                  <a:srgbClr val="123B32"/>
                </a:solidFill>
              </a:defRPr>
            </a:lvl7pPr>
            <a:lvl8pPr>
              <a:defRPr sz="2175" b="1">
                <a:solidFill>
                  <a:srgbClr val="123B32"/>
                </a:solidFill>
              </a:defRPr>
            </a:lvl8pPr>
            <a:lvl9pPr>
              <a:defRPr sz="2175" b="1">
                <a:solidFill>
                  <a:srgbClr val="123B32"/>
                </a:solidFill>
              </a:defRPr>
            </a:lvl9pPr>
          </a:lstStyle>
          <a:p xmlns:a="http://schemas.openxmlformats.org/drawingml/2006/main">
            <a:pPr>
              <a:defRPr sz="2175" b="1">
                <a:solidFill>
                  <a:srgbClr val="123B32"/>
                </a:solidFill>
              </a:defRPr>
            </a:pPr>
            <a:r>
              <a:rPr sz="2175" b="1">
                <a:solidFill>
                  <a:srgbClr val="123B32"/>
                </a:solidFill>
              </a:rPr>
              <a:t>Text question</a:t>
            </a:r>
          </a:p>
        </p:txBody>
      </p:sp>
      <p:sp>
        <p:nvSpPr>
          <p:cNvPr id="5" name="">
            <a:extLst xmlns:a="http://schemas.openxmlformats.org/drawingml/2006/main">
              <a:ext uri="{FF2B5EF4-FFF2-40B4-BE49-F238E27FC236}">
                <a16:creationId xmlns:a16="http://schemas.microsoft.com/office/drawing/2014/main" id="{DDC85ED9-3E0A-4600-8E7B-831C046FFCE2}"/>
              </a:ext>
            </a:extLst>
          </p:cNvPr>
          <p:cNvSpPr>
            <a:spLocks xmlns:a="http://schemas.openxmlformats.org/drawingml/2006/main" noGrp="1"/>
          </p:cNvSpPr>
          <p:nvPr/>
        </p:nvSpPr>
        <p:spPr>
          <a:xfrm xmlns:a="http://schemas.openxmlformats.org/drawingml/2006/main">
            <a:off x="609600" y="3409950"/>
            <a:ext cx="2571750" cy="1104900"/>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6" name="">
            <a:extLst xmlns:a="http://schemas.openxmlformats.org/drawingml/2006/main">
              <a:ext uri="{FF2B5EF4-FFF2-40B4-BE49-F238E27FC236}">
                <a16:creationId xmlns:a16="http://schemas.microsoft.com/office/drawing/2014/main" id="{3EA4F08A-AA89-47A5-98D2-46104B837C1D}"/>
              </a:ext>
            </a:extLst>
          </p:cNvPr>
          <p:cNvSpPr>
            <a:spLocks xmlns:a="http://schemas.openxmlformats.org/drawingml/2006/main" noGrp="1"/>
          </p:cNvSpPr>
          <p:nvPr/>
        </p:nvSpPr>
        <p:spPr>
          <a:xfrm xmlns:a="http://schemas.openxmlformats.org/drawingml/2006/main">
            <a:off x="771525" y="3562350"/>
            <a:ext cx="22479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23B32"/>
                </a:solidFill>
              </a:defRPr>
            </a:defPPr>
            <a:lvl1pPr>
              <a:defRPr sz="2175" b="1">
                <a:solidFill>
                  <a:srgbClr val="123B32"/>
                </a:solidFill>
              </a:defRPr>
            </a:lvl1pPr>
            <a:lvl2pPr>
              <a:defRPr sz="2175" b="1">
                <a:solidFill>
                  <a:srgbClr val="123B32"/>
                </a:solidFill>
              </a:defRPr>
            </a:lvl2pPr>
            <a:lvl3pPr>
              <a:defRPr sz="2175" b="1">
                <a:solidFill>
                  <a:srgbClr val="123B32"/>
                </a:solidFill>
              </a:defRPr>
            </a:lvl3pPr>
            <a:lvl4pPr>
              <a:defRPr sz="2175" b="1">
                <a:solidFill>
                  <a:srgbClr val="123B32"/>
                </a:solidFill>
              </a:defRPr>
            </a:lvl4pPr>
            <a:lvl5pPr>
              <a:defRPr sz="2175" b="1">
                <a:solidFill>
                  <a:srgbClr val="123B32"/>
                </a:solidFill>
              </a:defRPr>
            </a:lvl5pPr>
            <a:lvl6pPr>
              <a:defRPr sz="2175" b="1">
                <a:solidFill>
                  <a:srgbClr val="123B32"/>
                </a:solidFill>
              </a:defRPr>
            </a:lvl6pPr>
            <a:lvl7pPr>
              <a:defRPr sz="2175" b="1">
                <a:solidFill>
                  <a:srgbClr val="123B32"/>
                </a:solidFill>
              </a:defRPr>
            </a:lvl7pPr>
            <a:lvl8pPr>
              <a:defRPr sz="2175" b="1">
                <a:solidFill>
                  <a:srgbClr val="123B32"/>
                </a:solidFill>
              </a:defRPr>
            </a:lvl8pPr>
            <a:lvl9pPr>
              <a:defRPr sz="2175" b="1">
                <a:solidFill>
                  <a:srgbClr val="123B32"/>
                </a:solidFill>
              </a:defRPr>
            </a:lvl9pPr>
          </a:lstStyle>
          <a:p xmlns:a="http://schemas.openxmlformats.org/drawingml/2006/main">
            <a:pPr>
              <a:defRPr sz="2175" b="1">
                <a:solidFill>
                  <a:srgbClr val="123B32"/>
                </a:solidFill>
              </a:defRPr>
            </a:pPr>
            <a:r>
              <a:rPr sz="2175" b="1">
                <a:solidFill>
                  <a:srgbClr val="123B32"/>
                </a:solidFill>
              </a:rPr>
              <a:t>Optional image</a:t>
            </a:r>
          </a:p>
          <a:p xmlns:a="http://schemas.openxmlformats.org/drawingml/2006/main">
            <a:pPr>
              <a:defRPr sz="2175" b="1">
                <a:solidFill>
                  <a:srgbClr val="123B32"/>
                </a:solidFill>
              </a:defRPr>
            </a:pPr>
            <a:r>
              <a:rPr sz="2175" b="1">
                <a:solidFill>
                  <a:srgbClr val="123B32"/>
                </a:solidFill>
              </a:rPr>
              <a:t>CLIP + BLIP</a:t>
            </a:r>
          </a:p>
        </p:txBody>
      </p:sp>
      <p:sp>
        <p:nvSpPr>
          <p:cNvPr id="7" name="">
            <a:extLst xmlns:a="http://schemas.openxmlformats.org/drawingml/2006/main">
              <a:ext uri="{FF2B5EF4-FFF2-40B4-BE49-F238E27FC236}">
                <a16:creationId xmlns:a16="http://schemas.microsoft.com/office/drawing/2014/main" id="{227D25FC-2B07-47E1-B106-43A2ADB48C93}"/>
              </a:ext>
            </a:extLst>
          </p:cNvPr>
          <p:cNvSpPr>
            <a:spLocks xmlns:a="http://schemas.openxmlformats.org/drawingml/2006/main" noGrp="1"/>
          </p:cNvSpPr>
          <p:nvPr/>
        </p:nvSpPr>
        <p:spPr>
          <a:xfrm xmlns:a="http://schemas.openxmlformats.org/drawingml/2006/main">
            <a:off x="4095750" y="2647950"/>
            <a:ext cx="2286000" cy="1066800"/>
          </a:xfrm>
          <a:prstGeom xmlns:a="http://schemas.openxmlformats.org/drawingml/2006/main" prst="rect">
            <a:avLst/>
          </a:prstGeom>
          <a:solidFill xmlns:a="http://schemas.openxmlformats.org/drawingml/2006/main">
            <a:srgbClr val="DCE5D2"/>
          </a:solidFill>
          <a:ln xmlns:a="http://schemas.openxmlformats.org/drawingml/2006/main" w="12383">
            <a:solidFill>
              <a:srgbClr val="A2B5A4"/>
            </a:solidFill>
          </a:ln>
        </p:spPr>
      </p:sp>
      <p:sp>
        <p:nvSpPr>
          <p:cNvPr id="8" name="">
            <a:extLst xmlns:a="http://schemas.openxmlformats.org/drawingml/2006/main">
              <a:ext uri="{FF2B5EF4-FFF2-40B4-BE49-F238E27FC236}">
                <a16:creationId xmlns:a16="http://schemas.microsoft.com/office/drawing/2014/main" id="{10EB638A-C72F-4DAD-A49E-F0A82792BBB0}"/>
              </a:ext>
            </a:extLst>
          </p:cNvPr>
          <p:cNvSpPr>
            <a:spLocks xmlns:a="http://schemas.openxmlformats.org/drawingml/2006/main" noGrp="1"/>
          </p:cNvSpPr>
          <p:nvPr/>
        </p:nvSpPr>
        <p:spPr>
          <a:xfrm xmlns:a="http://schemas.openxmlformats.org/drawingml/2006/main">
            <a:off x="4257675" y="2800350"/>
            <a:ext cx="19621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23B32"/>
                </a:solidFill>
              </a:defRPr>
            </a:defPPr>
            <a:lvl1pPr>
              <a:defRPr sz="2325" b="1">
                <a:solidFill>
                  <a:srgbClr val="123B32"/>
                </a:solidFill>
              </a:defRPr>
            </a:lvl1pPr>
            <a:lvl2pPr>
              <a:defRPr sz="2325" b="1">
                <a:solidFill>
                  <a:srgbClr val="123B32"/>
                </a:solidFill>
              </a:defRPr>
            </a:lvl2pPr>
            <a:lvl3pPr>
              <a:defRPr sz="2325" b="1">
                <a:solidFill>
                  <a:srgbClr val="123B32"/>
                </a:solidFill>
              </a:defRPr>
            </a:lvl3pPr>
            <a:lvl4pPr>
              <a:defRPr sz="2325" b="1">
                <a:solidFill>
                  <a:srgbClr val="123B32"/>
                </a:solidFill>
              </a:defRPr>
            </a:lvl4pPr>
            <a:lvl5pPr>
              <a:defRPr sz="2325" b="1">
                <a:solidFill>
                  <a:srgbClr val="123B32"/>
                </a:solidFill>
              </a:defRPr>
            </a:lvl5pPr>
            <a:lvl6pPr>
              <a:defRPr sz="2325" b="1">
                <a:solidFill>
                  <a:srgbClr val="123B32"/>
                </a:solidFill>
              </a:defRPr>
            </a:lvl6pPr>
            <a:lvl7pPr>
              <a:defRPr sz="2325" b="1">
                <a:solidFill>
                  <a:srgbClr val="123B32"/>
                </a:solidFill>
              </a:defRPr>
            </a:lvl7pPr>
            <a:lvl8pPr>
              <a:defRPr sz="2325" b="1">
                <a:solidFill>
                  <a:srgbClr val="123B32"/>
                </a:solidFill>
              </a:defRPr>
            </a:lvl8pPr>
            <a:lvl9pPr>
              <a:defRPr sz="2325" b="1">
                <a:solidFill>
                  <a:srgbClr val="123B32"/>
                </a:solidFill>
              </a:defRPr>
            </a:lvl9pPr>
          </a:lstStyle>
          <a:p xmlns:a="http://schemas.openxmlformats.org/drawingml/2006/main">
            <a:pPr>
              <a:defRPr sz="2325" b="1">
                <a:solidFill>
                  <a:srgbClr val="123B32"/>
                </a:solidFill>
              </a:defRPr>
            </a:pPr>
            <a:r>
              <a:rPr sz="2325" b="1">
                <a:solidFill>
                  <a:srgbClr val="123B32"/>
                </a:solidFill>
              </a:rPr>
              <a:t>Retrieve</a:t>
            </a:r>
          </a:p>
          <a:p xmlns:a="http://schemas.openxmlformats.org/drawingml/2006/main">
            <a:pPr>
              <a:defRPr sz="2325" b="1">
                <a:solidFill>
                  <a:srgbClr val="123B32"/>
                </a:solidFill>
              </a:defRPr>
            </a:pPr>
            <a:r>
              <a:rPr sz="2325" b="1">
                <a:solidFill>
                  <a:srgbClr val="123B32"/>
                </a:solidFill>
              </a:rPr>
              <a:t>E5 / CLIP</a:t>
            </a:r>
          </a:p>
        </p:txBody>
      </p:sp>
      <p:sp>
        <p:nvSpPr>
          <p:cNvPr id="11" name="">
            <a:extLst xmlns:a="http://schemas.openxmlformats.org/drawingml/2006/main">
              <a:ext uri="{FF2B5EF4-FFF2-40B4-BE49-F238E27FC236}">
                <a16:creationId xmlns:a16="http://schemas.microsoft.com/office/drawing/2014/main" id="{5690B69F-0257-449E-9855-E6C818640CD4}"/>
              </a:ext>
            </a:extLst>
          </p:cNvPr>
          <p:cNvSpPr>
            <a:spLocks xmlns:a="http://schemas.openxmlformats.org/drawingml/2006/main" noGrp="1"/>
          </p:cNvSpPr>
          <p:nvPr/>
        </p:nvSpPr>
        <p:spPr>
          <a:xfrm xmlns:a="http://schemas.openxmlformats.org/drawingml/2006/main">
            <a:off x="7019925" y="2647950"/>
            <a:ext cx="2286000" cy="1066800"/>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12" name="">
            <a:extLst xmlns:a="http://schemas.openxmlformats.org/drawingml/2006/main">
              <a:ext uri="{FF2B5EF4-FFF2-40B4-BE49-F238E27FC236}">
                <a16:creationId xmlns:a16="http://schemas.microsoft.com/office/drawing/2014/main" id="{5646CB22-A29F-403E-B8FD-F18FA742F186}"/>
              </a:ext>
            </a:extLst>
          </p:cNvPr>
          <p:cNvSpPr>
            <a:spLocks xmlns:a="http://schemas.openxmlformats.org/drawingml/2006/main" noGrp="1"/>
          </p:cNvSpPr>
          <p:nvPr/>
        </p:nvSpPr>
        <p:spPr>
          <a:xfrm xmlns:a="http://schemas.openxmlformats.org/drawingml/2006/main">
            <a:off x="7181850" y="2800350"/>
            <a:ext cx="19621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23B32"/>
                </a:solidFill>
              </a:defRPr>
            </a:defPPr>
            <a:lvl1pPr>
              <a:defRPr sz="2100" b="1">
                <a:solidFill>
                  <a:srgbClr val="123B32"/>
                </a:solidFill>
              </a:defRPr>
            </a:lvl1pPr>
            <a:lvl2pPr>
              <a:defRPr sz="2100" b="1">
                <a:solidFill>
                  <a:srgbClr val="123B32"/>
                </a:solidFill>
              </a:defRPr>
            </a:lvl2pPr>
            <a:lvl3pPr>
              <a:defRPr sz="2100" b="1">
                <a:solidFill>
                  <a:srgbClr val="123B32"/>
                </a:solidFill>
              </a:defRPr>
            </a:lvl3pPr>
            <a:lvl4pPr>
              <a:defRPr sz="2100" b="1">
                <a:solidFill>
                  <a:srgbClr val="123B32"/>
                </a:solidFill>
              </a:defRPr>
            </a:lvl4pPr>
            <a:lvl5pPr>
              <a:defRPr sz="2100" b="1">
                <a:solidFill>
                  <a:srgbClr val="123B32"/>
                </a:solidFill>
              </a:defRPr>
            </a:lvl5pPr>
            <a:lvl6pPr>
              <a:defRPr sz="2100" b="1">
                <a:solidFill>
                  <a:srgbClr val="123B32"/>
                </a:solidFill>
              </a:defRPr>
            </a:lvl6pPr>
            <a:lvl7pPr>
              <a:defRPr sz="2100" b="1">
                <a:solidFill>
                  <a:srgbClr val="123B32"/>
                </a:solidFill>
              </a:defRPr>
            </a:lvl7pPr>
            <a:lvl8pPr>
              <a:defRPr sz="2100" b="1">
                <a:solidFill>
                  <a:srgbClr val="123B32"/>
                </a:solidFill>
              </a:defRPr>
            </a:lvl8pPr>
            <a:lvl9pPr>
              <a:defRPr sz="2100" b="1">
                <a:solidFill>
                  <a:srgbClr val="123B32"/>
                </a:solidFill>
              </a:defRPr>
            </a:lvl9pPr>
          </a:lstStyle>
          <a:p xmlns:a="http://schemas.openxmlformats.org/drawingml/2006/main">
            <a:pPr>
              <a:defRPr sz="2100" b="1">
                <a:solidFill>
                  <a:srgbClr val="123B32"/>
                </a:solidFill>
              </a:defRPr>
            </a:pPr>
            <a:r>
              <a:rPr sz="2100" b="1">
                <a:solidFill>
                  <a:srgbClr val="123B32"/>
                </a:solidFill>
              </a:rPr>
              <a:t>Evidence</a:t>
            </a:r>
          </a:p>
          <a:p xmlns:a="http://schemas.openxmlformats.org/drawingml/2006/main">
            <a:pPr>
              <a:defRPr sz="2100" b="1">
                <a:solidFill>
                  <a:srgbClr val="123B32"/>
                </a:solidFill>
              </a:defRPr>
            </a:pPr>
            <a:r>
              <a:rPr sz="2100" b="1">
                <a:solidFill>
                  <a:srgbClr val="123B32"/>
                </a:solidFill>
              </a:rPr>
              <a:t>ID + text</a:t>
            </a:r>
          </a:p>
        </p:txBody>
      </p:sp>
      <p:sp>
        <p:nvSpPr>
          <p:cNvPr id="14" name="">
            <a:extLst xmlns:a="http://schemas.openxmlformats.org/drawingml/2006/main">
              <a:ext uri="{FF2B5EF4-FFF2-40B4-BE49-F238E27FC236}">
                <a16:creationId xmlns:a16="http://schemas.microsoft.com/office/drawing/2014/main" id="{1B772A49-BB53-4B98-B6CF-65382E902D93}"/>
              </a:ext>
            </a:extLst>
          </p:cNvPr>
          <p:cNvSpPr>
            <a:spLocks xmlns:a="http://schemas.openxmlformats.org/drawingml/2006/main" noGrp="1"/>
          </p:cNvSpPr>
          <p:nvPr/>
        </p:nvSpPr>
        <p:spPr>
          <a:xfrm xmlns:a="http://schemas.openxmlformats.org/drawingml/2006/main">
            <a:off x="9906000" y="2647950"/>
            <a:ext cx="1714500" cy="1066800"/>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15" name="">
            <a:extLst xmlns:a="http://schemas.openxmlformats.org/drawingml/2006/main">
              <a:ext uri="{FF2B5EF4-FFF2-40B4-BE49-F238E27FC236}">
                <a16:creationId xmlns:a16="http://schemas.microsoft.com/office/drawing/2014/main" id="{443F6E92-DFAF-4520-BF76-6C1FCDCFE05A}"/>
              </a:ext>
            </a:extLst>
          </p:cNvPr>
          <p:cNvSpPr>
            <a:spLocks xmlns:a="http://schemas.openxmlformats.org/drawingml/2006/main" noGrp="1"/>
          </p:cNvSpPr>
          <p:nvPr/>
        </p:nvSpPr>
        <p:spPr>
          <a:xfrm xmlns:a="http://schemas.openxmlformats.org/drawingml/2006/main">
            <a:off x="10067925" y="2800350"/>
            <a:ext cx="13906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23B32"/>
                </a:solidFill>
              </a:defRPr>
            </a:defPPr>
            <a:lvl1pPr>
              <a:defRPr sz="2025" b="1">
                <a:solidFill>
                  <a:srgbClr val="123B32"/>
                </a:solidFill>
              </a:defRPr>
            </a:lvl1pPr>
            <a:lvl2pPr>
              <a:defRPr sz="2025" b="1">
                <a:solidFill>
                  <a:srgbClr val="123B32"/>
                </a:solidFill>
              </a:defRPr>
            </a:lvl2pPr>
            <a:lvl3pPr>
              <a:defRPr sz="2025" b="1">
                <a:solidFill>
                  <a:srgbClr val="123B32"/>
                </a:solidFill>
              </a:defRPr>
            </a:lvl3pPr>
            <a:lvl4pPr>
              <a:defRPr sz="2025" b="1">
                <a:solidFill>
                  <a:srgbClr val="123B32"/>
                </a:solidFill>
              </a:defRPr>
            </a:lvl4pPr>
            <a:lvl5pPr>
              <a:defRPr sz="2025" b="1">
                <a:solidFill>
                  <a:srgbClr val="123B32"/>
                </a:solidFill>
              </a:defRPr>
            </a:lvl5pPr>
            <a:lvl6pPr>
              <a:defRPr sz="2025" b="1">
                <a:solidFill>
                  <a:srgbClr val="123B32"/>
                </a:solidFill>
              </a:defRPr>
            </a:lvl6pPr>
            <a:lvl7pPr>
              <a:defRPr sz="2025" b="1">
                <a:solidFill>
                  <a:srgbClr val="123B32"/>
                </a:solidFill>
              </a:defRPr>
            </a:lvl7pPr>
            <a:lvl8pPr>
              <a:defRPr sz="2025" b="1">
                <a:solidFill>
                  <a:srgbClr val="123B32"/>
                </a:solidFill>
              </a:defRPr>
            </a:lvl8pPr>
            <a:lvl9pPr>
              <a:defRPr sz="2025" b="1">
                <a:solidFill>
                  <a:srgbClr val="123B32"/>
                </a:solidFill>
              </a:defRPr>
            </a:lvl9pPr>
          </a:lstStyle>
          <a:p xmlns:a="http://schemas.openxmlformats.org/drawingml/2006/main">
            <a:pPr>
              <a:defRPr sz="2025" b="1">
                <a:solidFill>
                  <a:srgbClr val="123B32"/>
                </a:solidFill>
              </a:defRPr>
            </a:pPr>
            <a:r>
              <a:rPr sz="2025" b="1">
                <a:solidFill>
                  <a:srgbClr val="123B32"/>
                </a:solidFill>
              </a:rPr>
              <a:t>Generate</a:t>
            </a:r>
          </a:p>
          <a:p xmlns:a="http://schemas.openxmlformats.org/drawingml/2006/main">
            <a:pPr>
              <a:defRPr sz="2025" b="1">
                <a:solidFill>
                  <a:srgbClr val="123B32"/>
                </a:solidFill>
              </a:defRPr>
            </a:pPr>
            <a:r>
              <a:rPr sz="2025" b="1">
                <a:solidFill>
                  <a:srgbClr val="123B32"/>
                </a:solidFill>
              </a:rPr>
              <a:t>Qwen 3B</a:t>
            </a:r>
          </a:p>
        </p:txBody>
      </p:sp>
      <p:sp>
        <p:nvSpPr>
          <p:cNvPr id="17" name="">
            <a:extLst xmlns:a="http://schemas.openxmlformats.org/drawingml/2006/main">
              <a:ext uri="{FF2B5EF4-FFF2-40B4-BE49-F238E27FC236}">
                <a16:creationId xmlns:a16="http://schemas.microsoft.com/office/drawing/2014/main" id="{1C80AB09-395B-48A9-A2FD-A9F1B3262233}"/>
              </a:ext>
            </a:extLst>
          </p:cNvPr>
          <p:cNvSpPr>
            <a:spLocks xmlns:a="http://schemas.openxmlformats.org/drawingml/2006/main" noGrp="1"/>
          </p:cNvSpPr>
          <p:nvPr/>
        </p:nvSpPr>
        <p:spPr>
          <a:xfrm xmlns:a="http://schemas.openxmlformats.org/drawingml/2006/main">
            <a:off x="6419850" y="4819650"/>
            <a:ext cx="5200650" cy="723900"/>
          </a:xfrm>
          <a:prstGeom xmlns:a="http://schemas.openxmlformats.org/drawingml/2006/main" prst="rect">
            <a:avLst/>
          </a:prstGeom>
          <a:solidFill xmlns:a="http://schemas.openxmlformats.org/drawingml/2006/main">
            <a:srgbClr val="DCE5D2"/>
          </a:solidFill>
          <a:ln xmlns:a="http://schemas.openxmlformats.org/drawingml/2006/main" w="12383">
            <a:solidFill>
              <a:srgbClr val="A2B5A4"/>
            </a:solidFill>
          </a:ln>
        </p:spPr>
      </p:sp>
      <p:sp>
        <p:nvSpPr>
          <p:cNvPr id="18" name="">
            <a:extLst xmlns:a="http://schemas.openxmlformats.org/drawingml/2006/main">
              <a:ext uri="{FF2B5EF4-FFF2-40B4-BE49-F238E27FC236}">
                <a16:creationId xmlns:a16="http://schemas.microsoft.com/office/drawing/2014/main" id="{30A8F344-A88D-4CEF-B037-6676E0D09999}"/>
              </a:ext>
            </a:extLst>
          </p:cNvPr>
          <p:cNvSpPr>
            <a:spLocks xmlns:a="http://schemas.openxmlformats.org/drawingml/2006/main" noGrp="1"/>
          </p:cNvSpPr>
          <p:nvPr/>
        </p:nvSpPr>
        <p:spPr>
          <a:xfrm xmlns:a="http://schemas.openxmlformats.org/drawingml/2006/main">
            <a:off x="6581775" y="4972050"/>
            <a:ext cx="4876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23B32"/>
                </a:solidFill>
              </a:defRPr>
            </a:defPPr>
            <a:lvl1pPr>
              <a:defRPr sz="2175" b="1">
                <a:solidFill>
                  <a:srgbClr val="123B32"/>
                </a:solidFill>
              </a:defRPr>
            </a:lvl1pPr>
            <a:lvl2pPr>
              <a:defRPr sz="2175" b="1">
                <a:solidFill>
                  <a:srgbClr val="123B32"/>
                </a:solidFill>
              </a:defRPr>
            </a:lvl2pPr>
            <a:lvl3pPr>
              <a:defRPr sz="2175" b="1">
                <a:solidFill>
                  <a:srgbClr val="123B32"/>
                </a:solidFill>
              </a:defRPr>
            </a:lvl3pPr>
            <a:lvl4pPr>
              <a:defRPr sz="2175" b="1">
                <a:solidFill>
                  <a:srgbClr val="123B32"/>
                </a:solidFill>
              </a:defRPr>
            </a:lvl4pPr>
            <a:lvl5pPr>
              <a:defRPr sz="2175" b="1">
                <a:solidFill>
                  <a:srgbClr val="123B32"/>
                </a:solidFill>
              </a:defRPr>
            </a:lvl5pPr>
            <a:lvl6pPr>
              <a:defRPr sz="2175" b="1">
                <a:solidFill>
                  <a:srgbClr val="123B32"/>
                </a:solidFill>
              </a:defRPr>
            </a:lvl6pPr>
            <a:lvl7pPr>
              <a:defRPr sz="2175" b="1">
                <a:solidFill>
                  <a:srgbClr val="123B32"/>
                </a:solidFill>
              </a:defRPr>
            </a:lvl7pPr>
            <a:lvl8pPr>
              <a:defRPr sz="2175" b="1">
                <a:solidFill>
                  <a:srgbClr val="123B32"/>
                </a:solidFill>
              </a:defRPr>
            </a:lvl8pPr>
            <a:lvl9pPr>
              <a:defRPr sz="2175" b="1">
                <a:solidFill>
                  <a:srgbClr val="123B32"/>
                </a:solidFill>
              </a:defRPr>
            </a:lvl9pPr>
          </a:lstStyle>
          <a:p xmlns:a="http://schemas.openxmlformats.org/drawingml/2006/main">
            <a:pPr>
              <a:defRPr sz="2175" b="1">
                <a:solidFill>
                  <a:srgbClr val="123B32"/>
                </a:solidFill>
              </a:defRPr>
            </a:pPr>
            <a:r>
              <a:rPr sz="2175" b="1">
                <a:solidFill>
                  <a:srgbClr val="123B32"/>
                </a:solidFill>
              </a:rPr>
              <a:t>Check source IDs and quotations</a:t>
            </a:r>
          </a:p>
        </p:txBody>
      </p:sp>
      <p:sp>
        <p:nvSpPr>
          <p:cNvPr id="20" name="">
            <a:extLst xmlns:a="http://schemas.openxmlformats.org/drawingml/2006/main">
              <a:ext uri="{FF2B5EF4-FFF2-40B4-BE49-F238E27FC236}">
                <a16:creationId xmlns:a16="http://schemas.microsoft.com/office/drawing/2014/main" id="{E48522F1-166F-48DC-964B-DC6312B63876}"/>
              </a:ext>
            </a:extLst>
          </p:cNvPr>
          <p:cNvSpPr>
            <a:spLocks xmlns:a="http://schemas.openxmlformats.org/drawingml/2006/main" noGrp="1"/>
          </p:cNvSpPr>
          <p:nvPr/>
        </p:nvSpPr>
        <p:spPr>
          <a:xfrm xmlns:a="http://schemas.openxmlformats.org/drawingml/2006/main">
            <a:off x="609600" y="4819650"/>
            <a:ext cx="5238750" cy="723900"/>
          </a:xfrm>
          <a:prstGeom xmlns:a="http://schemas.openxmlformats.org/drawingml/2006/main" prst="rect">
            <a:avLst/>
          </a:prstGeom>
          <a:solidFill xmlns:a="http://schemas.openxmlformats.org/drawingml/2006/main">
            <a:srgbClr val="123B32"/>
          </a:solidFill>
          <a:ln xmlns:a="http://schemas.openxmlformats.org/drawingml/2006/main" w="12383">
            <a:solidFill>
              <a:srgbClr val="A2B5A4"/>
            </a:solidFill>
          </a:ln>
        </p:spPr>
      </p:sp>
      <p:sp>
        <p:nvSpPr>
          <p:cNvPr id="21" name="">
            <a:extLst xmlns:a="http://schemas.openxmlformats.org/drawingml/2006/main">
              <a:ext uri="{FF2B5EF4-FFF2-40B4-BE49-F238E27FC236}">
                <a16:creationId xmlns:a16="http://schemas.microsoft.com/office/drawing/2014/main" id="{C81A9441-24B6-42C9-9F0F-A9D58311660B}"/>
              </a:ext>
            </a:extLst>
          </p:cNvPr>
          <p:cNvSpPr>
            <a:spLocks xmlns:a="http://schemas.openxmlformats.org/drawingml/2006/main" noGrp="1"/>
          </p:cNvSpPr>
          <p:nvPr/>
        </p:nvSpPr>
        <p:spPr>
          <a:xfrm xmlns:a="http://schemas.openxmlformats.org/drawingml/2006/main">
            <a:off x="771525" y="4972050"/>
            <a:ext cx="4914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F5F1E7"/>
                </a:solidFill>
              </a:defRPr>
            </a:defPPr>
            <a:lvl1pPr>
              <a:defRPr sz="2025" b="1">
                <a:solidFill>
                  <a:srgbClr val="F5F1E7"/>
                </a:solidFill>
              </a:defRPr>
            </a:lvl1pPr>
            <a:lvl2pPr>
              <a:defRPr sz="2025" b="1">
                <a:solidFill>
                  <a:srgbClr val="F5F1E7"/>
                </a:solidFill>
              </a:defRPr>
            </a:lvl2pPr>
            <a:lvl3pPr>
              <a:defRPr sz="2025" b="1">
                <a:solidFill>
                  <a:srgbClr val="F5F1E7"/>
                </a:solidFill>
              </a:defRPr>
            </a:lvl3pPr>
            <a:lvl4pPr>
              <a:defRPr sz="2025" b="1">
                <a:solidFill>
                  <a:srgbClr val="F5F1E7"/>
                </a:solidFill>
              </a:defRPr>
            </a:lvl4pPr>
            <a:lvl5pPr>
              <a:defRPr sz="2025" b="1">
                <a:solidFill>
                  <a:srgbClr val="F5F1E7"/>
                </a:solidFill>
              </a:defRPr>
            </a:lvl5pPr>
            <a:lvl6pPr>
              <a:defRPr sz="2025" b="1">
                <a:solidFill>
                  <a:srgbClr val="F5F1E7"/>
                </a:solidFill>
              </a:defRPr>
            </a:lvl6pPr>
            <a:lvl7pPr>
              <a:defRPr sz="2025" b="1">
                <a:solidFill>
                  <a:srgbClr val="F5F1E7"/>
                </a:solidFill>
              </a:defRPr>
            </a:lvl7pPr>
            <a:lvl8pPr>
              <a:defRPr sz="2025" b="1">
                <a:solidFill>
                  <a:srgbClr val="F5F1E7"/>
                </a:solidFill>
              </a:defRPr>
            </a:lvl8pPr>
            <a:lvl9pPr>
              <a:defRPr sz="2025" b="1">
                <a:solidFill>
                  <a:srgbClr val="F5F1E7"/>
                </a:solidFill>
              </a:defRPr>
            </a:lvl9pPr>
          </a:lstStyle>
          <a:p xmlns:a="http://schemas.openxmlformats.org/drawingml/2006/main">
            <a:pPr>
              <a:defRPr sz="2025" b="1">
                <a:solidFill>
                  <a:srgbClr val="F5F1E7"/>
                </a:solidFill>
              </a:defRPr>
            </a:pPr>
            <a:r>
              <a:rPr sz="2025" b="1">
                <a:solidFill>
                  <a:srgbClr val="F5F1E7"/>
                </a:solidFill>
              </a:rPr>
              <a:t>Answer / partial / abstention</a:t>
            </a:r>
          </a:p>
        </p:txBody>
      </p:sp>
      <p:sp>
        <p:nvSpPr>
          <p:cNvPr id="23" name="">
            <a:extLst xmlns:a="http://schemas.openxmlformats.org/drawingml/2006/main">
              <a:ext uri="{FF2B5EF4-FFF2-40B4-BE49-F238E27FC236}">
                <a16:creationId xmlns:a16="http://schemas.microsoft.com/office/drawing/2014/main" id="{A13F60E0-BAB0-469E-82F7-0E255CC7AFAE}"/>
              </a:ext>
            </a:extLst>
          </p:cNvPr>
          <p:cNvSpPr>
            <a:spLocks xmlns:a="http://schemas.openxmlformats.org/drawingml/2006/main" noGrp="1"/>
          </p:cNvSpPr>
          <p:nvPr/>
        </p:nvSpPr>
        <p:spPr>
          <a:xfrm xmlns:a="http://schemas.openxmlformats.org/drawingml/2006/main">
            <a:off x="609600" y="5667375"/>
            <a:ext cx="533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CE5D2"/>
                </a:solidFill>
              </a:defRPr>
            </a:defPPr>
            <a:lvl1pPr>
              <a:defRPr sz="1875" b="0">
                <a:solidFill>
                  <a:srgbClr val="DCE5D2"/>
                </a:solidFill>
              </a:defRPr>
            </a:lvl1pPr>
            <a:lvl2pPr>
              <a:defRPr sz="1875" b="0">
                <a:solidFill>
                  <a:srgbClr val="DCE5D2"/>
                </a:solidFill>
              </a:defRPr>
            </a:lvl2pPr>
            <a:lvl3pPr>
              <a:defRPr sz="1875" b="0">
                <a:solidFill>
                  <a:srgbClr val="DCE5D2"/>
                </a:solidFill>
              </a:defRPr>
            </a:lvl3pPr>
            <a:lvl4pPr>
              <a:defRPr sz="1875" b="0">
                <a:solidFill>
                  <a:srgbClr val="DCE5D2"/>
                </a:solidFill>
              </a:defRPr>
            </a:lvl4pPr>
            <a:lvl5pPr>
              <a:defRPr sz="1875" b="0">
                <a:solidFill>
                  <a:srgbClr val="DCE5D2"/>
                </a:solidFill>
              </a:defRPr>
            </a:lvl5pPr>
            <a:lvl6pPr>
              <a:defRPr sz="1875" b="0">
                <a:solidFill>
                  <a:srgbClr val="DCE5D2"/>
                </a:solidFill>
              </a:defRPr>
            </a:lvl6pPr>
            <a:lvl7pPr>
              <a:defRPr sz="1875" b="0">
                <a:solidFill>
                  <a:srgbClr val="DCE5D2"/>
                </a:solidFill>
              </a:defRPr>
            </a:lvl7pPr>
            <a:lvl8pPr>
              <a:defRPr sz="1875" b="0">
                <a:solidFill>
                  <a:srgbClr val="DCE5D2"/>
                </a:solidFill>
              </a:defRPr>
            </a:lvl8pPr>
            <a:lvl9pPr>
              <a:defRPr sz="1875" b="0">
                <a:solidFill>
                  <a:srgbClr val="DCE5D2"/>
                </a:solidFill>
              </a:defRPr>
            </a:lvl9pPr>
          </a:lstStyle>
          <a:p xmlns:a="http://schemas.openxmlformats.org/drawingml/2006/main">
            <a:pPr>
              <a:defRPr sz="1875" b="0">
                <a:solidFill>
                  <a:srgbClr val="DCE5D2"/>
                </a:solidFill>
              </a:defRPr>
            </a:pPr>
            <a:r>
              <a:rPr sz="1875" b="0">
                <a:solidFill>
                  <a:srgbClr val="DCE5D2"/>
                </a:solidFill>
              </a:rPr>
              <a:t>Technical errors stay separate</a:t>
            </a:r>
          </a:p>
        </p:txBody>
      </p:sp>
      <p:sp>
        <p:nvSpPr>
          <p:cNvPr id="24" name="">
            <a:extLst xmlns:a="http://schemas.openxmlformats.org/drawingml/2006/main">
              <a:ext uri="{FF2B5EF4-FFF2-40B4-BE49-F238E27FC236}">
                <a16:creationId xmlns:a16="http://schemas.microsoft.com/office/drawing/2014/main" id="{C0FA185F-6BD8-447C-9C62-0C2C65F78EA5}"/>
              </a:ext>
            </a:extLst>
          </p:cNvPr>
          <p:cNvSpPr>
            <a:spLocks xmlns:a="http://schemas.openxmlformats.org/drawingml/2006/main" noGrp="1"/>
          </p:cNvSpPr>
          <p:nvPr/>
        </p:nvSpPr>
        <p:spPr>
          <a:xfrm xmlns:a="http://schemas.openxmlformats.org/drawingml/2006/main">
            <a:off x="609600" y="605790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DCE5D2"/>
                </a:solidFill>
              </a:defRPr>
            </a:defPPr>
            <a:lvl1pPr>
              <a:defRPr sz="1800" b="0">
                <a:solidFill>
                  <a:srgbClr val="DCE5D2"/>
                </a:solidFill>
              </a:defRPr>
            </a:lvl1pPr>
            <a:lvl2pPr>
              <a:defRPr sz="1800" b="0">
                <a:solidFill>
                  <a:srgbClr val="DCE5D2"/>
                </a:solidFill>
              </a:defRPr>
            </a:lvl2pPr>
            <a:lvl3pPr>
              <a:defRPr sz="1800" b="0">
                <a:solidFill>
                  <a:srgbClr val="DCE5D2"/>
                </a:solidFill>
              </a:defRPr>
            </a:lvl3pPr>
            <a:lvl4pPr>
              <a:defRPr sz="1800" b="0">
                <a:solidFill>
                  <a:srgbClr val="DCE5D2"/>
                </a:solidFill>
              </a:defRPr>
            </a:lvl4pPr>
            <a:lvl5pPr>
              <a:defRPr sz="1800" b="0">
                <a:solidFill>
                  <a:srgbClr val="DCE5D2"/>
                </a:solidFill>
              </a:defRPr>
            </a:lvl5pPr>
            <a:lvl6pPr>
              <a:defRPr sz="1800" b="0">
                <a:solidFill>
                  <a:srgbClr val="DCE5D2"/>
                </a:solidFill>
              </a:defRPr>
            </a:lvl6pPr>
            <a:lvl7pPr>
              <a:defRPr sz="1800" b="0">
                <a:solidFill>
                  <a:srgbClr val="DCE5D2"/>
                </a:solidFill>
              </a:defRPr>
            </a:lvl7pPr>
            <a:lvl8pPr>
              <a:defRPr sz="1800" b="0">
                <a:solidFill>
                  <a:srgbClr val="DCE5D2"/>
                </a:solidFill>
              </a:defRPr>
            </a:lvl8pPr>
            <a:lvl9pPr>
              <a:defRPr sz="1800" b="0">
                <a:solidFill>
                  <a:srgbClr val="DCE5D2"/>
                </a:solidFill>
              </a:defRPr>
            </a:lvl9pPr>
          </a:lstStyle>
          <a:p xmlns:a="http://schemas.openxmlformats.org/drawingml/2006/main">
            <a:pPr>
              <a:defRPr sz="1800" b="0">
                <a:solidFill>
                  <a:srgbClr val="DCE5D2"/>
                </a:solidFill>
              </a:defRPr>
            </a:pPr>
            <a:r>
              <a:rPr sz="1800" b="0">
                <a:solidFill>
                  <a:srgbClr val="DCE5D2"/>
                </a:solidFill>
              </a:rPr>
              <a:t>Qwen receives text. Source matches do not prove semantic correctness.</a:t>
            </a:r>
          </a:p>
        </p:txBody>
      </p:sp>
    </p:spTree>
    <p:extLst>
      <p:ext uri="{BB962C8B-B14F-4D97-AF65-F5344CB8AC3E}">
        <p14:creationId xmlns:p14="http://schemas.microsoft.com/office/powerpoint/2010/main" val="490279363"/>
      </p:ext>
    </p:extLst>
  </p:cSld>
</p:sld>
</file>

<file path=ppt/slides/slide16.xml><?xml version="1.0" encoding="utf-8"?>
<p:sld xmlns:p="http://schemas.openxmlformats.org/presentationml/2006/main">
  <p:cSld>
    <p:bg>
      <p:bgPr>
        <a:solidFill xmlns:a="http://schemas.openxmlformats.org/drawingml/2006/main">
          <a:srgbClr val="F5F1E7"/>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4EE2348-B601-42BF-990B-6FA96F41176B}"/>
              </a:ext>
            </a:extLst>
          </p:cNvPr>
          <p:cNvSpPr>
            <a:spLocks xmlns:a="http://schemas.openxmlformats.org/drawingml/2006/main" noGrp="1"/>
          </p:cNvSpPr>
          <p:nvPr/>
        </p:nvSpPr>
        <p:spPr>
          <a:xfrm xmlns:a="http://schemas.openxmlformats.org/drawingml/2006/main">
            <a:off x="533400" y="428625"/>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23B32"/>
                </a:solidFill>
              </a:defRPr>
            </a:defPPr>
            <a:lvl1pPr>
              <a:defRPr sz="3375" b="1">
                <a:solidFill>
                  <a:srgbClr val="123B32"/>
                </a:solidFill>
              </a:defRPr>
            </a:lvl1pPr>
            <a:lvl2pPr>
              <a:defRPr sz="3375" b="1">
                <a:solidFill>
                  <a:srgbClr val="123B32"/>
                </a:solidFill>
              </a:defRPr>
            </a:lvl2pPr>
            <a:lvl3pPr>
              <a:defRPr sz="3375" b="1">
                <a:solidFill>
                  <a:srgbClr val="123B32"/>
                </a:solidFill>
              </a:defRPr>
            </a:lvl3pPr>
            <a:lvl4pPr>
              <a:defRPr sz="3375" b="1">
                <a:solidFill>
                  <a:srgbClr val="123B32"/>
                </a:solidFill>
              </a:defRPr>
            </a:lvl4pPr>
            <a:lvl5pPr>
              <a:defRPr sz="3375" b="1">
                <a:solidFill>
                  <a:srgbClr val="123B32"/>
                </a:solidFill>
              </a:defRPr>
            </a:lvl5pPr>
            <a:lvl6pPr>
              <a:defRPr sz="3375" b="1">
                <a:solidFill>
                  <a:srgbClr val="123B32"/>
                </a:solidFill>
              </a:defRPr>
            </a:lvl6pPr>
            <a:lvl7pPr>
              <a:defRPr sz="3375" b="1">
                <a:solidFill>
                  <a:srgbClr val="123B32"/>
                </a:solidFill>
              </a:defRPr>
            </a:lvl7pPr>
            <a:lvl8pPr>
              <a:defRPr sz="3375" b="1">
                <a:solidFill>
                  <a:srgbClr val="123B32"/>
                </a:solidFill>
              </a:defRPr>
            </a:lvl8pPr>
            <a:lvl9pPr>
              <a:defRPr sz="3375" b="1">
                <a:solidFill>
                  <a:srgbClr val="123B32"/>
                </a:solidFill>
              </a:defRPr>
            </a:lvl9pPr>
          </a:lstStyle>
          <a:p xmlns:a="http://schemas.openxmlformats.org/drawingml/2006/main">
            <a:pPr>
              <a:defRPr sz="3375" b="1">
                <a:solidFill>
                  <a:srgbClr val="123B32"/>
                </a:solidFill>
              </a:defRPr>
            </a:pPr>
            <a:r>
              <a:rPr sz="3375" b="1">
                <a:solidFill>
                  <a:srgbClr val="123B32"/>
                </a:solidFill>
              </a:rPr>
              <a:t>The frog case: evidence and uncertainty</a:t>
            </a:r>
          </a:p>
        </p:txBody>
      </p:sp>
      <p:sp>
        <p:nvSpPr>
          <p:cNvPr id="2" name="">
            <a:extLst xmlns:a="http://schemas.openxmlformats.org/drawingml/2006/main">
              <a:ext uri="{FF2B5EF4-FFF2-40B4-BE49-F238E27FC236}">
                <a16:creationId xmlns:a16="http://schemas.microsoft.com/office/drawing/2014/main" id="{989BBA0D-80CF-4EF3-97A7-90661AE70260}"/>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2675C"/>
                </a:solidFill>
              </a:defRPr>
            </a:defPPr>
            <a:lvl1pPr>
              <a:defRPr sz="1425" b="0">
                <a:solidFill>
                  <a:srgbClr val="52675C"/>
                </a:solidFill>
              </a:defRPr>
            </a:lvl1pPr>
            <a:lvl2pPr>
              <a:defRPr sz="1425" b="0">
                <a:solidFill>
                  <a:srgbClr val="52675C"/>
                </a:solidFill>
              </a:defRPr>
            </a:lvl2pPr>
            <a:lvl3pPr>
              <a:defRPr sz="1425" b="0">
                <a:solidFill>
                  <a:srgbClr val="52675C"/>
                </a:solidFill>
              </a:defRPr>
            </a:lvl3pPr>
            <a:lvl4pPr>
              <a:defRPr sz="1425" b="0">
                <a:solidFill>
                  <a:srgbClr val="52675C"/>
                </a:solidFill>
              </a:defRPr>
            </a:lvl4pPr>
            <a:lvl5pPr>
              <a:defRPr sz="1425" b="0">
                <a:solidFill>
                  <a:srgbClr val="52675C"/>
                </a:solidFill>
              </a:defRPr>
            </a:lvl5pPr>
            <a:lvl6pPr>
              <a:defRPr sz="1425" b="0">
                <a:solidFill>
                  <a:srgbClr val="52675C"/>
                </a:solidFill>
              </a:defRPr>
            </a:lvl6pPr>
            <a:lvl7pPr>
              <a:defRPr sz="1425" b="0">
                <a:solidFill>
                  <a:srgbClr val="52675C"/>
                </a:solidFill>
              </a:defRPr>
            </a:lvl7pPr>
            <a:lvl8pPr>
              <a:defRPr sz="1425" b="0">
                <a:solidFill>
                  <a:srgbClr val="52675C"/>
                </a:solidFill>
              </a:defRPr>
            </a:lvl8pPr>
            <a:lvl9pPr>
              <a:defRPr sz="1425" b="0">
                <a:solidFill>
                  <a:srgbClr val="52675C"/>
                </a:solidFill>
              </a:defRPr>
            </a:lvl9pPr>
          </a:lstStyle>
          <a:p xmlns:a="http://schemas.openxmlformats.org/drawingml/2006/main">
            <a:pPr>
              <a:defRPr sz="1425" b="0">
                <a:solidFill>
                  <a:srgbClr val="52675C"/>
                </a:solidFill>
              </a:defRPr>
            </a:pPr>
            <a:r>
              <a:rPr sz="1425" b="0">
                <a:solidFill>
                  <a:srgbClr val="52675C"/>
                </a:solidFill>
              </a:rPr>
              <a:t>16</a:t>
            </a:r>
          </a:p>
        </p:txBody>
      </p:sp>
      <p:sp>
        <p:nvSpPr>
          <p:cNvPr id="3" name="">
            <a:extLst xmlns:a="http://schemas.openxmlformats.org/drawingml/2006/main">
              <a:ext uri="{FF2B5EF4-FFF2-40B4-BE49-F238E27FC236}">
                <a16:creationId xmlns:a16="http://schemas.microsoft.com/office/drawing/2014/main" id="{D9358C96-3911-4101-832B-44DAC7ACE17B}"/>
              </a:ext>
            </a:extLst>
          </p:cNvPr>
          <p:cNvSpPr>
            <a:spLocks xmlns:a="http://schemas.openxmlformats.org/drawingml/2006/main" noGrp="1"/>
          </p:cNvSpPr>
          <p:nvPr/>
        </p:nvSpPr>
        <p:spPr>
          <a:xfrm xmlns:a="http://schemas.openxmlformats.org/drawingml/2006/main">
            <a:off x="609600" y="1762125"/>
            <a:ext cx="6334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B85D35"/>
                </a:solidFill>
              </a:defRPr>
            </a:defPPr>
            <a:lvl1pPr>
              <a:defRPr sz="2025" b="1">
                <a:solidFill>
                  <a:srgbClr val="B85D35"/>
                </a:solidFill>
              </a:defRPr>
            </a:lvl1pPr>
            <a:lvl2pPr>
              <a:defRPr sz="2025" b="1">
                <a:solidFill>
                  <a:srgbClr val="B85D35"/>
                </a:solidFill>
              </a:defRPr>
            </a:lvl2pPr>
            <a:lvl3pPr>
              <a:defRPr sz="2025" b="1">
                <a:solidFill>
                  <a:srgbClr val="B85D35"/>
                </a:solidFill>
              </a:defRPr>
            </a:lvl3pPr>
            <a:lvl4pPr>
              <a:defRPr sz="2025" b="1">
                <a:solidFill>
                  <a:srgbClr val="B85D35"/>
                </a:solidFill>
              </a:defRPr>
            </a:lvl4pPr>
            <a:lvl5pPr>
              <a:defRPr sz="2025" b="1">
                <a:solidFill>
                  <a:srgbClr val="B85D35"/>
                </a:solidFill>
              </a:defRPr>
            </a:lvl5pPr>
            <a:lvl6pPr>
              <a:defRPr sz="2025" b="1">
                <a:solidFill>
                  <a:srgbClr val="B85D35"/>
                </a:solidFill>
              </a:defRPr>
            </a:lvl6pPr>
            <a:lvl7pPr>
              <a:defRPr sz="2025" b="1">
                <a:solidFill>
                  <a:srgbClr val="B85D35"/>
                </a:solidFill>
              </a:defRPr>
            </a:lvl7pPr>
            <a:lvl8pPr>
              <a:defRPr sz="2025" b="1">
                <a:solidFill>
                  <a:srgbClr val="B85D35"/>
                </a:solidFill>
              </a:defRPr>
            </a:lvl8pPr>
            <a:lvl9pPr>
              <a:defRPr sz="2025" b="1">
                <a:solidFill>
                  <a:srgbClr val="B85D35"/>
                </a:solidFill>
              </a:defRPr>
            </a:lvl9pPr>
          </a:lstStyle>
          <a:p xmlns:a="http://schemas.openxmlformats.org/drawingml/2006/main">
            <a:pPr>
              <a:defRPr sz="2025" b="1">
                <a:solidFill>
                  <a:srgbClr val="B85D35"/>
                </a:solidFill>
              </a:defRPr>
            </a:pPr>
            <a:r>
              <a:rPr sz="2025" b="1">
                <a:solidFill>
                  <a:srgbClr val="B85D35"/>
                </a:solidFill>
              </a:rPr>
              <a:t>Corpus candidate</a:t>
            </a:r>
          </a:p>
        </p:txBody>
      </p:sp>
      <p:sp>
        <p:nvSpPr>
          <p:cNvPr id="4" name="">
            <a:extLst xmlns:a="http://schemas.openxmlformats.org/drawingml/2006/main">
              <a:ext uri="{FF2B5EF4-FFF2-40B4-BE49-F238E27FC236}">
                <a16:creationId xmlns:a16="http://schemas.microsoft.com/office/drawing/2014/main" id="{6A92B943-D2A1-4B2E-A2CC-FC9C7DC21BD4}"/>
              </a:ext>
            </a:extLst>
          </p:cNvPr>
          <p:cNvSpPr>
            <a:spLocks xmlns:a="http://schemas.openxmlformats.org/drawingml/2006/main" noGrp="1"/>
          </p:cNvSpPr>
          <p:nvPr/>
        </p:nvSpPr>
        <p:spPr>
          <a:xfrm xmlns:a="http://schemas.openxmlformats.org/drawingml/2006/main">
            <a:off x="609600" y="2238375"/>
            <a:ext cx="666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23B32"/>
                </a:solidFill>
              </a:defRPr>
            </a:defPPr>
            <a:lvl1pPr>
              <a:defRPr sz="3225" b="1">
                <a:solidFill>
                  <a:srgbClr val="123B32"/>
                </a:solidFill>
              </a:defRPr>
            </a:lvl1pPr>
            <a:lvl2pPr>
              <a:defRPr sz="3225" b="1">
                <a:solidFill>
                  <a:srgbClr val="123B32"/>
                </a:solidFill>
              </a:defRPr>
            </a:lvl2pPr>
            <a:lvl3pPr>
              <a:defRPr sz="3225" b="1">
                <a:solidFill>
                  <a:srgbClr val="123B32"/>
                </a:solidFill>
              </a:defRPr>
            </a:lvl3pPr>
            <a:lvl4pPr>
              <a:defRPr sz="3225" b="1">
                <a:solidFill>
                  <a:srgbClr val="123B32"/>
                </a:solidFill>
              </a:defRPr>
            </a:lvl4pPr>
            <a:lvl5pPr>
              <a:defRPr sz="3225" b="1">
                <a:solidFill>
                  <a:srgbClr val="123B32"/>
                </a:solidFill>
              </a:defRPr>
            </a:lvl5pPr>
            <a:lvl6pPr>
              <a:defRPr sz="3225" b="1">
                <a:solidFill>
                  <a:srgbClr val="123B32"/>
                </a:solidFill>
              </a:defRPr>
            </a:lvl6pPr>
            <a:lvl7pPr>
              <a:defRPr sz="3225" b="1">
                <a:solidFill>
                  <a:srgbClr val="123B32"/>
                </a:solidFill>
              </a:defRPr>
            </a:lvl7pPr>
            <a:lvl8pPr>
              <a:defRPr sz="3225" b="1">
                <a:solidFill>
                  <a:srgbClr val="123B32"/>
                </a:solidFill>
              </a:defRPr>
            </a:lvl8pPr>
            <a:lvl9pPr>
              <a:defRPr sz="3225" b="1">
                <a:solidFill>
                  <a:srgbClr val="123B32"/>
                </a:solidFill>
              </a:defRPr>
            </a:lvl9pPr>
          </a:lstStyle>
          <a:p xmlns:a="http://schemas.openxmlformats.org/drawingml/2006/main">
            <a:pPr>
              <a:defRPr sz="3225" b="1">
                <a:solidFill>
                  <a:srgbClr val="123B32"/>
                </a:solidFill>
              </a:defRPr>
            </a:pPr>
            <a:r>
              <a:rPr sz="3225" b="1">
                <a:solidFill>
                  <a:srgbClr val="123B32"/>
                </a:solidFill>
              </a:rPr>
              <a:t>Pelophylax perezi</a:t>
            </a:r>
          </a:p>
        </p:txBody>
      </p:sp>
      <p:sp>
        <p:nvSpPr>
          <p:cNvPr id="5" name="">
            <a:extLst xmlns:a="http://schemas.openxmlformats.org/drawingml/2006/main">
              <a:ext uri="{FF2B5EF4-FFF2-40B4-BE49-F238E27FC236}">
                <a16:creationId xmlns:a16="http://schemas.microsoft.com/office/drawing/2014/main" id="{C348E41E-1B0C-41C8-B19E-90415C5D4E08}"/>
              </a:ext>
            </a:extLst>
          </p:cNvPr>
          <p:cNvSpPr>
            <a:spLocks xmlns:a="http://schemas.openxmlformats.org/drawingml/2006/main" noGrp="1"/>
          </p:cNvSpPr>
          <p:nvPr/>
        </p:nvSpPr>
        <p:spPr>
          <a:xfrm xmlns:a="http://schemas.openxmlformats.org/drawingml/2006/main">
            <a:off x="638175" y="2905125"/>
            <a:ext cx="6334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B85D35"/>
                </a:solidFill>
              </a:defRPr>
            </a:defPPr>
            <a:lvl1pPr>
              <a:defRPr sz="2100" b="1">
                <a:solidFill>
                  <a:srgbClr val="B85D35"/>
                </a:solidFill>
              </a:defRPr>
            </a:lvl1pPr>
            <a:lvl2pPr>
              <a:defRPr sz="2100" b="1">
                <a:solidFill>
                  <a:srgbClr val="B85D35"/>
                </a:solidFill>
              </a:defRPr>
            </a:lvl2pPr>
            <a:lvl3pPr>
              <a:defRPr sz="2100" b="1">
                <a:solidFill>
                  <a:srgbClr val="B85D35"/>
                </a:solidFill>
              </a:defRPr>
            </a:lvl3pPr>
            <a:lvl4pPr>
              <a:defRPr sz="2100" b="1">
                <a:solidFill>
                  <a:srgbClr val="B85D35"/>
                </a:solidFill>
              </a:defRPr>
            </a:lvl4pPr>
            <a:lvl5pPr>
              <a:defRPr sz="2100" b="1">
                <a:solidFill>
                  <a:srgbClr val="B85D35"/>
                </a:solidFill>
              </a:defRPr>
            </a:lvl5pPr>
            <a:lvl6pPr>
              <a:defRPr sz="2100" b="1">
                <a:solidFill>
                  <a:srgbClr val="B85D35"/>
                </a:solidFill>
              </a:defRPr>
            </a:lvl6pPr>
            <a:lvl7pPr>
              <a:defRPr sz="2100" b="1">
                <a:solidFill>
                  <a:srgbClr val="B85D35"/>
                </a:solidFill>
              </a:defRPr>
            </a:lvl7pPr>
            <a:lvl8pPr>
              <a:defRPr sz="2100" b="1">
                <a:solidFill>
                  <a:srgbClr val="B85D35"/>
                </a:solidFill>
              </a:defRPr>
            </a:lvl8pPr>
            <a:lvl9pPr>
              <a:defRPr sz="2100" b="1">
                <a:solidFill>
                  <a:srgbClr val="B85D35"/>
                </a:solidFill>
              </a:defRPr>
            </a:lvl9pPr>
          </a:lstStyle>
          <a:p xmlns:a="http://schemas.openxmlformats.org/drawingml/2006/main">
            <a:pPr>
              <a:defRPr sz="2100" b="1">
                <a:solidFill>
                  <a:srgbClr val="B85D35"/>
                </a:solidFill>
              </a:defRPr>
            </a:pPr>
            <a:r>
              <a:rPr sz="2100" b="1">
                <a:solidFill>
                  <a:srgbClr val="B85D35"/>
                </a:solidFill>
              </a:rPr>
              <a:t>Habitat [S1]</a:t>
            </a:r>
          </a:p>
        </p:txBody>
      </p:sp>
      <p:sp>
        <p:nvSpPr>
          <p:cNvPr id="6" name="">
            <a:extLst xmlns:a="http://schemas.openxmlformats.org/drawingml/2006/main">
              <a:ext uri="{FF2B5EF4-FFF2-40B4-BE49-F238E27FC236}">
                <a16:creationId xmlns:a16="http://schemas.microsoft.com/office/drawing/2014/main" id="{5D02ED05-ED87-4455-B82D-954EC31B3F3D}"/>
              </a:ext>
            </a:extLst>
          </p:cNvPr>
          <p:cNvSpPr>
            <a:spLocks xmlns:a="http://schemas.openxmlformats.org/drawingml/2006/main" noGrp="1"/>
          </p:cNvSpPr>
          <p:nvPr/>
        </p:nvSpPr>
        <p:spPr>
          <a:xfrm xmlns:a="http://schemas.openxmlformats.org/drawingml/2006/main">
            <a:off x="638175" y="3333750"/>
            <a:ext cx="666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123B32"/>
                </a:solidFill>
              </a:defRPr>
            </a:defPPr>
            <a:lvl1pPr>
              <a:defRPr sz="2550" b="0">
                <a:solidFill>
                  <a:srgbClr val="123B32"/>
                </a:solidFill>
              </a:defRPr>
            </a:lvl1pPr>
            <a:lvl2pPr>
              <a:defRPr sz="2550" b="0">
                <a:solidFill>
                  <a:srgbClr val="123B32"/>
                </a:solidFill>
              </a:defRPr>
            </a:lvl2pPr>
            <a:lvl3pPr>
              <a:defRPr sz="2550" b="0">
                <a:solidFill>
                  <a:srgbClr val="123B32"/>
                </a:solidFill>
              </a:defRPr>
            </a:lvl3pPr>
            <a:lvl4pPr>
              <a:defRPr sz="2550" b="0">
                <a:solidFill>
                  <a:srgbClr val="123B32"/>
                </a:solidFill>
              </a:defRPr>
            </a:lvl4pPr>
            <a:lvl5pPr>
              <a:defRPr sz="2550" b="0">
                <a:solidFill>
                  <a:srgbClr val="123B32"/>
                </a:solidFill>
              </a:defRPr>
            </a:lvl5pPr>
            <a:lvl6pPr>
              <a:defRPr sz="2550" b="0">
                <a:solidFill>
                  <a:srgbClr val="123B32"/>
                </a:solidFill>
              </a:defRPr>
            </a:lvl6pPr>
            <a:lvl7pPr>
              <a:defRPr sz="2550" b="0">
                <a:solidFill>
                  <a:srgbClr val="123B32"/>
                </a:solidFill>
              </a:defRPr>
            </a:lvl7pPr>
            <a:lvl8pPr>
              <a:defRPr sz="2550" b="0">
                <a:solidFill>
                  <a:srgbClr val="123B32"/>
                </a:solidFill>
              </a:defRPr>
            </a:lvl8pPr>
            <a:lvl9pPr>
              <a:defRPr sz="2550" b="0">
                <a:solidFill>
                  <a:srgbClr val="123B32"/>
                </a:solidFill>
              </a:defRPr>
            </a:lvl9pPr>
          </a:lstStyle>
          <a:p xmlns:a="http://schemas.openxmlformats.org/drawingml/2006/main">
            <a:pPr>
              <a:defRPr sz="2550" b="0">
                <a:solidFill>
                  <a:srgbClr val="123B32"/>
                </a:solidFill>
              </a:defRPr>
            </a:pPr>
            <a:r>
              <a:rPr sz="2550" b="0">
                <a:solidFill>
                  <a:srgbClr val="123B32"/>
                </a:solidFill>
              </a:rPr>
              <a:t>“areas with little current”</a:t>
            </a:r>
          </a:p>
        </p:txBody>
      </p:sp>
      <p:sp>
        <p:nvSpPr>
          <p:cNvPr id="7" name="">
            <a:extLst xmlns:a="http://schemas.openxmlformats.org/drawingml/2006/main">
              <a:ext uri="{FF2B5EF4-FFF2-40B4-BE49-F238E27FC236}">
                <a16:creationId xmlns:a16="http://schemas.microsoft.com/office/drawing/2014/main" id="{0BAD6C34-14B8-4834-A175-71FEEF7623BE}"/>
              </a:ext>
            </a:extLst>
          </p:cNvPr>
          <p:cNvSpPr>
            <a:spLocks xmlns:a="http://schemas.openxmlformats.org/drawingml/2006/main" noGrp="1"/>
          </p:cNvSpPr>
          <p:nvPr/>
        </p:nvSpPr>
        <p:spPr>
          <a:xfrm xmlns:a="http://schemas.openxmlformats.org/drawingml/2006/main">
            <a:off x="638175" y="4095750"/>
            <a:ext cx="6334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B85D35"/>
                </a:solidFill>
              </a:defRPr>
            </a:defPPr>
            <a:lvl1pPr>
              <a:defRPr sz="2100" b="1">
                <a:solidFill>
                  <a:srgbClr val="B85D35"/>
                </a:solidFill>
              </a:defRPr>
            </a:lvl1pPr>
            <a:lvl2pPr>
              <a:defRPr sz="2100" b="1">
                <a:solidFill>
                  <a:srgbClr val="B85D35"/>
                </a:solidFill>
              </a:defRPr>
            </a:lvl2pPr>
            <a:lvl3pPr>
              <a:defRPr sz="2100" b="1">
                <a:solidFill>
                  <a:srgbClr val="B85D35"/>
                </a:solidFill>
              </a:defRPr>
            </a:lvl3pPr>
            <a:lvl4pPr>
              <a:defRPr sz="2100" b="1">
                <a:solidFill>
                  <a:srgbClr val="B85D35"/>
                </a:solidFill>
              </a:defRPr>
            </a:lvl4pPr>
            <a:lvl5pPr>
              <a:defRPr sz="2100" b="1">
                <a:solidFill>
                  <a:srgbClr val="B85D35"/>
                </a:solidFill>
              </a:defRPr>
            </a:lvl5pPr>
            <a:lvl6pPr>
              <a:defRPr sz="2100" b="1">
                <a:solidFill>
                  <a:srgbClr val="B85D35"/>
                </a:solidFill>
              </a:defRPr>
            </a:lvl6pPr>
            <a:lvl7pPr>
              <a:defRPr sz="2100" b="1">
                <a:solidFill>
                  <a:srgbClr val="B85D35"/>
                </a:solidFill>
              </a:defRPr>
            </a:lvl7pPr>
            <a:lvl8pPr>
              <a:defRPr sz="2100" b="1">
                <a:solidFill>
                  <a:srgbClr val="B85D35"/>
                </a:solidFill>
              </a:defRPr>
            </a:lvl8pPr>
            <a:lvl9pPr>
              <a:defRPr sz="2100" b="1">
                <a:solidFill>
                  <a:srgbClr val="B85D35"/>
                </a:solidFill>
              </a:defRPr>
            </a:lvl9pPr>
          </a:lstStyle>
          <a:p xmlns:a="http://schemas.openxmlformats.org/drawingml/2006/main">
            <a:pPr>
              <a:defRPr sz="2100" b="1">
                <a:solidFill>
                  <a:srgbClr val="B85D35"/>
                </a:solidFill>
              </a:defRPr>
            </a:pPr>
            <a:r>
              <a:rPr sz="2100" b="1">
                <a:solidFill>
                  <a:srgbClr val="B85D35"/>
                </a:solidFill>
              </a:rPr>
              <a:t>Diet [S2]</a:t>
            </a:r>
          </a:p>
        </p:txBody>
      </p:sp>
      <p:sp>
        <p:nvSpPr>
          <p:cNvPr id="8" name="">
            <a:extLst xmlns:a="http://schemas.openxmlformats.org/drawingml/2006/main">
              <a:ext uri="{FF2B5EF4-FFF2-40B4-BE49-F238E27FC236}">
                <a16:creationId xmlns:a16="http://schemas.microsoft.com/office/drawing/2014/main" id="{DDD0875B-CF54-485F-80E1-115F427A7DAC}"/>
              </a:ext>
            </a:extLst>
          </p:cNvPr>
          <p:cNvSpPr>
            <a:spLocks xmlns:a="http://schemas.openxmlformats.org/drawingml/2006/main" noGrp="1"/>
          </p:cNvSpPr>
          <p:nvPr/>
        </p:nvSpPr>
        <p:spPr>
          <a:xfrm xmlns:a="http://schemas.openxmlformats.org/drawingml/2006/main">
            <a:off x="638175" y="4524375"/>
            <a:ext cx="676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0">
                <a:solidFill>
                  <a:srgbClr val="123B32"/>
                </a:solidFill>
              </a:defRPr>
            </a:defPPr>
            <a:lvl1pPr>
              <a:defRPr sz="2475" b="0">
                <a:solidFill>
                  <a:srgbClr val="123B32"/>
                </a:solidFill>
              </a:defRPr>
            </a:lvl1pPr>
            <a:lvl2pPr>
              <a:defRPr sz="2475" b="0">
                <a:solidFill>
                  <a:srgbClr val="123B32"/>
                </a:solidFill>
              </a:defRPr>
            </a:lvl2pPr>
            <a:lvl3pPr>
              <a:defRPr sz="2475" b="0">
                <a:solidFill>
                  <a:srgbClr val="123B32"/>
                </a:solidFill>
              </a:defRPr>
            </a:lvl3pPr>
            <a:lvl4pPr>
              <a:defRPr sz="2475" b="0">
                <a:solidFill>
                  <a:srgbClr val="123B32"/>
                </a:solidFill>
              </a:defRPr>
            </a:lvl4pPr>
            <a:lvl5pPr>
              <a:defRPr sz="2475" b="0">
                <a:solidFill>
                  <a:srgbClr val="123B32"/>
                </a:solidFill>
              </a:defRPr>
            </a:lvl5pPr>
            <a:lvl6pPr>
              <a:defRPr sz="2475" b="0">
                <a:solidFill>
                  <a:srgbClr val="123B32"/>
                </a:solidFill>
              </a:defRPr>
            </a:lvl6pPr>
            <a:lvl7pPr>
              <a:defRPr sz="2475" b="0">
                <a:solidFill>
                  <a:srgbClr val="123B32"/>
                </a:solidFill>
              </a:defRPr>
            </a:lvl7pPr>
            <a:lvl8pPr>
              <a:defRPr sz="2475" b="0">
                <a:solidFill>
                  <a:srgbClr val="123B32"/>
                </a:solidFill>
              </a:defRPr>
            </a:lvl8pPr>
            <a:lvl9pPr>
              <a:defRPr sz="2475" b="0">
                <a:solidFill>
                  <a:srgbClr val="123B32"/>
                </a:solidFill>
              </a:defRPr>
            </a:lvl9pPr>
          </a:lstStyle>
          <a:p xmlns:a="http://schemas.openxmlformats.org/drawingml/2006/main">
            <a:pPr>
              <a:defRPr sz="2475" b="0">
                <a:solidFill>
                  <a:srgbClr val="123B32"/>
                </a:solidFill>
              </a:defRPr>
            </a:pPr>
            <a:r>
              <a:rPr sz="2475" b="0">
                <a:solidFill>
                  <a:srgbClr val="123B32"/>
                </a:solidFill>
              </a:rPr>
              <a:t>“terrestrial and aquatic prey”</a:t>
            </a:r>
          </a:p>
        </p:txBody>
      </p:sp>
      <p:pic>
        <p:nvPicPr>
          <p:cNvPr id="9" name="">
            <a:extLst xmlns:a="http://schemas.openxmlformats.org/drawingml/2006/main">
              <a:ext uri="{FF2B5EF4-FFF2-40B4-BE49-F238E27FC236}">
                <a16:creationId xmlns:a16="http://schemas.microsoft.com/office/drawing/2014/main" id="{3847B354-1F89-4EAF-853D-03831A116236}"/>
              </a:ext>
            </a:extLst>
          </p:cNvPr>
          <p:cNvPicPr>
            <a:picLocks xmlns:a="http://schemas.openxmlformats.org/drawingml/2006/main" noChangeAspect="1"/>
          </p:cNvPicPr>
          <p:nvPr/>
        </p:nvPicPr>
        <p:blipFill>
          <a:blip xmlns:r="http://schemas.openxmlformats.org/officeDocument/2006/relationships" xmlns:a="http://schemas.openxmlformats.org/drawingml/2006/main" r:embed="R6ffc9eed19ee4916"/>
          <a:stretch xmlns:a="http://schemas.openxmlformats.org/drawingml/2006/main"/>
        </p:blipFill>
        <p:spPr>
          <a:xfrm xmlns:a="http://schemas.openxmlformats.org/drawingml/2006/main">
            <a:off x="7686675" y="2734786"/>
            <a:ext cx="3905250" cy="2198054"/>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42214685-A19D-4347-AF3F-552CDD3FAFA1}"/>
              </a:ext>
            </a:extLst>
          </p:cNvPr>
          <p:cNvSpPr>
            <a:spLocks xmlns:a="http://schemas.openxmlformats.org/drawingml/2006/main" noGrp="1"/>
          </p:cNvSpPr>
          <p:nvPr/>
        </p:nvSpPr>
        <p:spPr>
          <a:xfrm xmlns:a="http://schemas.openxmlformats.org/drawingml/2006/main">
            <a:off x="7705725" y="1971675"/>
            <a:ext cx="3905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52675C"/>
                </a:solidFill>
              </a:defRPr>
            </a:defPPr>
            <a:lvl1pPr>
              <a:defRPr sz="1725" b="0">
                <a:solidFill>
                  <a:srgbClr val="52675C"/>
                </a:solidFill>
              </a:defRPr>
            </a:lvl1pPr>
            <a:lvl2pPr>
              <a:defRPr sz="1725" b="0">
                <a:solidFill>
                  <a:srgbClr val="52675C"/>
                </a:solidFill>
              </a:defRPr>
            </a:lvl2pPr>
            <a:lvl3pPr>
              <a:defRPr sz="1725" b="0">
                <a:solidFill>
                  <a:srgbClr val="52675C"/>
                </a:solidFill>
              </a:defRPr>
            </a:lvl3pPr>
            <a:lvl4pPr>
              <a:defRPr sz="1725" b="0">
                <a:solidFill>
                  <a:srgbClr val="52675C"/>
                </a:solidFill>
              </a:defRPr>
            </a:lvl4pPr>
            <a:lvl5pPr>
              <a:defRPr sz="1725" b="0">
                <a:solidFill>
                  <a:srgbClr val="52675C"/>
                </a:solidFill>
              </a:defRPr>
            </a:lvl5pPr>
            <a:lvl6pPr>
              <a:defRPr sz="1725" b="0">
                <a:solidFill>
                  <a:srgbClr val="52675C"/>
                </a:solidFill>
              </a:defRPr>
            </a:lvl6pPr>
            <a:lvl7pPr>
              <a:defRPr sz="1725" b="0">
                <a:solidFill>
                  <a:srgbClr val="52675C"/>
                </a:solidFill>
              </a:defRPr>
            </a:lvl7pPr>
            <a:lvl8pPr>
              <a:defRPr sz="1725" b="0">
                <a:solidFill>
                  <a:srgbClr val="52675C"/>
                </a:solidFill>
              </a:defRPr>
            </a:lvl8pPr>
            <a:lvl9pPr>
              <a:defRPr sz="1725" b="0">
                <a:solidFill>
                  <a:srgbClr val="52675C"/>
                </a:solidFill>
              </a:defRPr>
            </a:lvl9pPr>
          </a:lstStyle>
          <a:p xmlns:a="http://schemas.openxmlformats.org/drawingml/2006/main">
            <a:pPr>
              <a:defRPr sz="1725" b="0">
                <a:solidFill>
                  <a:srgbClr val="52675C"/>
                </a:solidFill>
              </a:defRPr>
            </a:pPr>
            <a:r>
              <a:rPr sz="1725" b="0">
                <a:solidFill>
                  <a:srgbClr val="52675C"/>
                </a:solidFill>
              </a:rPr>
              <a:t>Actual interface / Spanish</a:t>
            </a:r>
          </a:p>
        </p:txBody>
      </p:sp>
      <p:sp>
        <p:nvSpPr>
          <p:cNvPr id="11" name="">
            <a:extLst xmlns:a="http://schemas.openxmlformats.org/drawingml/2006/main">
              <a:ext uri="{FF2B5EF4-FFF2-40B4-BE49-F238E27FC236}">
                <a16:creationId xmlns:a16="http://schemas.microsoft.com/office/drawing/2014/main" id="{D99636C4-3138-49FC-8D7F-1D344BF95108}"/>
              </a:ext>
            </a:extLst>
          </p:cNvPr>
          <p:cNvSpPr>
            <a:spLocks xmlns:a="http://schemas.openxmlformats.org/drawingml/2006/main" noGrp="1"/>
          </p:cNvSpPr>
          <p:nvPr/>
        </p:nvSpPr>
        <p:spPr>
          <a:xfrm xmlns:a="http://schemas.openxmlformats.org/drawingml/2006/main">
            <a:off x="609600" y="5486400"/>
            <a:ext cx="10906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B85D35"/>
                </a:solidFill>
              </a:defRPr>
            </a:defPPr>
            <a:lvl1pPr>
              <a:defRPr sz="2100" b="1">
                <a:solidFill>
                  <a:srgbClr val="B85D35"/>
                </a:solidFill>
              </a:defRPr>
            </a:lvl1pPr>
            <a:lvl2pPr>
              <a:defRPr sz="2100" b="1">
                <a:solidFill>
                  <a:srgbClr val="B85D35"/>
                </a:solidFill>
              </a:defRPr>
            </a:lvl2pPr>
            <a:lvl3pPr>
              <a:defRPr sz="2100" b="1">
                <a:solidFill>
                  <a:srgbClr val="B85D35"/>
                </a:solidFill>
              </a:defRPr>
            </a:lvl3pPr>
            <a:lvl4pPr>
              <a:defRPr sz="2100" b="1">
                <a:solidFill>
                  <a:srgbClr val="B85D35"/>
                </a:solidFill>
              </a:defRPr>
            </a:lvl4pPr>
            <a:lvl5pPr>
              <a:defRPr sz="2100" b="1">
                <a:solidFill>
                  <a:srgbClr val="B85D35"/>
                </a:solidFill>
              </a:defRPr>
            </a:lvl5pPr>
            <a:lvl6pPr>
              <a:defRPr sz="2100" b="1">
                <a:solidFill>
                  <a:srgbClr val="B85D35"/>
                </a:solidFill>
              </a:defRPr>
            </a:lvl6pPr>
            <a:lvl7pPr>
              <a:defRPr sz="2100" b="1">
                <a:solidFill>
                  <a:srgbClr val="B85D35"/>
                </a:solidFill>
              </a:defRPr>
            </a:lvl7pPr>
            <a:lvl8pPr>
              <a:defRPr sz="2100" b="1">
                <a:solidFill>
                  <a:srgbClr val="B85D35"/>
                </a:solidFill>
              </a:defRPr>
            </a:lvl8pPr>
            <a:lvl9pPr>
              <a:defRPr sz="2100" b="1">
                <a:solidFill>
                  <a:srgbClr val="B85D35"/>
                </a:solidFill>
              </a:defRPr>
            </a:lvl9pPr>
          </a:lstStyle>
          <a:p xmlns:a="http://schemas.openxmlformats.org/drawingml/2006/main">
            <a:pPr>
              <a:defRPr sz="2100" b="1">
                <a:solidFill>
                  <a:srgbClr val="B85D35"/>
                </a:solidFill>
              </a:defRPr>
            </a:pPr>
            <a:r>
              <a:rPr sz="2100" b="1">
                <a:solidFill>
                  <a:srgbClr val="B85D35"/>
                </a:solidFill>
              </a:rPr>
              <a:t>Separate test: complete-genome request / abstained</a:t>
            </a:r>
          </a:p>
        </p:txBody>
      </p:sp>
      <p:sp>
        <p:nvSpPr>
          <p:cNvPr id="12" name="">
            <a:extLst xmlns:a="http://schemas.openxmlformats.org/drawingml/2006/main">
              <a:ext uri="{FF2B5EF4-FFF2-40B4-BE49-F238E27FC236}">
                <a16:creationId xmlns:a16="http://schemas.microsoft.com/office/drawing/2014/main" id="{940598D8-76B6-416A-A23C-01B069DAB476}"/>
              </a:ext>
            </a:extLst>
          </p:cNvPr>
          <p:cNvSpPr>
            <a:spLocks xmlns:a="http://schemas.openxmlformats.org/drawingml/2006/main" noGrp="1"/>
          </p:cNvSpPr>
          <p:nvPr/>
        </p:nvSpPr>
        <p:spPr>
          <a:xfrm xmlns:a="http://schemas.openxmlformats.org/drawingml/2006/main">
            <a:off x="609600" y="605790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2675C"/>
                </a:solidFill>
              </a:defRPr>
            </a:defPPr>
            <a:lvl1pPr>
              <a:defRPr sz="1800" b="0">
                <a:solidFill>
                  <a:srgbClr val="52675C"/>
                </a:solidFill>
              </a:defRPr>
            </a:lvl1pPr>
            <a:lvl2pPr>
              <a:defRPr sz="1800" b="0">
                <a:solidFill>
                  <a:srgbClr val="52675C"/>
                </a:solidFill>
              </a:defRPr>
            </a:lvl2pPr>
            <a:lvl3pPr>
              <a:defRPr sz="1800" b="0">
                <a:solidFill>
                  <a:srgbClr val="52675C"/>
                </a:solidFill>
              </a:defRPr>
            </a:lvl3pPr>
            <a:lvl4pPr>
              <a:defRPr sz="1800" b="0">
                <a:solidFill>
                  <a:srgbClr val="52675C"/>
                </a:solidFill>
              </a:defRPr>
            </a:lvl4pPr>
            <a:lvl5pPr>
              <a:defRPr sz="1800" b="0">
                <a:solidFill>
                  <a:srgbClr val="52675C"/>
                </a:solidFill>
              </a:defRPr>
            </a:lvl5pPr>
            <a:lvl6pPr>
              <a:defRPr sz="1800" b="0">
                <a:solidFill>
                  <a:srgbClr val="52675C"/>
                </a:solidFill>
              </a:defRPr>
            </a:lvl6pPr>
            <a:lvl7pPr>
              <a:defRPr sz="1800" b="0">
                <a:solidFill>
                  <a:srgbClr val="52675C"/>
                </a:solidFill>
              </a:defRPr>
            </a:lvl7pPr>
            <a:lvl8pPr>
              <a:defRPr sz="1800" b="0">
                <a:solidFill>
                  <a:srgbClr val="52675C"/>
                </a:solidFill>
              </a:defRPr>
            </a:lvl8pPr>
            <a:lvl9pPr>
              <a:defRPr sz="1800" b="0">
                <a:solidFill>
                  <a:srgbClr val="52675C"/>
                </a:solidFill>
              </a:defRPr>
            </a:lvl9pPr>
          </a:lstStyle>
          <a:p xmlns:a="http://schemas.openxmlformats.org/drawingml/2006/main">
            <a:pPr>
              <a:defRPr sz="1800" b="0">
                <a:solidFill>
                  <a:srgbClr val="52675C"/>
                </a:solidFill>
              </a:defRPr>
            </a:pPr>
            <a:r>
              <a:rPr sz="1800" b="0">
                <a:solidFill>
                  <a:srgbClr val="52675C"/>
                </a:solidFill>
              </a:rPr>
              <a:t>Real model runs / translated extracts / species identity remains unconfirmed</a:t>
            </a:r>
          </a:p>
        </p:txBody>
      </p:sp>
    </p:spTree>
    <p:extLst>
      <p:ext uri="{BB962C8B-B14F-4D97-AF65-F5344CB8AC3E}">
        <p14:creationId xmlns:p14="http://schemas.microsoft.com/office/powerpoint/2010/main" val="1394304478"/>
      </p:ext>
    </p:extLst>
  </p:cSld>
</p:sld>
</file>

<file path=ppt/slides/slide17.xml><?xml version="1.0" encoding="utf-8"?>
<p:sld xmlns:p="http://schemas.openxmlformats.org/presentationml/2006/main">
  <p:cSld>
    <p:bg>
      <p:bgPr>
        <a:solidFill xmlns:a="http://schemas.openxmlformats.org/drawingml/2006/main">
          <a:srgbClr val="F5F1E7"/>
        </a:solidFill>
      </p:bgPr>
    </p:bg>
    <p:spTree>
      <p:nvGrpSpPr>
        <p:cNvPr id="1" name=""/>
        <p:cNvGrpSpPr/>
        <p:nvPr/>
      </p:nvGrpSpPr>
      <p:grpSpPr>
        <a:xfrm xmlns:a="http://schemas.openxmlformats.org/drawingml/2006/main"/>
      </p:grpSpPr>
      <p:cxnSp>
        <p:nvCxnSpPr>
          <p:cNvPr id="14" name="">
            <a:extLst xmlns:a="http://schemas.openxmlformats.org/drawingml/2006/main">
              <a:ext uri="{FF2B5EF4-FFF2-40B4-BE49-F238E27FC236}">
                <a16:creationId xmlns:a16="http://schemas.microsoft.com/office/drawing/2014/main" id="{42B0AA1A-7979-4214-8EB5-3A3BB0D96959}"/>
              </a:ext>
            </a:extLst>
          </p:cNvPr>
          <p:cNvCxnSpPr>
            <a:stCxn xmlns:a="http://schemas.openxmlformats.org/drawingml/2006/main" id="10" idx="3"/>
            <a:endCxn xmlns:a="http://schemas.openxmlformats.org/drawingml/2006/main" id="12" idx="1"/>
          </p:cNvCxnSpPr>
          <p:nvPr/>
        </p:nvCxnSpPr>
        <p:spPr>
          <a:xfrm xmlns:a="http://schemas.openxmlformats.org/drawingml/2006/main">
            <a:off x="6191250" y="4171950"/>
            <a:ext cx="2105025" cy="0"/>
          </a:xfrm>
          <a:prstGeom xmlns:a="http://schemas.openxmlformats.org/drawingml/2006/main" prst="straightConnector1">
            <a:avLst/>
          </a:prstGeom>
          <a:ln xmlns:a="http://schemas.openxmlformats.org/drawingml/2006/main" w="25718">
            <a:solidFill>
              <a:srgbClr val="B85D35"/>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71A30EEB-A158-4CDE-9F78-3DADCD883361}"/>
              </a:ext>
            </a:extLst>
          </p:cNvPr>
          <p:cNvCxnSpPr>
            <a:stCxn xmlns:a="http://schemas.openxmlformats.org/drawingml/2006/main" id="5" idx="3"/>
            <a:endCxn xmlns:a="http://schemas.openxmlformats.org/drawingml/2006/main" id="7" idx="1"/>
          </p:cNvCxnSpPr>
          <p:nvPr/>
        </p:nvCxnSpPr>
        <p:spPr>
          <a:xfrm xmlns:a="http://schemas.openxmlformats.org/drawingml/2006/main">
            <a:off x="6191250" y="2257425"/>
            <a:ext cx="2105025" cy="0"/>
          </a:xfrm>
          <a:prstGeom xmlns:a="http://schemas.openxmlformats.org/drawingml/2006/main" prst="straightConnector1">
            <a:avLst/>
          </a:prstGeom>
          <a:ln xmlns:a="http://schemas.openxmlformats.org/drawingml/2006/main" w="25718">
            <a:solidFill>
              <a:srgbClr val="B85D35"/>
            </a:solidFill>
            <a:prstDash val="solid"/>
            <a:tailEnd type="arrow" w="med" len="med"/>
          </a:ln>
        </p:spPr>
      </p:cxnSp>
      <p:sp>
        <p:nvSpPr>
          <p:cNvPr id="17" name="">
            <a:extLst xmlns:a="http://schemas.openxmlformats.org/drawingml/2006/main">
              <a:ext uri="{FF2B5EF4-FFF2-40B4-BE49-F238E27FC236}">
                <a16:creationId xmlns:a16="http://schemas.microsoft.com/office/drawing/2014/main" id="{FAB45BA9-89BA-4AB9-8D3B-35A78C3A3656}"/>
              </a:ext>
            </a:extLst>
          </p:cNvPr>
          <p:cNvSpPr>
            <a:spLocks xmlns:a="http://schemas.openxmlformats.org/drawingml/2006/main" noGrp="1"/>
          </p:cNvSpPr>
          <p:nvPr/>
        </p:nvSpPr>
        <p:spPr>
          <a:xfrm xmlns:a="http://schemas.openxmlformats.org/drawingml/2006/main">
            <a:off x="533400" y="428625"/>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23B32"/>
                </a:solidFill>
              </a:defRPr>
            </a:defPPr>
            <a:lvl1pPr>
              <a:defRPr sz="3375" b="1">
                <a:solidFill>
                  <a:srgbClr val="123B32"/>
                </a:solidFill>
              </a:defRPr>
            </a:lvl1pPr>
            <a:lvl2pPr>
              <a:defRPr sz="3375" b="1">
                <a:solidFill>
                  <a:srgbClr val="123B32"/>
                </a:solidFill>
              </a:defRPr>
            </a:lvl2pPr>
            <a:lvl3pPr>
              <a:defRPr sz="3375" b="1">
                <a:solidFill>
                  <a:srgbClr val="123B32"/>
                </a:solidFill>
              </a:defRPr>
            </a:lvl3pPr>
            <a:lvl4pPr>
              <a:defRPr sz="3375" b="1">
                <a:solidFill>
                  <a:srgbClr val="123B32"/>
                </a:solidFill>
              </a:defRPr>
            </a:lvl4pPr>
            <a:lvl5pPr>
              <a:defRPr sz="3375" b="1">
                <a:solidFill>
                  <a:srgbClr val="123B32"/>
                </a:solidFill>
              </a:defRPr>
            </a:lvl5pPr>
            <a:lvl6pPr>
              <a:defRPr sz="3375" b="1">
                <a:solidFill>
                  <a:srgbClr val="123B32"/>
                </a:solidFill>
              </a:defRPr>
            </a:lvl6pPr>
            <a:lvl7pPr>
              <a:defRPr sz="3375" b="1">
                <a:solidFill>
                  <a:srgbClr val="123B32"/>
                </a:solidFill>
              </a:defRPr>
            </a:lvl7pPr>
            <a:lvl8pPr>
              <a:defRPr sz="3375" b="1">
                <a:solidFill>
                  <a:srgbClr val="123B32"/>
                </a:solidFill>
              </a:defRPr>
            </a:lvl8pPr>
            <a:lvl9pPr>
              <a:defRPr sz="3375" b="1">
                <a:solidFill>
                  <a:srgbClr val="123B32"/>
                </a:solidFill>
              </a:defRPr>
            </a:lvl9pPr>
          </a:lstStyle>
          <a:p xmlns:a="http://schemas.openxmlformats.org/drawingml/2006/main">
            <a:pPr>
              <a:defRPr sz="3375" b="1">
                <a:solidFill>
                  <a:srgbClr val="123B32"/>
                </a:solidFill>
              </a:defRPr>
            </a:pPr>
            <a:r>
              <a:rPr sz="3375" b="1">
                <a:solidFill>
                  <a:srgbClr val="123B32"/>
                </a:solidFill>
              </a:rPr>
              <a:t>The second run adds zero new vectors</a:t>
            </a:r>
          </a:p>
        </p:txBody>
      </p:sp>
      <p:sp>
        <p:nvSpPr>
          <p:cNvPr id="2" name="">
            <a:extLst xmlns:a="http://schemas.openxmlformats.org/drawingml/2006/main">
              <a:ext uri="{FF2B5EF4-FFF2-40B4-BE49-F238E27FC236}">
                <a16:creationId xmlns:a16="http://schemas.microsoft.com/office/drawing/2014/main" id="{E47096B9-64B0-47D0-95D4-5C5D1EAF7086}"/>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2675C"/>
                </a:solidFill>
              </a:defRPr>
            </a:defPPr>
            <a:lvl1pPr>
              <a:defRPr sz="1425" b="0">
                <a:solidFill>
                  <a:srgbClr val="52675C"/>
                </a:solidFill>
              </a:defRPr>
            </a:lvl1pPr>
            <a:lvl2pPr>
              <a:defRPr sz="1425" b="0">
                <a:solidFill>
                  <a:srgbClr val="52675C"/>
                </a:solidFill>
              </a:defRPr>
            </a:lvl2pPr>
            <a:lvl3pPr>
              <a:defRPr sz="1425" b="0">
                <a:solidFill>
                  <a:srgbClr val="52675C"/>
                </a:solidFill>
              </a:defRPr>
            </a:lvl3pPr>
            <a:lvl4pPr>
              <a:defRPr sz="1425" b="0">
                <a:solidFill>
                  <a:srgbClr val="52675C"/>
                </a:solidFill>
              </a:defRPr>
            </a:lvl4pPr>
            <a:lvl5pPr>
              <a:defRPr sz="1425" b="0">
                <a:solidFill>
                  <a:srgbClr val="52675C"/>
                </a:solidFill>
              </a:defRPr>
            </a:lvl5pPr>
            <a:lvl6pPr>
              <a:defRPr sz="1425" b="0">
                <a:solidFill>
                  <a:srgbClr val="52675C"/>
                </a:solidFill>
              </a:defRPr>
            </a:lvl6pPr>
            <a:lvl7pPr>
              <a:defRPr sz="1425" b="0">
                <a:solidFill>
                  <a:srgbClr val="52675C"/>
                </a:solidFill>
              </a:defRPr>
            </a:lvl7pPr>
            <a:lvl8pPr>
              <a:defRPr sz="1425" b="0">
                <a:solidFill>
                  <a:srgbClr val="52675C"/>
                </a:solidFill>
              </a:defRPr>
            </a:lvl8pPr>
            <a:lvl9pPr>
              <a:defRPr sz="1425" b="0">
                <a:solidFill>
                  <a:srgbClr val="52675C"/>
                </a:solidFill>
              </a:defRPr>
            </a:lvl9pPr>
          </a:lstStyle>
          <a:p xmlns:a="http://schemas.openxmlformats.org/drawingml/2006/main">
            <a:pPr>
              <a:defRPr sz="1425" b="0">
                <a:solidFill>
                  <a:srgbClr val="52675C"/>
                </a:solidFill>
              </a:defRPr>
            </a:pPr>
            <a:r>
              <a:rPr sz="1425" b="0">
                <a:solidFill>
                  <a:srgbClr val="52675C"/>
                </a:solidFill>
              </a:rPr>
              <a:t>17</a:t>
            </a:r>
          </a:p>
        </p:txBody>
      </p:sp>
      <p:sp>
        <p:nvSpPr>
          <p:cNvPr id="3" name="">
            <a:extLst xmlns:a="http://schemas.openxmlformats.org/drawingml/2006/main">
              <a:ext uri="{FF2B5EF4-FFF2-40B4-BE49-F238E27FC236}">
                <a16:creationId xmlns:a16="http://schemas.microsoft.com/office/drawing/2014/main" id="{178F0036-5C14-498B-BB7D-8CB88FFF2717}"/>
              </a:ext>
            </a:extLst>
          </p:cNvPr>
          <p:cNvSpPr>
            <a:spLocks xmlns:a="http://schemas.openxmlformats.org/drawingml/2006/main" noGrp="1"/>
          </p:cNvSpPr>
          <p:nvPr/>
        </p:nvSpPr>
        <p:spPr>
          <a:xfrm xmlns:a="http://schemas.openxmlformats.org/drawingml/2006/main">
            <a:off x="609600" y="1828800"/>
            <a:ext cx="247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52675C"/>
                </a:solidFill>
              </a:defRPr>
            </a:defPPr>
            <a:lvl1pPr>
              <a:defRPr sz="2100" b="1">
                <a:solidFill>
                  <a:srgbClr val="52675C"/>
                </a:solidFill>
              </a:defRPr>
            </a:lvl1pPr>
            <a:lvl2pPr>
              <a:defRPr sz="2100" b="1">
                <a:solidFill>
                  <a:srgbClr val="52675C"/>
                </a:solidFill>
              </a:defRPr>
            </a:lvl2pPr>
            <a:lvl3pPr>
              <a:defRPr sz="2100" b="1">
                <a:solidFill>
                  <a:srgbClr val="52675C"/>
                </a:solidFill>
              </a:defRPr>
            </a:lvl3pPr>
            <a:lvl4pPr>
              <a:defRPr sz="2100" b="1">
                <a:solidFill>
                  <a:srgbClr val="52675C"/>
                </a:solidFill>
              </a:defRPr>
            </a:lvl4pPr>
            <a:lvl5pPr>
              <a:defRPr sz="2100" b="1">
                <a:solidFill>
                  <a:srgbClr val="52675C"/>
                </a:solidFill>
              </a:defRPr>
            </a:lvl5pPr>
            <a:lvl6pPr>
              <a:defRPr sz="2100" b="1">
                <a:solidFill>
                  <a:srgbClr val="52675C"/>
                </a:solidFill>
              </a:defRPr>
            </a:lvl6pPr>
            <a:lvl7pPr>
              <a:defRPr sz="2100" b="1">
                <a:solidFill>
                  <a:srgbClr val="52675C"/>
                </a:solidFill>
              </a:defRPr>
            </a:lvl7pPr>
            <a:lvl8pPr>
              <a:defRPr sz="2100" b="1">
                <a:solidFill>
                  <a:srgbClr val="52675C"/>
                </a:solidFill>
              </a:defRPr>
            </a:lvl8pPr>
            <a:lvl9pPr>
              <a:defRPr sz="2100" b="1">
                <a:solidFill>
                  <a:srgbClr val="52675C"/>
                </a:solidFill>
              </a:defRPr>
            </a:lvl9pPr>
          </a:lstStyle>
          <a:p xmlns:a="http://schemas.openxmlformats.org/drawingml/2006/main">
            <a:pPr>
              <a:defRPr sz="2100" b="1">
                <a:solidFill>
                  <a:srgbClr val="52675C"/>
                </a:solidFill>
              </a:defRPr>
            </a:pPr>
            <a:r>
              <a:rPr sz="2100" b="1">
                <a:solidFill>
                  <a:srgbClr val="52675C"/>
                </a:solidFill>
              </a:rPr>
              <a:t>RUN 1</a:t>
            </a:r>
          </a:p>
        </p:txBody>
      </p:sp>
      <p:sp>
        <p:nvSpPr>
          <p:cNvPr id="4" name="">
            <a:extLst xmlns:a="http://schemas.openxmlformats.org/drawingml/2006/main">
              <a:ext uri="{FF2B5EF4-FFF2-40B4-BE49-F238E27FC236}">
                <a16:creationId xmlns:a16="http://schemas.microsoft.com/office/drawing/2014/main" id="{1ED58FBC-CF27-404C-9857-932E75AB90F6}"/>
              </a:ext>
            </a:extLst>
          </p:cNvPr>
          <p:cNvSpPr>
            <a:spLocks xmlns:a="http://schemas.openxmlformats.org/drawingml/2006/main" noGrp="1"/>
          </p:cNvSpPr>
          <p:nvPr/>
        </p:nvSpPr>
        <p:spPr>
          <a:xfrm xmlns:a="http://schemas.openxmlformats.org/drawingml/2006/main">
            <a:off x="609600" y="3743325"/>
            <a:ext cx="247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52675C"/>
                </a:solidFill>
              </a:defRPr>
            </a:defPPr>
            <a:lvl1pPr>
              <a:defRPr sz="2100" b="1">
                <a:solidFill>
                  <a:srgbClr val="52675C"/>
                </a:solidFill>
              </a:defRPr>
            </a:lvl1pPr>
            <a:lvl2pPr>
              <a:defRPr sz="2100" b="1">
                <a:solidFill>
                  <a:srgbClr val="52675C"/>
                </a:solidFill>
              </a:defRPr>
            </a:lvl2pPr>
            <a:lvl3pPr>
              <a:defRPr sz="2100" b="1">
                <a:solidFill>
                  <a:srgbClr val="52675C"/>
                </a:solidFill>
              </a:defRPr>
            </a:lvl3pPr>
            <a:lvl4pPr>
              <a:defRPr sz="2100" b="1">
                <a:solidFill>
                  <a:srgbClr val="52675C"/>
                </a:solidFill>
              </a:defRPr>
            </a:lvl4pPr>
            <a:lvl5pPr>
              <a:defRPr sz="2100" b="1">
                <a:solidFill>
                  <a:srgbClr val="52675C"/>
                </a:solidFill>
              </a:defRPr>
            </a:lvl5pPr>
            <a:lvl6pPr>
              <a:defRPr sz="2100" b="1">
                <a:solidFill>
                  <a:srgbClr val="52675C"/>
                </a:solidFill>
              </a:defRPr>
            </a:lvl6pPr>
            <a:lvl7pPr>
              <a:defRPr sz="2100" b="1">
                <a:solidFill>
                  <a:srgbClr val="52675C"/>
                </a:solidFill>
              </a:defRPr>
            </a:lvl7pPr>
            <a:lvl8pPr>
              <a:defRPr sz="2100" b="1">
                <a:solidFill>
                  <a:srgbClr val="52675C"/>
                </a:solidFill>
              </a:defRPr>
            </a:lvl8pPr>
            <a:lvl9pPr>
              <a:defRPr sz="2100" b="1">
                <a:solidFill>
                  <a:srgbClr val="52675C"/>
                </a:solidFill>
              </a:defRPr>
            </a:lvl9pPr>
          </a:lstStyle>
          <a:p xmlns:a="http://schemas.openxmlformats.org/drawingml/2006/main">
            <a:pPr>
              <a:defRPr sz="2100" b="1">
                <a:solidFill>
                  <a:srgbClr val="52675C"/>
                </a:solidFill>
              </a:defRPr>
            </a:pPr>
            <a:r>
              <a:rPr sz="2100" b="1">
                <a:solidFill>
                  <a:srgbClr val="52675C"/>
                </a:solidFill>
              </a:rPr>
              <a:t>RUN 2</a:t>
            </a:r>
          </a:p>
        </p:txBody>
      </p:sp>
      <p:sp>
        <p:nvSpPr>
          <p:cNvPr id="5" name="">
            <a:extLst xmlns:a="http://schemas.openxmlformats.org/drawingml/2006/main">
              <a:ext uri="{FF2B5EF4-FFF2-40B4-BE49-F238E27FC236}">
                <a16:creationId xmlns:a16="http://schemas.microsoft.com/office/drawing/2014/main" id="{EEA9AF25-0EC9-4765-A69D-9353D40EAEAF}"/>
              </a:ext>
            </a:extLst>
          </p:cNvPr>
          <p:cNvSpPr>
            <a:spLocks xmlns:a="http://schemas.openxmlformats.org/drawingml/2006/main" noGrp="1"/>
          </p:cNvSpPr>
          <p:nvPr/>
        </p:nvSpPr>
        <p:spPr>
          <a:xfrm xmlns:a="http://schemas.openxmlformats.org/drawingml/2006/main">
            <a:off x="2857500" y="1828800"/>
            <a:ext cx="3333750" cy="857250"/>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6" name="">
            <a:extLst xmlns:a="http://schemas.openxmlformats.org/drawingml/2006/main">
              <a:ext uri="{FF2B5EF4-FFF2-40B4-BE49-F238E27FC236}">
                <a16:creationId xmlns:a16="http://schemas.microsoft.com/office/drawing/2014/main" id="{9CB0A853-E326-4CEC-966A-0D8CA6C31D11}"/>
              </a:ext>
            </a:extLst>
          </p:cNvPr>
          <p:cNvSpPr>
            <a:spLocks xmlns:a="http://schemas.openxmlformats.org/drawingml/2006/main" noGrp="1"/>
          </p:cNvSpPr>
          <p:nvPr/>
        </p:nvSpPr>
        <p:spPr>
          <a:xfrm xmlns:a="http://schemas.openxmlformats.org/drawingml/2006/main">
            <a:off x="3019425" y="1981200"/>
            <a:ext cx="30099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23B32"/>
                </a:solidFill>
              </a:defRPr>
            </a:defPPr>
            <a:lvl1pPr>
              <a:defRPr sz="2400" b="1">
                <a:solidFill>
                  <a:srgbClr val="123B32"/>
                </a:solidFill>
              </a:defRPr>
            </a:lvl1pPr>
            <a:lvl2pPr>
              <a:defRPr sz="2400" b="1">
                <a:solidFill>
                  <a:srgbClr val="123B32"/>
                </a:solidFill>
              </a:defRPr>
            </a:lvl2pPr>
            <a:lvl3pPr>
              <a:defRPr sz="2400" b="1">
                <a:solidFill>
                  <a:srgbClr val="123B32"/>
                </a:solidFill>
              </a:defRPr>
            </a:lvl3pPr>
            <a:lvl4pPr>
              <a:defRPr sz="2400" b="1">
                <a:solidFill>
                  <a:srgbClr val="123B32"/>
                </a:solidFill>
              </a:defRPr>
            </a:lvl4pPr>
            <a:lvl5pPr>
              <a:defRPr sz="2400" b="1">
                <a:solidFill>
                  <a:srgbClr val="123B32"/>
                </a:solidFill>
              </a:defRPr>
            </a:lvl5pPr>
            <a:lvl6pPr>
              <a:defRPr sz="2400" b="1">
                <a:solidFill>
                  <a:srgbClr val="123B32"/>
                </a:solidFill>
              </a:defRPr>
            </a:lvl6pPr>
            <a:lvl7pPr>
              <a:defRPr sz="2400" b="1">
                <a:solidFill>
                  <a:srgbClr val="123B32"/>
                </a:solidFill>
              </a:defRPr>
            </a:lvl7pPr>
            <a:lvl8pPr>
              <a:defRPr sz="2400" b="1">
                <a:solidFill>
                  <a:srgbClr val="123B32"/>
                </a:solidFill>
              </a:defRPr>
            </a:lvl8pPr>
            <a:lvl9pPr>
              <a:defRPr sz="2400" b="1">
                <a:solidFill>
                  <a:srgbClr val="123B32"/>
                </a:solidFill>
              </a:defRPr>
            </a:lvl9pPr>
          </a:lstStyle>
          <a:p xmlns:a="http://schemas.openxmlformats.org/drawingml/2006/main">
            <a:pPr>
              <a:defRPr sz="2400" b="1">
                <a:solidFill>
                  <a:srgbClr val="123B32"/>
                </a:solidFill>
              </a:defRPr>
            </a:pPr>
            <a:r>
              <a:rPr sz="2400" b="1">
                <a:solidFill>
                  <a:srgbClr val="123B32"/>
                </a:solidFill>
              </a:rPr>
              <a:t>3 synthetic assets</a:t>
            </a:r>
          </a:p>
        </p:txBody>
      </p:sp>
      <p:sp>
        <p:nvSpPr>
          <p:cNvPr id="7" name="">
            <a:extLst xmlns:a="http://schemas.openxmlformats.org/drawingml/2006/main">
              <a:ext uri="{FF2B5EF4-FFF2-40B4-BE49-F238E27FC236}">
                <a16:creationId xmlns:a16="http://schemas.microsoft.com/office/drawing/2014/main" id="{42F8FA1F-5E6D-47C9-8369-7EAA9AC06228}"/>
              </a:ext>
            </a:extLst>
          </p:cNvPr>
          <p:cNvSpPr>
            <a:spLocks xmlns:a="http://schemas.openxmlformats.org/drawingml/2006/main" noGrp="1"/>
          </p:cNvSpPr>
          <p:nvPr/>
        </p:nvSpPr>
        <p:spPr>
          <a:xfrm xmlns:a="http://schemas.openxmlformats.org/drawingml/2006/main">
            <a:off x="8296275" y="1828800"/>
            <a:ext cx="3238500" cy="857250"/>
          </a:xfrm>
          <a:prstGeom xmlns:a="http://schemas.openxmlformats.org/drawingml/2006/main" prst="rect">
            <a:avLst/>
          </a:prstGeom>
          <a:solidFill xmlns:a="http://schemas.openxmlformats.org/drawingml/2006/main">
            <a:srgbClr val="DCE5D2"/>
          </a:solidFill>
          <a:ln xmlns:a="http://schemas.openxmlformats.org/drawingml/2006/main" w="12383">
            <a:solidFill>
              <a:srgbClr val="A2B5A4"/>
            </a:solidFill>
          </a:ln>
        </p:spPr>
      </p:sp>
      <p:sp>
        <p:nvSpPr>
          <p:cNvPr id="8" name="">
            <a:extLst xmlns:a="http://schemas.openxmlformats.org/drawingml/2006/main">
              <a:ext uri="{FF2B5EF4-FFF2-40B4-BE49-F238E27FC236}">
                <a16:creationId xmlns:a16="http://schemas.microsoft.com/office/drawing/2014/main" id="{0452FD3B-DE97-4247-9699-C836A3D12251}"/>
              </a:ext>
            </a:extLst>
          </p:cNvPr>
          <p:cNvSpPr>
            <a:spLocks xmlns:a="http://schemas.openxmlformats.org/drawingml/2006/main" noGrp="1"/>
          </p:cNvSpPr>
          <p:nvPr/>
        </p:nvSpPr>
        <p:spPr>
          <a:xfrm xmlns:a="http://schemas.openxmlformats.org/drawingml/2006/main">
            <a:off x="8458200" y="1981200"/>
            <a:ext cx="29146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23B32"/>
                </a:solidFill>
              </a:defRPr>
            </a:defPPr>
            <a:lvl1pPr>
              <a:defRPr sz="2850" b="1">
                <a:solidFill>
                  <a:srgbClr val="123B32"/>
                </a:solidFill>
              </a:defRPr>
            </a:lvl1pPr>
            <a:lvl2pPr>
              <a:defRPr sz="2850" b="1">
                <a:solidFill>
                  <a:srgbClr val="123B32"/>
                </a:solidFill>
              </a:defRPr>
            </a:lvl2pPr>
            <a:lvl3pPr>
              <a:defRPr sz="2850" b="1">
                <a:solidFill>
                  <a:srgbClr val="123B32"/>
                </a:solidFill>
              </a:defRPr>
            </a:lvl3pPr>
            <a:lvl4pPr>
              <a:defRPr sz="2850" b="1">
                <a:solidFill>
                  <a:srgbClr val="123B32"/>
                </a:solidFill>
              </a:defRPr>
            </a:lvl4pPr>
            <a:lvl5pPr>
              <a:defRPr sz="2850" b="1">
                <a:solidFill>
                  <a:srgbClr val="123B32"/>
                </a:solidFill>
              </a:defRPr>
            </a:lvl5pPr>
            <a:lvl6pPr>
              <a:defRPr sz="2850" b="1">
                <a:solidFill>
                  <a:srgbClr val="123B32"/>
                </a:solidFill>
              </a:defRPr>
            </a:lvl6pPr>
            <a:lvl7pPr>
              <a:defRPr sz="2850" b="1">
                <a:solidFill>
                  <a:srgbClr val="123B32"/>
                </a:solidFill>
              </a:defRPr>
            </a:lvl7pPr>
            <a:lvl8pPr>
              <a:defRPr sz="2850" b="1">
                <a:solidFill>
                  <a:srgbClr val="123B32"/>
                </a:solidFill>
              </a:defRPr>
            </a:lvl8pPr>
            <a:lvl9pPr>
              <a:defRPr sz="2850" b="1">
                <a:solidFill>
                  <a:srgbClr val="123B32"/>
                </a:solidFill>
              </a:defRPr>
            </a:lvl9pPr>
          </a:lstStyle>
          <a:p xmlns:a="http://schemas.openxmlformats.org/drawingml/2006/main">
            <a:pPr>
              <a:defRPr sz="2850" b="1">
                <a:solidFill>
                  <a:srgbClr val="123B32"/>
                </a:solidFill>
              </a:defRPr>
            </a:pPr>
            <a:r>
              <a:rPr sz="2850" b="1">
                <a:solidFill>
                  <a:srgbClr val="123B32"/>
                </a:solidFill>
              </a:rPr>
              <a:t>7 vectors</a:t>
            </a:r>
          </a:p>
        </p:txBody>
      </p:sp>
      <p:sp>
        <p:nvSpPr>
          <p:cNvPr id="10" name="">
            <a:extLst xmlns:a="http://schemas.openxmlformats.org/drawingml/2006/main">
              <a:ext uri="{FF2B5EF4-FFF2-40B4-BE49-F238E27FC236}">
                <a16:creationId xmlns:a16="http://schemas.microsoft.com/office/drawing/2014/main" id="{88EA95DA-48EC-4D16-8B01-A85C835C6E02}"/>
              </a:ext>
            </a:extLst>
          </p:cNvPr>
          <p:cNvSpPr>
            <a:spLocks xmlns:a="http://schemas.openxmlformats.org/drawingml/2006/main" noGrp="1"/>
          </p:cNvSpPr>
          <p:nvPr/>
        </p:nvSpPr>
        <p:spPr>
          <a:xfrm xmlns:a="http://schemas.openxmlformats.org/drawingml/2006/main">
            <a:off x="2857500" y="3743325"/>
            <a:ext cx="3333750" cy="857250"/>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11" name="">
            <a:extLst xmlns:a="http://schemas.openxmlformats.org/drawingml/2006/main">
              <a:ext uri="{FF2B5EF4-FFF2-40B4-BE49-F238E27FC236}">
                <a16:creationId xmlns:a16="http://schemas.microsoft.com/office/drawing/2014/main" id="{6CB9F224-A926-4DD8-B90A-EE68F46E9BC7}"/>
              </a:ext>
            </a:extLst>
          </p:cNvPr>
          <p:cNvSpPr>
            <a:spLocks xmlns:a="http://schemas.openxmlformats.org/drawingml/2006/main" noGrp="1"/>
          </p:cNvSpPr>
          <p:nvPr/>
        </p:nvSpPr>
        <p:spPr>
          <a:xfrm xmlns:a="http://schemas.openxmlformats.org/drawingml/2006/main">
            <a:off x="3019425" y="3895725"/>
            <a:ext cx="30099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23B32"/>
                </a:solidFill>
              </a:defRPr>
            </a:defPPr>
            <a:lvl1pPr>
              <a:defRPr sz="2400" b="1">
                <a:solidFill>
                  <a:srgbClr val="123B32"/>
                </a:solidFill>
              </a:defRPr>
            </a:lvl1pPr>
            <a:lvl2pPr>
              <a:defRPr sz="2400" b="1">
                <a:solidFill>
                  <a:srgbClr val="123B32"/>
                </a:solidFill>
              </a:defRPr>
            </a:lvl2pPr>
            <a:lvl3pPr>
              <a:defRPr sz="2400" b="1">
                <a:solidFill>
                  <a:srgbClr val="123B32"/>
                </a:solidFill>
              </a:defRPr>
            </a:lvl3pPr>
            <a:lvl4pPr>
              <a:defRPr sz="2400" b="1">
                <a:solidFill>
                  <a:srgbClr val="123B32"/>
                </a:solidFill>
              </a:defRPr>
            </a:lvl4pPr>
            <a:lvl5pPr>
              <a:defRPr sz="2400" b="1">
                <a:solidFill>
                  <a:srgbClr val="123B32"/>
                </a:solidFill>
              </a:defRPr>
            </a:lvl5pPr>
            <a:lvl6pPr>
              <a:defRPr sz="2400" b="1">
                <a:solidFill>
                  <a:srgbClr val="123B32"/>
                </a:solidFill>
              </a:defRPr>
            </a:lvl6pPr>
            <a:lvl7pPr>
              <a:defRPr sz="2400" b="1">
                <a:solidFill>
                  <a:srgbClr val="123B32"/>
                </a:solidFill>
              </a:defRPr>
            </a:lvl7pPr>
            <a:lvl8pPr>
              <a:defRPr sz="2400" b="1">
                <a:solidFill>
                  <a:srgbClr val="123B32"/>
                </a:solidFill>
              </a:defRPr>
            </a:lvl8pPr>
            <a:lvl9pPr>
              <a:defRPr sz="2400" b="1">
                <a:solidFill>
                  <a:srgbClr val="123B32"/>
                </a:solidFill>
              </a:defRPr>
            </a:lvl9pPr>
          </a:lstStyle>
          <a:p xmlns:a="http://schemas.openxmlformats.org/drawingml/2006/main">
            <a:pPr>
              <a:defRPr sz="2400" b="1">
                <a:solidFill>
                  <a:srgbClr val="123B32"/>
                </a:solidFill>
              </a:defRPr>
            </a:pPr>
            <a:r>
              <a:rPr sz="2400" b="1">
                <a:solidFill>
                  <a:srgbClr val="123B32"/>
                </a:solidFill>
              </a:rPr>
              <a:t>Verify and reuse</a:t>
            </a:r>
          </a:p>
        </p:txBody>
      </p:sp>
      <p:sp>
        <p:nvSpPr>
          <p:cNvPr id="12" name="">
            <a:extLst xmlns:a="http://schemas.openxmlformats.org/drawingml/2006/main">
              <a:ext uri="{FF2B5EF4-FFF2-40B4-BE49-F238E27FC236}">
                <a16:creationId xmlns:a16="http://schemas.microsoft.com/office/drawing/2014/main" id="{C43A59ED-B272-4DD2-B75C-7C12391ACAC7}"/>
              </a:ext>
            </a:extLst>
          </p:cNvPr>
          <p:cNvSpPr>
            <a:spLocks xmlns:a="http://schemas.openxmlformats.org/drawingml/2006/main" noGrp="1"/>
          </p:cNvSpPr>
          <p:nvPr/>
        </p:nvSpPr>
        <p:spPr>
          <a:xfrm xmlns:a="http://schemas.openxmlformats.org/drawingml/2006/main">
            <a:off x="8296275" y="3743325"/>
            <a:ext cx="3238500" cy="857250"/>
          </a:xfrm>
          <a:prstGeom xmlns:a="http://schemas.openxmlformats.org/drawingml/2006/main" prst="rect">
            <a:avLst/>
          </a:prstGeom>
          <a:solidFill xmlns:a="http://schemas.openxmlformats.org/drawingml/2006/main">
            <a:srgbClr val="DCE5D2"/>
          </a:solidFill>
          <a:ln xmlns:a="http://schemas.openxmlformats.org/drawingml/2006/main" w="12383">
            <a:solidFill>
              <a:srgbClr val="A2B5A4"/>
            </a:solidFill>
          </a:ln>
        </p:spPr>
      </p:sp>
      <p:sp>
        <p:nvSpPr>
          <p:cNvPr id="13" name="">
            <a:extLst xmlns:a="http://schemas.openxmlformats.org/drawingml/2006/main">
              <a:ext uri="{FF2B5EF4-FFF2-40B4-BE49-F238E27FC236}">
                <a16:creationId xmlns:a16="http://schemas.microsoft.com/office/drawing/2014/main" id="{2347A9AD-A215-43A0-8AD5-30070A70B75A}"/>
              </a:ext>
            </a:extLst>
          </p:cNvPr>
          <p:cNvSpPr>
            <a:spLocks xmlns:a="http://schemas.openxmlformats.org/drawingml/2006/main" noGrp="1"/>
          </p:cNvSpPr>
          <p:nvPr/>
        </p:nvSpPr>
        <p:spPr>
          <a:xfrm xmlns:a="http://schemas.openxmlformats.org/drawingml/2006/main">
            <a:off x="8458200" y="3895725"/>
            <a:ext cx="29146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23B32"/>
                </a:solidFill>
              </a:defRPr>
            </a:defPPr>
            <a:lvl1pPr>
              <a:defRPr sz="2850" b="1">
                <a:solidFill>
                  <a:srgbClr val="123B32"/>
                </a:solidFill>
              </a:defRPr>
            </a:lvl1pPr>
            <a:lvl2pPr>
              <a:defRPr sz="2850" b="1">
                <a:solidFill>
                  <a:srgbClr val="123B32"/>
                </a:solidFill>
              </a:defRPr>
            </a:lvl2pPr>
            <a:lvl3pPr>
              <a:defRPr sz="2850" b="1">
                <a:solidFill>
                  <a:srgbClr val="123B32"/>
                </a:solidFill>
              </a:defRPr>
            </a:lvl3pPr>
            <a:lvl4pPr>
              <a:defRPr sz="2850" b="1">
                <a:solidFill>
                  <a:srgbClr val="123B32"/>
                </a:solidFill>
              </a:defRPr>
            </a:lvl4pPr>
            <a:lvl5pPr>
              <a:defRPr sz="2850" b="1">
                <a:solidFill>
                  <a:srgbClr val="123B32"/>
                </a:solidFill>
              </a:defRPr>
            </a:lvl5pPr>
            <a:lvl6pPr>
              <a:defRPr sz="2850" b="1">
                <a:solidFill>
                  <a:srgbClr val="123B32"/>
                </a:solidFill>
              </a:defRPr>
            </a:lvl6pPr>
            <a:lvl7pPr>
              <a:defRPr sz="2850" b="1">
                <a:solidFill>
                  <a:srgbClr val="123B32"/>
                </a:solidFill>
              </a:defRPr>
            </a:lvl7pPr>
            <a:lvl8pPr>
              <a:defRPr sz="2850" b="1">
                <a:solidFill>
                  <a:srgbClr val="123B32"/>
                </a:solidFill>
              </a:defRPr>
            </a:lvl8pPr>
            <a:lvl9pPr>
              <a:defRPr sz="2850" b="1">
                <a:solidFill>
                  <a:srgbClr val="123B32"/>
                </a:solidFill>
              </a:defRPr>
            </a:lvl9pPr>
          </a:lstStyle>
          <a:p xmlns:a="http://schemas.openxmlformats.org/drawingml/2006/main">
            <a:pPr>
              <a:defRPr sz="2850" b="1">
                <a:solidFill>
                  <a:srgbClr val="123B32"/>
                </a:solidFill>
              </a:defRPr>
            </a:pPr>
            <a:r>
              <a:rPr sz="2850" b="1">
                <a:solidFill>
                  <a:srgbClr val="123B32"/>
                </a:solidFill>
              </a:rPr>
              <a:t>0 new vectors</a:t>
            </a:r>
          </a:p>
        </p:txBody>
      </p:sp>
      <p:sp>
        <p:nvSpPr>
          <p:cNvPr id="15" name="">
            <a:extLst xmlns:a="http://schemas.openxmlformats.org/drawingml/2006/main">
              <a:ext uri="{FF2B5EF4-FFF2-40B4-BE49-F238E27FC236}">
                <a16:creationId xmlns:a16="http://schemas.microsoft.com/office/drawing/2014/main" id="{8684918C-9676-4B1D-B935-956291EDDD6A}"/>
              </a:ext>
            </a:extLst>
          </p:cNvPr>
          <p:cNvSpPr>
            <a:spLocks xmlns:a="http://schemas.openxmlformats.org/drawingml/2006/main" noGrp="1"/>
          </p:cNvSpPr>
          <p:nvPr/>
        </p:nvSpPr>
        <p:spPr>
          <a:xfrm xmlns:a="http://schemas.openxmlformats.org/drawingml/2006/main">
            <a:off x="609600" y="535305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123B32"/>
                </a:solidFill>
              </a:defRPr>
            </a:defPPr>
            <a:lvl1pPr>
              <a:defRPr sz="2550" b="1">
                <a:solidFill>
                  <a:srgbClr val="123B32"/>
                </a:solidFill>
              </a:defRPr>
            </a:lvl1pPr>
            <a:lvl2pPr>
              <a:defRPr sz="2550" b="1">
                <a:solidFill>
                  <a:srgbClr val="123B32"/>
                </a:solidFill>
              </a:defRPr>
            </a:lvl2pPr>
            <a:lvl3pPr>
              <a:defRPr sz="2550" b="1">
                <a:solidFill>
                  <a:srgbClr val="123B32"/>
                </a:solidFill>
              </a:defRPr>
            </a:lvl3pPr>
            <a:lvl4pPr>
              <a:defRPr sz="2550" b="1">
                <a:solidFill>
                  <a:srgbClr val="123B32"/>
                </a:solidFill>
              </a:defRPr>
            </a:lvl4pPr>
            <a:lvl5pPr>
              <a:defRPr sz="2550" b="1">
                <a:solidFill>
                  <a:srgbClr val="123B32"/>
                </a:solidFill>
              </a:defRPr>
            </a:lvl5pPr>
            <a:lvl6pPr>
              <a:defRPr sz="2550" b="1">
                <a:solidFill>
                  <a:srgbClr val="123B32"/>
                </a:solidFill>
              </a:defRPr>
            </a:lvl6pPr>
            <a:lvl7pPr>
              <a:defRPr sz="2550" b="1">
                <a:solidFill>
                  <a:srgbClr val="123B32"/>
                </a:solidFill>
              </a:defRPr>
            </a:lvl7pPr>
            <a:lvl8pPr>
              <a:defRPr sz="2550" b="1">
                <a:solidFill>
                  <a:srgbClr val="123B32"/>
                </a:solidFill>
              </a:defRPr>
            </a:lvl8pPr>
            <a:lvl9pPr>
              <a:defRPr sz="2550" b="1">
                <a:solidFill>
                  <a:srgbClr val="123B32"/>
                </a:solidFill>
              </a:defRPr>
            </a:lvl9pPr>
          </a:lstStyle>
          <a:p xmlns:a="http://schemas.openxmlformats.org/drawingml/2006/main">
            <a:pPr>
              <a:defRPr sz="2550" b="1">
                <a:solidFill>
                  <a:srgbClr val="123B32"/>
                </a:solidFill>
              </a:defRPr>
            </a:pPr>
            <a:r>
              <a:rPr sz="2550" b="1">
                <a:solidFill>
                  <a:srgbClr val="123B32"/>
                </a:solidFill>
              </a:rPr>
              <a:t>16 steps / isolated storage / real CPU models</a:t>
            </a:r>
          </a:p>
        </p:txBody>
      </p:sp>
      <p:sp>
        <p:nvSpPr>
          <p:cNvPr id="16" name="">
            <a:extLst xmlns:a="http://schemas.openxmlformats.org/drawingml/2006/main">
              <a:ext uri="{FF2B5EF4-FFF2-40B4-BE49-F238E27FC236}">
                <a16:creationId xmlns:a16="http://schemas.microsoft.com/office/drawing/2014/main" id="{13016943-1DB6-487A-A414-0A455BA40F20}"/>
              </a:ext>
            </a:extLst>
          </p:cNvPr>
          <p:cNvSpPr>
            <a:spLocks xmlns:a="http://schemas.openxmlformats.org/drawingml/2006/main" noGrp="1"/>
          </p:cNvSpPr>
          <p:nvPr/>
        </p:nvSpPr>
        <p:spPr>
          <a:xfrm xmlns:a="http://schemas.openxmlformats.org/drawingml/2006/main">
            <a:off x="609600" y="605790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2675C"/>
                </a:solidFill>
              </a:defRPr>
            </a:defPPr>
            <a:lvl1pPr>
              <a:defRPr sz="1800" b="0">
                <a:solidFill>
                  <a:srgbClr val="52675C"/>
                </a:solidFill>
              </a:defRPr>
            </a:lvl1pPr>
            <a:lvl2pPr>
              <a:defRPr sz="1800" b="0">
                <a:solidFill>
                  <a:srgbClr val="52675C"/>
                </a:solidFill>
              </a:defRPr>
            </a:lvl2pPr>
            <a:lvl3pPr>
              <a:defRPr sz="1800" b="0">
                <a:solidFill>
                  <a:srgbClr val="52675C"/>
                </a:solidFill>
              </a:defRPr>
            </a:lvl3pPr>
            <a:lvl4pPr>
              <a:defRPr sz="1800" b="0">
                <a:solidFill>
                  <a:srgbClr val="52675C"/>
                </a:solidFill>
              </a:defRPr>
            </a:lvl4pPr>
            <a:lvl5pPr>
              <a:defRPr sz="1800" b="0">
                <a:solidFill>
                  <a:srgbClr val="52675C"/>
                </a:solidFill>
              </a:defRPr>
            </a:lvl5pPr>
            <a:lvl6pPr>
              <a:defRPr sz="1800" b="0">
                <a:solidFill>
                  <a:srgbClr val="52675C"/>
                </a:solidFill>
              </a:defRPr>
            </a:lvl6pPr>
            <a:lvl7pPr>
              <a:defRPr sz="1800" b="0">
                <a:solidFill>
                  <a:srgbClr val="52675C"/>
                </a:solidFill>
              </a:defRPr>
            </a:lvl7pPr>
            <a:lvl8pPr>
              <a:defRPr sz="1800" b="0">
                <a:solidFill>
                  <a:srgbClr val="52675C"/>
                </a:solidFill>
              </a:defRPr>
            </a:lvl8pPr>
            <a:lvl9pPr>
              <a:defRPr sz="1800" b="0">
                <a:solidFill>
                  <a:srgbClr val="52675C"/>
                </a:solidFill>
              </a:defRPr>
            </a:lvl9pPr>
          </a:lstStyle>
          <a:p xmlns:a="http://schemas.openxmlformats.org/drawingml/2006/main">
            <a:pPr>
              <a:defRPr sz="1800" b="0">
                <a:solidFill>
                  <a:srgbClr val="52675C"/>
                </a:solidFill>
              </a:defRPr>
            </a:pPr>
            <a:r>
              <a:rPr sz="1800" b="0">
                <a:solidFill>
                  <a:srgbClr val="52675C"/>
                </a:solidFill>
              </a:rPr>
              <a:t>Reconciliation checks outcomes. This synthetic run is not a relevance benchmark.</a:t>
            </a:r>
          </a:p>
        </p:txBody>
      </p:sp>
    </p:spTree>
    <p:extLst>
      <p:ext uri="{BB962C8B-B14F-4D97-AF65-F5344CB8AC3E}">
        <p14:creationId xmlns:p14="http://schemas.microsoft.com/office/powerpoint/2010/main" val="2031277933"/>
      </p:ext>
    </p:extLst>
  </p:cSld>
</p:sld>
</file>

<file path=ppt/slides/slide18.xml><?xml version="1.0" encoding="utf-8"?>
<p:sld xmlns:p="http://schemas.openxmlformats.org/presentationml/2006/main">
  <p:cSld>
    <p:bg>
      <p:bgPr>
        <a:solidFill xmlns:a="http://schemas.openxmlformats.org/drawingml/2006/main">
          <a:srgbClr val="F5F1E7"/>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742326E-6CE2-475C-8B94-A15176378C2B}"/>
              </a:ext>
            </a:extLst>
          </p:cNvPr>
          <p:cNvSpPr>
            <a:spLocks xmlns:a="http://schemas.openxmlformats.org/drawingml/2006/main" noGrp="1"/>
          </p:cNvSpPr>
          <p:nvPr/>
        </p:nvSpPr>
        <p:spPr>
          <a:xfrm xmlns:a="http://schemas.openxmlformats.org/drawingml/2006/main">
            <a:off x="533400" y="428625"/>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23B32"/>
                </a:solidFill>
              </a:defRPr>
            </a:defPPr>
            <a:lvl1pPr>
              <a:defRPr sz="3375" b="1">
                <a:solidFill>
                  <a:srgbClr val="123B32"/>
                </a:solidFill>
              </a:defRPr>
            </a:lvl1pPr>
            <a:lvl2pPr>
              <a:defRPr sz="3375" b="1">
                <a:solidFill>
                  <a:srgbClr val="123B32"/>
                </a:solidFill>
              </a:defRPr>
            </a:lvl2pPr>
            <a:lvl3pPr>
              <a:defRPr sz="3375" b="1">
                <a:solidFill>
                  <a:srgbClr val="123B32"/>
                </a:solidFill>
              </a:defRPr>
            </a:lvl3pPr>
            <a:lvl4pPr>
              <a:defRPr sz="3375" b="1">
                <a:solidFill>
                  <a:srgbClr val="123B32"/>
                </a:solidFill>
              </a:defRPr>
            </a:lvl4pPr>
            <a:lvl5pPr>
              <a:defRPr sz="3375" b="1">
                <a:solidFill>
                  <a:srgbClr val="123B32"/>
                </a:solidFill>
              </a:defRPr>
            </a:lvl5pPr>
            <a:lvl6pPr>
              <a:defRPr sz="3375" b="1">
                <a:solidFill>
                  <a:srgbClr val="123B32"/>
                </a:solidFill>
              </a:defRPr>
            </a:lvl6pPr>
            <a:lvl7pPr>
              <a:defRPr sz="3375" b="1">
                <a:solidFill>
                  <a:srgbClr val="123B32"/>
                </a:solidFill>
              </a:defRPr>
            </a:lvl7pPr>
            <a:lvl8pPr>
              <a:defRPr sz="3375" b="1">
                <a:solidFill>
                  <a:srgbClr val="123B32"/>
                </a:solidFill>
              </a:defRPr>
            </a:lvl8pPr>
            <a:lvl9pPr>
              <a:defRPr sz="3375" b="1">
                <a:solidFill>
                  <a:srgbClr val="123B32"/>
                </a:solidFill>
              </a:defRPr>
            </a:lvl9pPr>
          </a:lstStyle>
          <a:p xmlns:a="http://schemas.openxmlformats.org/drawingml/2006/main">
            <a:pPr>
              <a:defRPr sz="3375" b="1">
                <a:solidFill>
                  <a:srgbClr val="123B32"/>
                </a:solidFill>
              </a:defRPr>
            </a:pPr>
            <a:r>
              <a:rPr sz="3375" b="1">
                <a:solidFill>
                  <a:srgbClr val="123B32"/>
                </a:solidFill>
              </a:rPr>
              <a:t>An input can fail before it reaches storage</a:t>
            </a:r>
          </a:p>
        </p:txBody>
      </p:sp>
      <p:sp>
        <p:nvSpPr>
          <p:cNvPr id="2" name="">
            <a:extLst xmlns:a="http://schemas.openxmlformats.org/drawingml/2006/main">
              <a:ext uri="{FF2B5EF4-FFF2-40B4-BE49-F238E27FC236}">
                <a16:creationId xmlns:a16="http://schemas.microsoft.com/office/drawing/2014/main" id="{32676920-FC46-49FE-A751-6281B52D5589}"/>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2675C"/>
                </a:solidFill>
              </a:defRPr>
            </a:defPPr>
            <a:lvl1pPr>
              <a:defRPr sz="1425" b="0">
                <a:solidFill>
                  <a:srgbClr val="52675C"/>
                </a:solidFill>
              </a:defRPr>
            </a:lvl1pPr>
            <a:lvl2pPr>
              <a:defRPr sz="1425" b="0">
                <a:solidFill>
                  <a:srgbClr val="52675C"/>
                </a:solidFill>
              </a:defRPr>
            </a:lvl2pPr>
            <a:lvl3pPr>
              <a:defRPr sz="1425" b="0">
                <a:solidFill>
                  <a:srgbClr val="52675C"/>
                </a:solidFill>
              </a:defRPr>
            </a:lvl3pPr>
            <a:lvl4pPr>
              <a:defRPr sz="1425" b="0">
                <a:solidFill>
                  <a:srgbClr val="52675C"/>
                </a:solidFill>
              </a:defRPr>
            </a:lvl4pPr>
            <a:lvl5pPr>
              <a:defRPr sz="1425" b="0">
                <a:solidFill>
                  <a:srgbClr val="52675C"/>
                </a:solidFill>
              </a:defRPr>
            </a:lvl5pPr>
            <a:lvl6pPr>
              <a:defRPr sz="1425" b="0">
                <a:solidFill>
                  <a:srgbClr val="52675C"/>
                </a:solidFill>
              </a:defRPr>
            </a:lvl6pPr>
            <a:lvl7pPr>
              <a:defRPr sz="1425" b="0">
                <a:solidFill>
                  <a:srgbClr val="52675C"/>
                </a:solidFill>
              </a:defRPr>
            </a:lvl7pPr>
            <a:lvl8pPr>
              <a:defRPr sz="1425" b="0">
                <a:solidFill>
                  <a:srgbClr val="52675C"/>
                </a:solidFill>
              </a:defRPr>
            </a:lvl8pPr>
            <a:lvl9pPr>
              <a:defRPr sz="1425" b="0">
                <a:solidFill>
                  <a:srgbClr val="52675C"/>
                </a:solidFill>
              </a:defRPr>
            </a:lvl9pPr>
          </a:lstStyle>
          <a:p xmlns:a="http://schemas.openxmlformats.org/drawingml/2006/main">
            <a:pPr>
              <a:defRPr sz="1425" b="0">
                <a:solidFill>
                  <a:srgbClr val="52675C"/>
                </a:solidFill>
              </a:defRPr>
            </a:pPr>
            <a:r>
              <a:rPr sz="1425" b="0">
                <a:solidFill>
                  <a:srgbClr val="52675C"/>
                </a:solidFill>
              </a:rPr>
              <a:t>18</a:t>
            </a:r>
          </a:p>
        </p:txBody>
      </p:sp>
      <p:sp>
        <p:nvSpPr>
          <p:cNvPr id="3" name="">
            <a:extLst xmlns:a="http://schemas.openxmlformats.org/drawingml/2006/main">
              <a:ext uri="{FF2B5EF4-FFF2-40B4-BE49-F238E27FC236}">
                <a16:creationId xmlns:a16="http://schemas.microsoft.com/office/drawing/2014/main" id="{F26D9385-A37F-4D1E-9E7C-8B8EF48C5E3F}"/>
              </a:ext>
            </a:extLst>
          </p:cNvPr>
          <p:cNvSpPr>
            <a:spLocks xmlns:a="http://schemas.openxmlformats.org/drawingml/2006/main" noGrp="1"/>
          </p:cNvSpPr>
          <p:nvPr/>
        </p:nvSpPr>
        <p:spPr>
          <a:xfrm xmlns:a="http://schemas.openxmlformats.org/drawingml/2006/main">
            <a:off x="609600" y="1743075"/>
            <a:ext cx="6572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23B32"/>
                </a:solidFill>
              </a:defRPr>
            </a:defPPr>
            <a:lvl1pPr>
              <a:defRPr sz="3450" b="1">
                <a:solidFill>
                  <a:srgbClr val="123B32"/>
                </a:solidFill>
              </a:defRPr>
            </a:lvl1pPr>
            <a:lvl2pPr>
              <a:defRPr sz="3450" b="1">
                <a:solidFill>
                  <a:srgbClr val="123B32"/>
                </a:solidFill>
              </a:defRPr>
            </a:lvl2pPr>
            <a:lvl3pPr>
              <a:defRPr sz="3450" b="1">
                <a:solidFill>
                  <a:srgbClr val="123B32"/>
                </a:solidFill>
              </a:defRPr>
            </a:lvl3pPr>
            <a:lvl4pPr>
              <a:defRPr sz="3450" b="1">
                <a:solidFill>
                  <a:srgbClr val="123B32"/>
                </a:solidFill>
              </a:defRPr>
            </a:lvl4pPr>
            <a:lvl5pPr>
              <a:defRPr sz="3450" b="1">
                <a:solidFill>
                  <a:srgbClr val="123B32"/>
                </a:solidFill>
              </a:defRPr>
            </a:lvl5pPr>
            <a:lvl6pPr>
              <a:defRPr sz="3450" b="1">
                <a:solidFill>
                  <a:srgbClr val="123B32"/>
                </a:solidFill>
              </a:defRPr>
            </a:lvl6pPr>
            <a:lvl7pPr>
              <a:defRPr sz="3450" b="1">
                <a:solidFill>
                  <a:srgbClr val="123B32"/>
                </a:solidFill>
              </a:defRPr>
            </a:lvl7pPr>
            <a:lvl8pPr>
              <a:defRPr sz="3450" b="1">
                <a:solidFill>
                  <a:srgbClr val="123B32"/>
                </a:solidFill>
              </a:defRPr>
            </a:lvl8pPr>
            <a:lvl9pPr>
              <a:defRPr sz="3450" b="1">
                <a:solidFill>
                  <a:srgbClr val="123B32"/>
                </a:solidFill>
              </a:defRPr>
            </a:lvl9pPr>
          </a:lstStyle>
          <a:p xmlns:a="http://schemas.openxmlformats.org/drawingml/2006/main">
            <a:pPr>
              <a:defRPr sz="3450" b="1">
                <a:solidFill>
                  <a:srgbClr val="123B32"/>
                </a:solidFill>
              </a:defRPr>
            </a:pPr>
            <a:r>
              <a:rPr sz="3450" b="1">
                <a:solidFill>
                  <a:srgbClr val="123B32"/>
                </a:solidFill>
              </a:rPr>
              <a:t>lynx.jpg</a:t>
            </a:r>
          </a:p>
        </p:txBody>
      </p:sp>
      <p:sp>
        <p:nvSpPr>
          <p:cNvPr id="4" name="">
            <a:extLst xmlns:a="http://schemas.openxmlformats.org/drawingml/2006/main">
              <a:ext uri="{FF2B5EF4-FFF2-40B4-BE49-F238E27FC236}">
                <a16:creationId xmlns:a16="http://schemas.microsoft.com/office/drawing/2014/main" id="{303BFD1E-3BB9-4BB9-97D8-D6E0E9661AD2}"/>
              </a:ext>
            </a:extLst>
          </p:cNvPr>
          <p:cNvSpPr>
            <a:spLocks xmlns:a="http://schemas.openxmlformats.org/drawingml/2006/main" noGrp="1"/>
          </p:cNvSpPr>
          <p:nvPr/>
        </p:nvSpPr>
        <p:spPr>
          <a:xfrm xmlns:a="http://schemas.openxmlformats.org/drawingml/2006/main">
            <a:off x="628650" y="2457450"/>
            <a:ext cx="714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52675C"/>
                </a:solidFill>
              </a:defRPr>
            </a:defPPr>
            <a:lvl1pPr>
              <a:defRPr sz="2175" b="0">
                <a:solidFill>
                  <a:srgbClr val="52675C"/>
                </a:solidFill>
              </a:defRPr>
            </a:lvl1pPr>
            <a:lvl2pPr>
              <a:defRPr sz="2175" b="0">
                <a:solidFill>
                  <a:srgbClr val="52675C"/>
                </a:solidFill>
              </a:defRPr>
            </a:lvl2pPr>
            <a:lvl3pPr>
              <a:defRPr sz="2175" b="0">
                <a:solidFill>
                  <a:srgbClr val="52675C"/>
                </a:solidFill>
              </a:defRPr>
            </a:lvl3pPr>
            <a:lvl4pPr>
              <a:defRPr sz="2175" b="0">
                <a:solidFill>
                  <a:srgbClr val="52675C"/>
                </a:solidFill>
              </a:defRPr>
            </a:lvl4pPr>
            <a:lvl5pPr>
              <a:defRPr sz="2175" b="0">
                <a:solidFill>
                  <a:srgbClr val="52675C"/>
                </a:solidFill>
              </a:defRPr>
            </a:lvl5pPr>
            <a:lvl6pPr>
              <a:defRPr sz="2175" b="0">
                <a:solidFill>
                  <a:srgbClr val="52675C"/>
                </a:solidFill>
              </a:defRPr>
            </a:lvl6pPr>
            <a:lvl7pPr>
              <a:defRPr sz="2175" b="0">
                <a:solidFill>
                  <a:srgbClr val="52675C"/>
                </a:solidFill>
              </a:defRPr>
            </a:lvl7pPr>
            <a:lvl8pPr>
              <a:defRPr sz="2175" b="0">
                <a:solidFill>
                  <a:srgbClr val="52675C"/>
                </a:solidFill>
              </a:defRPr>
            </a:lvl8pPr>
            <a:lvl9pPr>
              <a:defRPr sz="2175" b="0">
                <a:solidFill>
                  <a:srgbClr val="52675C"/>
                </a:solidFill>
              </a:defRPr>
            </a:lvl9pPr>
          </a:lstStyle>
          <a:p xmlns:a="http://schemas.openxmlformats.org/drawingml/2006/main">
            <a:pPr>
              <a:defRPr sz="2175" b="0">
                <a:solidFill>
                  <a:srgbClr val="52675C"/>
                </a:solidFill>
              </a:defRPr>
            </a:pPr>
            <a:r>
              <a:rPr sz="2175" b="0">
                <a:solidFill>
                  <a:srgbClr val="52675C"/>
                </a:solidFill>
              </a:rPr>
              <a:t>Harmless MZ header / synthetic fixture</a:t>
            </a:r>
          </a:p>
        </p:txBody>
      </p:sp>
      <p:sp>
        <p:nvSpPr>
          <p:cNvPr id="5" name="">
            <a:extLst xmlns:a="http://schemas.openxmlformats.org/drawingml/2006/main">
              <a:ext uri="{FF2B5EF4-FFF2-40B4-BE49-F238E27FC236}">
                <a16:creationId xmlns:a16="http://schemas.microsoft.com/office/drawing/2014/main" id="{D210F506-6DB2-4D5A-BC61-82592CED91C1}"/>
              </a:ext>
            </a:extLst>
          </p:cNvPr>
          <p:cNvSpPr>
            <a:spLocks xmlns:a="http://schemas.openxmlformats.org/drawingml/2006/main" noGrp="1"/>
          </p:cNvSpPr>
          <p:nvPr/>
        </p:nvSpPr>
        <p:spPr>
          <a:xfrm xmlns:a="http://schemas.openxmlformats.org/drawingml/2006/main">
            <a:off x="609600" y="3343275"/>
            <a:ext cx="3810000" cy="952500"/>
          </a:xfrm>
          <a:prstGeom xmlns:a="http://schemas.openxmlformats.org/drawingml/2006/main" prst="rect">
            <a:avLst/>
          </a:prstGeom>
          <a:solidFill xmlns:a="http://schemas.openxmlformats.org/drawingml/2006/main">
            <a:srgbClr val="123B32"/>
          </a:solidFill>
          <a:ln xmlns:a="http://schemas.openxmlformats.org/drawingml/2006/main" w="12383">
            <a:solidFill>
              <a:srgbClr val="A2B5A4"/>
            </a:solidFill>
          </a:ln>
        </p:spPr>
      </p:sp>
      <p:sp>
        <p:nvSpPr>
          <p:cNvPr id="6" name="">
            <a:extLst xmlns:a="http://schemas.openxmlformats.org/drawingml/2006/main">
              <a:ext uri="{FF2B5EF4-FFF2-40B4-BE49-F238E27FC236}">
                <a16:creationId xmlns:a16="http://schemas.microsoft.com/office/drawing/2014/main" id="{9666CFA2-3B2D-4991-8077-DCD443694C9C}"/>
              </a:ext>
            </a:extLst>
          </p:cNvPr>
          <p:cNvSpPr>
            <a:spLocks xmlns:a="http://schemas.openxmlformats.org/drawingml/2006/main" noGrp="1"/>
          </p:cNvSpPr>
          <p:nvPr/>
        </p:nvSpPr>
        <p:spPr>
          <a:xfrm xmlns:a="http://schemas.openxmlformats.org/drawingml/2006/main">
            <a:off x="771525" y="3495675"/>
            <a:ext cx="34861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75" b="1">
                <a:solidFill>
                  <a:srgbClr val="F5F1E7"/>
                </a:solidFill>
              </a:defRPr>
            </a:defPPr>
            <a:lvl1pPr>
              <a:defRPr sz="3675" b="1">
                <a:solidFill>
                  <a:srgbClr val="F5F1E7"/>
                </a:solidFill>
              </a:defRPr>
            </a:lvl1pPr>
            <a:lvl2pPr>
              <a:defRPr sz="3675" b="1">
                <a:solidFill>
                  <a:srgbClr val="F5F1E7"/>
                </a:solidFill>
              </a:defRPr>
            </a:lvl2pPr>
            <a:lvl3pPr>
              <a:defRPr sz="3675" b="1">
                <a:solidFill>
                  <a:srgbClr val="F5F1E7"/>
                </a:solidFill>
              </a:defRPr>
            </a:lvl3pPr>
            <a:lvl4pPr>
              <a:defRPr sz="3675" b="1">
                <a:solidFill>
                  <a:srgbClr val="F5F1E7"/>
                </a:solidFill>
              </a:defRPr>
            </a:lvl4pPr>
            <a:lvl5pPr>
              <a:defRPr sz="3675" b="1">
                <a:solidFill>
                  <a:srgbClr val="F5F1E7"/>
                </a:solidFill>
              </a:defRPr>
            </a:lvl5pPr>
            <a:lvl6pPr>
              <a:defRPr sz="3675" b="1">
                <a:solidFill>
                  <a:srgbClr val="F5F1E7"/>
                </a:solidFill>
              </a:defRPr>
            </a:lvl6pPr>
            <a:lvl7pPr>
              <a:defRPr sz="3675" b="1">
                <a:solidFill>
                  <a:srgbClr val="F5F1E7"/>
                </a:solidFill>
              </a:defRPr>
            </a:lvl7pPr>
            <a:lvl8pPr>
              <a:defRPr sz="3675" b="1">
                <a:solidFill>
                  <a:srgbClr val="F5F1E7"/>
                </a:solidFill>
              </a:defRPr>
            </a:lvl8pPr>
            <a:lvl9pPr>
              <a:defRPr sz="3675" b="1">
                <a:solidFill>
                  <a:srgbClr val="F5F1E7"/>
                </a:solidFill>
              </a:defRPr>
            </a:lvl9pPr>
          </a:lstStyle>
          <a:p xmlns:a="http://schemas.openxmlformats.org/drawingml/2006/main">
            <a:pPr>
              <a:defRPr sz="3675" b="1">
                <a:solidFill>
                  <a:srgbClr val="F5F1E7"/>
                </a:solidFill>
              </a:defRPr>
            </a:pPr>
            <a:r>
              <a:rPr sz="3675" b="1">
                <a:solidFill>
                  <a:srgbClr val="F5F1E7"/>
                </a:solidFill>
              </a:rPr>
              <a:t>BLOCKED</a:t>
            </a:r>
          </a:p>
        </p:txBody>
      </p:sp>
      <p:sp>
        <p:nvSpPr>
          <p:cNvPr id="7" name="">
            <a:extLst xmlns:a="http://schemas.openxmlformats.org/drawingml/2006/main">
              <a:ext uri="{FF2B5EF4-FFF2-40B4-BE49-F238E27FC236}">
                <a16:creationId xmlns:a16="http://schemas.microsoft.com/office/drawing/2014/main" id="{6A04BDD6-2BF7-41BC-B948-E7161697E9CF}"/>
              </a:ext>
            </a:extLst>
          </p:cNvPr>
          <p:cNvSpPr>
            <a:spLocks xmlns:a="http://schemas.openxmlformats.org/drawingml/2006/main" noGrp="1"/>
          </p:cNvSpPr>
          <p:nvPr/>
        </p:nvSpPr>
        <p:spPr>
          <a:xfrm xmlns:a="http://schemas.openxmlformats.org/drawingml/2006/main">
            <a:off x="619125" y="4676775"/>
            <a:ext cx="6381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1">
                <a:solidFill>
                  <a:srgbClr val="123B32"/>
                </a:solidFill>
              </a:defRPr>
            </a:defPPr>
            <a:lvl1pPr>
              <a:defRPr sz="2475" b="1">
                <a:solidFill>
                  <a:srgbClr val="123B32"/>
                </a:solidFill>
              </a:defRPr>
            </a:lvl1pPr>
            <a:lvl2pPr>
              <a:defRPr sz="2475" b="1">
                <a:solidFill>
                  <a:srgbClr val="123B32"/>
                </a:solidFill>
              </a:defRPr>
            </a:lvl2pPr>
            <a:lvl3pPr>
              <a:defRPr sz="2475" b="1">
                <a:solidFill>
                  <a:srgbClr val="123B32"/>
                </a:solidFill>
              </a:defRPr>
            </a:lvl3pPr>
            <a:lvl4pPr>
              <a:defRPr sz="2475" b="1">
                <a:solidFill>
                  <a:srgbClr val="123B32"/>
                </a:solidFill>
              </a:defRPr>
            </a:lvl4pPr>
            <a:lvl5pPr>
              <a:defRPr sz="2475" b="1">
                <a:solidFill>
                  <a:srgbClr val="123B32"/>
                </a:solidFill>
              </a:defRPr>
            </a:lvl5pPr>
            <a:lvl6pPr>
              <a:defRPr sz="2475" b="1">
                <a:solidFill>
                  <a:srgbClr val="123B32"/>
                </a:solidFill>
              </a:defRPr>
            </a:lvl6pPr>
            <a:lvl7pPr>
              <a:defRPr sz="2475" b="1">
                <a:solidFill>
                  <a:srgbClr val="123B32"/>
                </a:solidFill>
              </a:defRPr>
            </a:lvl7pPr>
            <a:lvl8pPr>
              <a:defRPr sz="2475" b="1">
                <a:solidFill>
                  <a:srgbClr val="123B32"/>
                </a:solidFill>
              </a:defRPr>
            </a:lvl8pPr>
            <a:lvl9pPr>
              <a:defRPr sz="2475" b="1">
                <a:solidFill>
                  <a:srgbClr val="123B32"/>
                </a:solidFill>
              </a:defRPr>
            </a:lvl9pPr>
          </a:lstStyle>
          <a:p xmlns:a="http://schemas.openxmlformats.org/drawingml/2006/main">
            <a:pPr>
              <a:defRPr sz="2475" b="1">
                <a:solidFill>
                  <a:srgbClr val="123B32"/>
                </a:solidFill>
              </a:defRPr>
            </a:pPr>
            <a:r>
              <a:rPr sz="2475" b="1">
                <a:solidFill>
                  <a:srgbClr val="123B32"/>
                </a:solidFill>
              </a:rPr>
              <a:t>Before hashing or upload</a:t>
            </a:r>
          </a:p>
        </p:txBody>
      </p:sp>
      <p:sp>
        <p:nvSpPr>
          <p:cNvPr id="8" name="">
            <a:extLst xmlns:a="http://schemas.openxmlformats.org/drawingml/2006/main">
              <a:ext uri="{FF2B5EF4-FFF2-40B4-BE49-F238E27FC236}">
                <a16:creationId xmlns:a16="http://schemas.microsoft.com/office/drawing/2014/main" id="{DB03E698-9CC4-4012-877A-66837DC08638}"/>
              </a:ext>
            </a:extLst>
          </p:cNvPr>
          <p:cNvSpPr>
            <a:spLocks xmlns:a="http://schemas.openxmlformats.org/drawingml/2006/main" noGrp="1"/>
          </p:cNvSpPr>
          <p:nvPr/>
        </p:nvSpPr>
        <p:spPr>
          <a:xfrm xmlns:a="http://schemas.openxmlformats.org/drawingml/2006/main">
            <a:off x="7620000" y="1866900"/>
            <a:ext cx="3943350" cy="1790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B85D35"/>
                </a:solidFill>
              </a:defRPr>
            </a:defPPr>
            <a:lvl1pPr>
              <a:defRPr sz="2250" b="0">
                <a:solidFill>
                  <a:srgbClr val="B85D35"/>
                </a:solidFill>
              </a:defRPr>
            </a:lvl1pPr>
            <a:lvl2pPr>
              <a:defRPr sz="2250" b="0">
                <a:solidFill>
                  <a:srgbClr val="B85D35"/>
                </a:solidFill>
              </a:defRPr>
            </a:lvl2pPr>
            <a:lvl3pPr>
              <a:defRPr sz="2250" b="0">
                <a:solidFill>
                  <a:srgbClr val="B85D35"/>
                </a:solidFill>
              </a:defRPr>
            </a:lvl3pPr>
            <a:lvl4pPr>
              <a:defRPr sz="2250" b="0">
                <a:solidFill>
                  <a:srgbClr val="B85D35"/>
                </a:solidFill>
              </a:defRPr>
            </a:lvl4pPr>
            <a:lvl5pPr>
              <a:defRPr sz="2250" b="0">
                <a:solidFill>
                  <a:srgbClr val="B85D35"/>
                </a:solidFill>
              </a:defRPr>
            </a:lvl5pPr>
            <a:lvl6pPr>
              <a:defRPr sz="2250" b="0">
                <a:solidFill>
                  <a:srgbClr val="B85D35"/>
                </a:solidFill>
              </a:defRPr>
            </a:lvl6pPr>
            <a:lvl7pPr>
              <a:defRPr sz="2250" b="0">
                <a:solidFill>
                  <a:srgbClr val="B85D35"/>
                </a:solidFill>
              </a:defRPr>
            </a:lvl7pPr>
            <a:lvl8pPr>
              <a:defRPr sz="2250" b="0">
                <a:solidFill>
                  <a:srgbClr val="B85D35"/>
                </a:solidFill>
              </a:defRPr>
            </a:lvl8pPr>
            <a:lvl9pPr>
              <a:defRPr sz="2250" b="0">
                <a:solidFill>
                  <a:srgbClr val="B85D35"/>
                </a:solidFill>
              </a:defRPr>
            </a:lvl9pPr>
          </a:lstStyle>
          <a:p xmlns:a="http://schemas.openxmlformats.org/drawingml/2006/main">
            <a:pPr>
              <a:defRPr sz="2250" b="0">
                <a:solidFill>
                  <a:srgbClr val="B85D35"/>
                </a:solidFill>
              </a:defRPr>
            </a:pPr>
            <a:r>
              <a:rPr sz="2250" b="0">
                <a:solidFill>
                  <a:srgbClr val="B85D35"/>
                </a:solidFill>
              </a:rPr>
              <a:t>Corrupt files / empty inputs</a:t>
            </a:r>
          </a:p>
          <a:p xmlns:a="http://schemas.openxmlformats.org/drawingml/2006/main">
            <a:pPr>
              <a:defRPr sz="2250" b="0">
                <a:solidFill>
                  <a:srgbClr val="B85D35"/>
                </a:solidFill>
              </a:defRPr>
            </a:pPr>
            <a:r>
              <a:rPr sz="2250" b="0">
                <a:solidFill>
                  <a:srgbClr val="B85D35"/>
                </a:solidFill>
              </a:rPr>
              <a:t>Archive expansion / resource limits</a:t>
            </a:r>
          </a:p>
        </p:txBody>
      </p:sp>
      <p:sp>
        <p:nvSpPr>
          <p:cNvPr id="9" name="">
            <a:extLst xmlns:a="http://schemas.openxmlformats.org/drawingml/2006/main">
              <a:ext uri="{FF2B5EF4-FFF2-40B4-BE49-F238E27FC236}">
                <a16:creationId xmlns:a16="http://schemas.microsoft.com/office/drawing/2014/main" id="{4E8BADAF-D16D-4A1C-A317-5ECF72AC32F4}"/>
              </a:ext>
            </a:extLst>
          </p:cNvPr>
          <p:cNvSpPr>
            <a:spLocks xmlns:a="http://schemas.openxmlformats.org/drawingml/2006/main" noGrp="1"/>
          </p:cNvSpPr>
          <p:nvPr/>
        </p:nvSpPr>
        <p:spPr>
          <a:xfrm xmlns:a="http://schemas.openxmlformats.org/drawingml/2006/main">
            <a:off x="7620000" y="4057650"/>
            <a:ext cx="39433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23B32"/>
                </a:solidFill>
              </a:defRPr>
            </a:defPPr>
            <a:lvl1pPr>
              <a:defRPr sz="2325" b="1">
                <a:solidFill>
                  <a:srgbClr val="123B32"/>
                </a:solidFill>
              </a:defRPr>
            </a:lvl1pPr>
            <a:lvl2pPr>
              <a:defRPr sz="2325" b="1">
                <a:solidFill>
                  <a:srgbClr val="123B32"/>
                </a:solidFill>
              </a:defRPr>
            </a:lvl2pPr>
            <a:lvl3pPr>
              <a:defRPr sz="2325" b="1">
                <a:solidFill>
                  <a:srgbClr val="123B32"/>
                </a:solidFill>
              </a:defRPr>
            </a:lvl3pPr>
            <a:lvl4pPr>
              <a:defRPr sz="2325" b="1">
                <a:solidFill>
                  <a:srgbClr val="123B32"/>
                </a:solidFill>
              </a:defRPr>
            </a:lvl4pPr>
            <a:lvl5pPr>
              <a:defRPr sz="2325" b="1">
                <a:solidFill>
                  <a:srgbClr val="123B32"/>
                </a:solidFill>
              </a:defRPr>
            </a:lvl5pPr>
            <a:lvl6pPr>
              <a:defRPr sz="2325" b="1">
                <a:solidFill>
                  <a:srgbClr val="123B32"/>
                </a:solidFill>
              </a:defRPr>
            </a:lvl6pPr>
            <a:lvl7pPr>
              <a:defRPr sz="2325" b="1">
                <a:solidFill>
                  <a:srgbClr val="123B32"/>
                </a:solidFill>
              </a:defRPr>
            </a:lvl7pPr>
            <a:lvl8pPr>
              <a:defRPr sz="2325" b="1">
                <a:solidFill>
                  <a:srgbClr val="123B32"/>
                </a:solidFill>
              </a:defRPr>
            </a:lvl8pPr>
            <a:lvl9pPr>
              <a:defRPr sz="2325" b="1">
                <a:solidFill>
                  <a:srgbClr val="123B32"/>
                </a:solidFill>
              </a:defRPr>
            </a:lvl9pPr>
          </a:lstStyle>
          <a:p xmlns:a="http://schemas.openxmlformats.org/drawingml/2006/main">
            <a:pPr>
              <a:defRPr sz="2325" b="1">
                <a:solidFill>
                  <a:srgbClr val="123B32"/>
                </a:solidFill>
              </a:defRPr>
            </a:pPr>
            <a:r>
              <a:rPr sz="2325" b="1">
                <a:solidFill>
                  <a:srgbClr val="123B32"/>
                </a:solidFill>
              </a:rPr>
              <a:t>Watermark warning</a:t>
            </a:r>
          </a:p>
          <a:p xmlns:a="http://schemas.openxmlformats.org/drawingml/2006/main">
            <a:pPr>
              <a:defRPr sz="2325" b="1">
                <a:solidFill>
                  <a:srgbClr val="123B32"/>
                </a:solidFill>
              </a:defRPr>
            </a:pPr>
            <a:r>
              <a:rPr sz="2325" b="1">
                <a:solidFill>
                  <a:srgbClr val="123B32"/>
                </a:solidFill>
              </a:rPr>
              <a:t>retains the image</a:t>
            </a:r>
          </a:p>
        </p:txBody>
      </p:sp>
      <p:sp>
        <p:nvSpPr>
          <p:cNvPr id="10" name="">
            <a:extLst xmlns:a="http://schemas.openxmlformats.org/drawingml/2006/main">
              <a:ext uri="{FF2B5EF4-FFF2-40B4-BE49-F238E27FC236}">
                <a16:creationId xmlns:a16="http://schemas.microsoft.com/office/drawing/2014/main" id="{35530A4D-E0A8-4F65-BFE7-63236191B9B1}"/>
              </a:ext>
            </a:extLst>
          </p:cNvPr>
          <p:cNvSpPr>
            <a:spLocks xmlns:a="http://schemas.openxmlformats.org/drawingml/2006/main" noGrp="1"/>
          </p:cNvSpPr>
          <p:nvPr/>
        </p:nvSpPr>
        <p:spPr>
          <a:xfrm xmlns:a="http://schemas.openxmlformats.org/drawingml/2006/main">
            <a:off x="609600" y="605790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2675C"/>
                </a:solidFill>
              </a:defRPr>
            </a:defPPr>
            <a:lvl1pPr>
              <a:defRPr sz="1800" b="0">
                <a:solidFill>
                  <a:srgbClr val="52675C"/>
                </a:solidFill>
              </a:defRPr>
            </a:lvl1pPr>
            <a:lvl2pPr>
              <a:defRPr sz="1800" b="0">
                <a:solidFill>
                  <a:srgbClr val="52675C"/>
                </a:solidFill>
              </a:defRPr>
            </a:lvl2pPr>
            <a:lvl3pPr>
              <a:defRPr sz="1800" b="0">
                <a:solidFill>
                  <a:srgbClr val="52675C"/>
                </a:solidFill>
              </a:defRPr>
            </a:lvl3pPr>
            <a:lvl4pPr>
              <a:defRPr sz="1800" b="0">
                <a:solidFill>
                  <a:srgbClr val="52675C"/>
                </a:solidFill>
              </a:defRPr>
            </a:lvl4pPr>
            <a:lvl5pPr>
              <a:defRPr sz="1800" b="0">
                <a:solidFill>
                  <a:srgbClr val="52675C"/>
                </a:solidFill>
              </a:defRPr>
            </a:lvl5pPr>
            <a:lvl6pPr>
              <a:defRPr sz="1800" b="0">
                <a:solidFill>
                  <a:srgbClr val="52675C"/>
                </a:solidFill>
              </a:defRPr>
            </a:lvl6pPr>
            <a:lvl7pPr>
              <a:defRPr sz="1800" b="0">
                <a:solidFill>
                  <a:srgbClr val="52675C"/>
                </a:solidFill>
              </a:defRPr>
            </a:lvl7pPr>
            <a:lvl8pPr>
              <a:defRPr sz="1800" b="0">
                <a:solidFill>
                  <a:srgbClr val="52675C"/>
                </a:solidFill>
              </a:defRPr>
            </a:lvl8pPr>
            <a:lvl9pPr>
              <a:defRPr sz="1800" b="0">
                <a:solidFill>
                  <a:srgbClr val="52675C"/>
                </a:solidFill>
              </a:defRPr>
            </a:lvl9pPr>
          </a:lstStyle>
          <a:p xmlns:a="http://schemas.openxmlformats.org/drawingml/2006/main">
            <a:pPr>
              <a:defRPr sz="1800" b="0">
                <a:solidFill>
                  <a:srgbClr val="52675C"/>
                </a:solidFill>
              </a:defRPr>
            </a:pPr>
            <a:r>
              <a:rPr sz="1800" b="0">
                <a:solidFill>
                  <a:srgbClr val="52675C"/>
                </a:solidFill>
              </a:rPr>
              <a:t>364 offline tests + 1 integration / 71.82% coverage / 6,021 original vectors preserved</a:t>
            </a:r>
          </a:p>
        </p:txBody>
      </p:sp>
    </p:spTree>
    <p:extLst>
      <p:ext uri="{BB962C8B-B14F-4D97-AF65-F5344CB8AC3E}">
        <p14:creationId xmlns:p14="http://schemas.microsoft.com/office/powerpoint/2010/main" val="1860958344"/>
      </p:ext>
    </p:extLst>
  </p:cSld>
</p:sld>
</file>

<file path=ppt/slides/slide19.xml><?xml version="1.0" encoding="utf-8"?>
<p:sld xmlns:p="http://schemas.openxmlformats.org/presentationml/2006/main">
  <p:cSld>
    <p:bg>
      <p:bgPr>
        <a:solidFill xmlns:a="http://schemas.openxmlformats.org/drawingml/2006/main">
          <a:srgbClr val="123B32"/>
        </a:solidFill>
      </p:bgPr>
    </p:bg>
    <p:spTree>
      <p:nvGrpSpPr>
        <p:cNvPr id="1" name=""/>
        <p:cNvGrpSpPr/>
        <p:nvPr/>
      </p:nvGrpSpPr>
      <p:grpSpPr>
        <a:xfrm xmlns:a="http://schemas.openxmlformats.org/drawingml/2006/main"/>
      </p:grpSpPr>
      <p:cxnSp>
        <p:nvCxnSpPr>
          <p:cNvPr id="14" name="">
            <a:extLst xmlns:a="http://schemas.openxmlformats.org/drawingml/2006/main">
              <a:ext uri="{FF2B5EF4-FFF2-40B4-BE49-F238E27FC236}">
                <a16:creationId xmlns:a16="http://schemas.microsoft.com/office/drawing/2014/main" id="{4ACAB16F-9F6D-41E5-AF38-08F39CBCAC60}"/>
              </a:ext>
            </a:extLst>
          </p:cNvPr>
          <p:cNvCxnSpPr>
            <a:stCxn xmlns:a="http://schemas.openxmlformats.org/drawingml/2006/main" id="9" idx="3"/>
            <a:endCxn xmlns:a="http://schemas.openxmlformats.org/drawingml/2006/main" id="12" idx="1"/>
          </p:cNvCxnSpPr>
          <p:nvPr/>
        </p:nvCxnSpPr>
        <p:spPr>
          <a:xfrm xmlns:a="http://schemas.openxmlformats.org/drawingml/2006/main">
            <a:off x="8667750" y="4652963"/>
            <a:ext cx="257175" cy="0"/>
          </a:xfrm>
          <a:prstGeom xmlns:a="http://schemas.openxmlformats.org/drawingml/2006/main" prst="straightConnector1">
            <a:avLst/>
          </a:prstGeom>
          <a:ln xmlns:a="http://schemas.openxmlformats.org/drawingml/2006/main" w="25718">
            <a:solidFill>
              <a:srgbClr val="B85D35"/>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8ECB3C3F-3E68-47D0-A6AD-29057EBFC396}"/>
              </a:ext>
            </a:extLst>
          </p:cNvPr>
          <p:cNvCxnSpPr>
            <a:stCxn xmlns:a="http://schemas.openxmlformats.org/drawingml/2006/main" id="6" idx="3"/>
            <a:endCxn xmlns:a="http://schemas.openxmlformats.org/drawingml/2006/main" id="9" idx="1"/>
          </p:cNvCxnSpPr>
          <p:nvPr/>
        </p:nvCxnSpPr>
        <p:spPr>
          <a:xfrm xmlns:a="http://schemas.openxmlformats.org/drawingml/2006/main">
            <a:off x="5895975" y="4652963"/>
            <a:ext cx="257175" cy="0"/>
          </a:xfrm>
          <a:prstGeom xmlns:a="http://schemas.openxmlformats.org/drawingml/2006/main" prst="straightConnector1">
            <a:avLst/>
          </a:prstGeom>
          <a:ln xmlns:a="http://schemas.openxmlformats.org/drawingml/2006/main" w="25718">
            <a:solidFill>
              <a:srgbClr val="B85D35"/>
            </a:solidFill>
            <a:prstDash val="solid"/>
            <a:tailEnd type="arrow" w="med" len="med"/>
          </a:ln>
        </p:spPr>
      </p:cxnSp>
      <p:cxnSp>
        <p:nvCxnSpPr>
          <p:cNvPr id="8" name="">
            <a:extLst xmlns:a="http://schemas.openxmlformats.org/drawingml/2006/main">
              <a:ext uri="{FF2B5EF4-FFF2-40B4-BE49-F238E27FC236}">
                <a16:creationId xmlns:a16="http://schemas.microsoft.com/office/drawing/2014/main" id="{9E67415E-B166-4E99-933C-20B52EFE4ED9}"/>
              </a:ext>
            </a:extLst>
          </p:cNvPr>
          <p:cNvCxnSpPr>
            <a:stCxn xmlns:a="http://schemas.openxmlformats.org/drawingml/2006/main" id="4" idx="3"/>
            <a:endCxn xmlns:a="http://schemas.openxmlformats.org/drawingml/2006/main" id="6" idx="1"/>
          </p:cNvCxnSpPr>
          <p:nvPr/>
        </p:nvCxnSpPr>
        <p:spPr>
          <a:xfrm xmlns:a="http://schemas.openxmlformats.org/drawingml/2006/main">
            <a:off x="3124200" y="4652963"/>
            <a:ext cx="257175" cy="0"/>
          </a:xfrm>
          <a:prstGeom xmlns:a="http://schemas.openxmlformats.org/drawingml/2006/main" prst="straightConnector1">
            <a:avLst/>
          </a:prstGeom>
          <a:ln xmlns:a="http://schemas.openxmlformats.org/drawingml/2006/main" w="25718">
            <a:solidFill>
              <a:srgbClr val="B85D35"/>
            </a:solidFill>
            <a:prstDash val="solid"/>
            <a:tailEnd type="arrow" w="med" len="med"/>
          </a:ln>
        </p:spPr>
      </p:cxnSp>
      <p:sp>
        <p:nvSpPr>
          <p:cNvPr id="16" name="">
            <a:extLst xmlns:a="http://schemas.openxmlformats.org/drawingml/2006/main">
              <a:ext uri="{FF2B5EF4-FFF2-40B4-BE49-F238E27FC236}">
                <a16:creationId xmlns:a16="http://schemas.microsoft.com/office/drawing/2014/main" id="{38B12A5D-A054-479F-A99F-A4F22F4367EF}"/>
              </a:ext>
            </a:extLst>
          </p:cNvPr>
          <p:cNvSpPr>
            <a:spLocks xmlns:a="http://schemas.openxmlformats.org/drawingml/2006/main" noGrp="1"/>
          </p:cNvSpPr>
          <p:nvPr/>
        </p:nvSpPr>
        <p:spPr>
          <a:xfrm xmlns:a="http://schemas.openxmlformats.org/drawingml/2006/main">
            <a:off x="533400" y="428625"/>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F5F1E7"/>
                </a:solidFill>
              </a:defRPr>
            </a:defPPr>
            <a:lvl1pPr>
              <a:defRPr sz="3375" b="1">
                <a:solidFill>
                  <a:srgbClr val="F5F1E7"/>
                </a:solidFill>
              </a:defRPr>
            </a:lvl1pPr>
            <a:lvl2pPr>
              <a:defRPr sz="3375" b="1">
                <a:solidFill>
                  <a:srgbClr val="F5F1E7"/>
                </a:solidFill>
              </a:defRPr>
            </a:lvl2pPr>
            <a:lvl3pPr>
              <a:defRPr sz="3375" b="1">
                <a:solidFill>
                  <a:srgbClr val="F5F1E7"/>
                </a:solidFill>
              </a:defRPr>
            </a:lvl3pPr>
            <a:lvl4pPr>
              <a:defRPr sz="3375" b="1">
                <a:solidFill>
                  <a:srgbClr val="F5F1E7"/>
                </a:solidFill>
              </a:defRPr>
            </a:lvl4pPr>
            <a:lvl5pPr>
              <a:defRPr sz="3375" b="1">
                <a:solidFill>
                  <a:srgbClr val="F5F1E7"/>
                </a:solidFill>
              </a:defRPr>
            </a:lvl5pPr>
            <a:lvl6pPr>
              <a:defRPr sz="3375" b="1">
                <a:solidFill>
                  <a:srgbClr val="F5F1E7"/>
                </a:solidFill>
              </a:defRPr>
            </a:lvl6pPr>
            <a:lvl7pPr>
              <a:defRPr sz="3375" b="1">
                <a:solidFill>
                  <a:srgbClr val="F5F1E7"/>
                </a:solidFill>
              </a:defRPr>
            </a:lvl7pPr>
            <a:lvl8pPr>
              <a:defRPr sz="3375" b="1">
                <a:solidFill>
                  <a:srgbClr val="F5F1E7"/>
                </a:solidFill>
              </a:defRPr>
            </a:lvl8pPr>
            <a:lvl9pPr>
              <a:defRPr sz="3375" b="1">
                <a:solidFill>
                  <a:srgbClr val="F5F1E7"/>
                </a:solidFill>
              </a:defRPr>
            </a:lvl9pPr>
          </a:lstStyle>
          <a:p xmlns:a="http://schemas.openxmlformats.org/drawingml/2006/main">
            <a:pPr>
              <a:defRPr sz="3375" b="1">
                <a:solidFill>
                  <a:srgbClr val="F5F1E7"/>
                </a:solidFill>
              </a:defRPr>
            </a:pPr>
            <a:r>
              <a:rPr sz="3375" b="1">
                <a:solidFill>
                  <a:srgbClr val="F5F1E7"/>
                </a:solidFill>
              </a:rPr>
              <a:t>A query with a traceable answer</a:t>
            </a:r>
          </a:p>
        </p:txBody>
      </p:sp>
      <p:sp>
        <p:nvSpPr>
          <p:cNvPr id="2" name="">
            <a:extLst xmlns:a="http://schemas.openxmlformats.org/drawingml/2006/main">
              <a:ext uri="{FF2B5EF4-FFF2-40B4-BE49-F238E27FC236}">
                <a16:creationId xmlns:a16="http://schemas.microsoft.com/office/drawing/2014/main" id="{67EDCE64-6CD5-4D01-B2A7-93BCE02B5F6C}"/>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DCE5D2"/>
                </a:solidFill>
              </a:defRPr>
            </a:defPPr>
            <a:lvl1pPr>
              <a:defRPr sz="1425" b="0">
                <a:solidFill>
                  <a:srgbClr val="DCE5D2"/>
                </a:solidFill>
              </a:defRPr>
            </a:lvl1pPr>
            <a:lvl2pPr>
              <a:defRPr sz="1425" b="0">
                <a:solidFill>
                  <a:srgbClr val="DCE5D2"/>
                </a:solidFill>
              </a:defRPr>
            </a:lvl2pPr>
            <a:lvl3pPr>
              <a:defRPr sz="1425" b="0">
                <a:solidFill>
                  <a:srgbClr val="DCE5D2"/>
                </a:solidFill>
              </a:defRPr>
            </a:lvl3pPr>
            <a:lvl4pPr>
              <a:defRPr sz="1425" b="0">
                <a:solidFill>
                  <a:srgbClr val="DCE5D2"/>
                </a:solidFill>
              </a:defRPr>
            </a:lvl4pPr>
            <a:lvl5pPr>
              <a:defRPr sz="1425" b="0">
                <a:solidFill>
                  <a:srgbClr val="DCE5D2"/>
                </a:solidFill>
              </a:defRPr>
            </a:lvl5pPr>
            <a:lvl6pPr>
              <a:defRPr sz="1425" b="0">
                <a:solidFill>
                  <a:srgbClr val="DCE5D2"/>
                </a:solidFill>
              </a:defRPr>
            </a:lvl6pPr>
            <a:lvl7pPr>
              <a:defRPr sz="1425" b="0">
                <a:solidFill>
                  <a:srgbClr val="DCE5D2"/>
                </a:solidFill>
              </a:defRPr>
            </a:lvl7pPr>
            <a:lvl8pPr>
              <a:defRPr sz="1425" b="0">
                <a:solidFill>
                  <a:srgbClr val="DCE5D2"/>
                </a:solidFill>
              </a:defRPr>
            </a:lvl8pPr>
            <a:lvl9pPr>
              <a:defRPr sz="1425" b="0">
                <a:solidFill>
                  <a:srgbClr val="DCE5D2"/>
                </a:solidFill>
              </a:defRPr>
            </a:lvl9pPr>
          </a:lstStyle>
          <a:p xmlns:a="http://schemas.openxmlformats.org/drawingml/2006/main">
            <a:pPr>
              <a:defRPr sz="1425" b="0">
                <a:solidFill>
                  <a:srgbClr val="DCE5D2"/>
                </a:solidFill>
              </a:defRPr>
            </a:pPr>
            <a:r>
              <a:rPr sz="1425" b="0">
                <a:solidFill>
                  <a:srgbClr val="DCE5D2"/>
                </a:solidFill>
              </a:rPr>
              <a:t>19</a:t>
            </a:r>
          </a:p>
        </p:txBody>
      </p:sp>
      <p:sp>
        <p:nvSpPr>
          <p:cNvPr id="3" name="">
            <a:extLst xmlns:a="http://schemas.openxmlformats.org/drawingml/2006/main">
              <a:ext uri="{FF2B5EF4-FFF2-40B4-BE49-F238E27FC236}">
                <a16:creationId xmlns:a16="http://schemas.microsoft.com/office/drawing/2014/main" id="{3F823542-7BC1-42B6-98DB-54E57266AF4D}"/>
              </a:ext>
            </a:extLst>
          </p:cNvPr>
          <p:cNvSpPr>
            <a:spLocks xmlns:a="http://schemas.openxmlformats.org/drawingml/2006/main" noGrp="1"/>
          </p:cNvSpPr>
          <p:nvPr/>
        </p:nvSpPr>
        <p:spPr>
          <a:xfrm xmlns:a="http://schemas.openxmlformats.org/drawingml/2006/main">
            <a:off x="609600" y="1819275"/>
            <a:ext cx="109537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F5F1E7"/>
                </a:solidFill>
              </a:defRPr>
            </a:defPPr>
            <a:lvl1pPr>
              <a:defRPr sz="4875" b="1">
                <a:solidFill>
                  <a:srgbClr val="F5F1E7"/>
                </a:solidFill>
              </a:defRPr>
            </a:lvl1pPr>
            <a:lvl2pPr>
              <a:defRPr sz="4875" b="1">
                <a:solidFill>
                  <a:srgbClr val="F5F1E7"/>
                </a:solidFill>
              </a:defRPr>
            </a:lvl2pPr>
            <a:lvl3pPr>
              <a:defRPr sz="4875" b="1">
                <a:solidFill>
                  <a:srgbClr val="F5F1E7"/>
                </a:solidFill>
              </a:defRPr>
            </a:lvl3pPr>
            <a:lvl4pPr>
              <a:defRPr sz="4875" b="1">
                <a:solidFill>
                  <a:srgbClr val="F5F1E7"/>
                </a:solidFill>
              </a:defRPr>
            </a:lvl4pPr>
            <a:lvl5pPr>
              <a:defRPr sz="4875" b="1">
                <a:solidFill>
                  <a:srgbClr val="F5F1E7"/>
                </a:solidFill>
              </a:defRPr>
            </a:lvl5pPr>
            <a:lvl6pPr>
              <a:defRPr sz="4875" b="1">
                <a:solidFill>
                  <a:srgbClr val="F5F1E7"/>
                </a:solidFill>
              </a:defRPr>
            </a:lvl6pPr>
            <a:lvl7pPr>
              <a:defRPr sz="4875" b="1">
                <a:solidFill>
                  <a:srgbClr val="F5F1E7"/>
                </a:solidFill>
              </a:defRPr>
            </a:lvl7pPr>
            <a:lvl8pPr>
              <a:defRPr sz="4875" b="1">
                <a:solidFill>
                  <a:srgbClr val="F5F1E7"/>
                </a:solidFill>
              </a:defRPr>
            </a:lvl8pPr>
            <a:lvl9pPr>
              <a:defRPr sz="4875" b="1">
                <a:solidFill>
                  <a:srgbClr val="F5F1E7"/>
                </a:solidFill>
              </a:defRPr>
            </a:lvl9pPr>
          </a:lstStyle>
          <a:p xmlns:a="http://schemas.openxmlformats.org/drawingml/2006/main">
            <a:pPr>
              <a:defRPr sz="4875" b="1">
                <a:solidFill>
                  <a:srgbClr val="F5F1E7"/>
                </a:solidFill>
              </a:defRPr>
            </a:pPr>
            <a:r>
              <a:rPr sz="4875" b="1">
                <a:solidFill>
                  <a:srgbClr val="F5F1E7"/>
                </a:solidFill>
              </a:rPr>
              <a:t>A result we can trace</a:t>
            </a:r>
          </a:p>
          <a:p xmlns:a="http://schemas.openxmlformats.org/drawingml/2006/main">
            <a:pPr>
              <a:defRPr sz="4875" b="1">
                <a:solidFill>
                  <a:srgbClr val="F5F1E7"/>
                </a:solidFill>
              </a:defRPr>
            </a:pPr>
            <a:r>
              <a:rPr sz="4875" b="1">
                <a:solidFill>
                  <a:srgbClr val="F5F1E7"/>
                </a:solidFill>
              </a:rPr>
              <a:t>back to its source</a:t>
            </a:r>
          </a:p>
        </p:txBody>
      </p:sp>
      <p:sp>
        <p:nvSpPr>
          <p:cNvPr id="4" name="">
            <a:extLst xmlns:a="http://schemas.openxmlformats.org/drawingml/2006/main">
              <a:ext uri="{FF2B5EF4-FFF2-40B4-BE49-F238E27FC236}">
                <a16:creationId xmlns:a16="http://schemas.microsoft.com/office/drawing/2014/main" id="{7DA1DCAE-C0EA-46AE-9822-571BC72F9625}"/>
              </a:ext>
            </a:extLst>
          </p:cNvPr>
          <p:cNvSpPr>
            <a:spLocks xmlns:a="http://schemas.openxmlformats.org/drawingml/2006/main" noGrp="1"/>
          </p:cNvSpPr>
          <p:nvPr/>
        </p:nvSpPr>
        <p:spPr>
          <a:xfrm xmlns:a="http://schemas.openxmlformats.org/drawingml/2006/main">
            <a:off x="609600" y="4257675"/>
            <a:ext cx="2514600" cy="790575"/>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5" name="">
            <a:extLst xmlns:a="http://schemas.openxmlformats.org/drawingml/2006/main">
              <a:ext uri="{FF2B5EF4-FFF2-40B4-BE49-F238E27FC236}">
                <a16:creationId xmlns:a16="http://schemas.microsoft.com/office/drawing/2014/main" id="{26D74B43-EF58-4037-AE3E-EE9911204E2C}"/>
              </a:ext>
            </a:extLst>
          </p:cNvPr>
          <p:cNvSpPr>
            <a:spLocks xmlns:a="http://schemas.openxmlformats.org/drawingml/2006/main" noGrp="1"/>
          </p:cNvSpPr>
          <p:nvPr/>
        </p:nvSpPr>
        <p:spPr>
          <a:xfrm xmlns:a="http://schemas.openxmlformats.org/drawingml/2006/main">
            <a:off x="771525" y="4410075"/>
            <a:ext cx="2190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23B32"/>
                </a:solidFill>
              </a:defRPr>
            </a:defPPr>
            <a:lvl1pPr>
              <a:defRPr sz="2325" b="1">
                <a:solidFill>
                  <a:srgbClr val="123B32"/>
                </a:solidFill>
              </a:defRPr>
            </a:lvl1pPr>
            <a:lvl2pPr>
              <a:defRPr sz="2325" b="1">
                <a:solidFill>
                  <a:srgbClr val="123B32"/>
                </a:solidFill>
              </a:defRPr>
            </a:lvl2pPr>
            <a:lvl3pPr>
              <a:defRPr sz="2325" b="1">
                <a:solidFill>
                  <a:srgbClr val="123B32"/>
                </a:solidFill>
              </a:defRPr>
            </a:lvl3pPr>
            <a:lvl4pPr>
              <a:defRPr sz="2325" b="1">
                <a:solidFill>
                  <a:srgbClr val="123B32"/>
                </a:solidFill>
              </a:defRPr>
            </a:lvl4pPr>
            <a:lvl5pPr>
              <a:defRPr sz="2325" b="1">
                <a:solidFill>
                  <a:srgbClr val="123B32"/>
                </a:solidFill>
              </a:defRPr>
            </a:lvl5pPr>
            <a:lvl6pPr>
              <a:defRPr sz="2325" b="1">
                <a:solidFill>
                  <a:srgbClr val="123B32"/>
                </a:solidFill>
              </a:defRPr>
            </a:lvl6pPr>
            <a:lvl7pPr>
              <a:defRPr sz="2325" b="1">
                <a:solidFill>
                  <a:srgbClr val="123B32"/>
                </a:solidFill>
              </a:defRPr>
            </a:lvl7pPr>
            <a:lvl8pPr>
              <a:defRPr sz="2325" b="1">
                <a:solidFill>
                  <a:srgbClr val="123B32"/>
                </a:solidFill>
              </a:defRPr>
            </a:lvl8pPr>
            <a:lvl9pPr>
              <a:defRPr sz="2325" b="1">
                <a:solidFill>
                  <a:srgbClr val="123B32"/>
                </a:solidFill>
              </a:defRPr>
            </a:lvl9pPr>
          </a:lstStyle>
          <a:p xmlns:a="http://schemas.openxmlformats.org/drawingml/2006/main">
            <a:pPr>
              <a:defRPr sz="2325" b="1">
                <a:solidFill>
                  <a:srgbClr val="123B32"/>
                </a:solidFill>
              </a:defRPr>
            </a:pPr>
            <a:r>
              <a:rPr sz="2325" b="1">
                <a:solidFill>
                  <a:srgbClr val="123B32"/>
                </a:solidFill>
              </a:rPr>
              <a:t>Preserve</a:t>
            </a:r>
          </a:p>
        </p:txBody>
      </p:sp>
      <p:sp>
        <p:nvSpPr>
          <p:cNvPr id="6" name="">
            <a:extLst xmlns:a="http://schemas.openxmlformats.org/drawingml/2006/main">
              <a:ext uri="{FF2B5EF4-FFF2-40B4-BE49-F238E27FC236}">
                <a16:creationId xmlns:a16="http://schemas.microsoft.com/office/drawing/2014/main" id="{13F717C1-2B49-455A-98A3-8CCA5756869B}"/>
              </a:ext>
            </a:extLst>
          </p:cNvPr>
          <p:cNvSpPr>
            <a:spLocks xmlns:a="http://schemas.openxmlformats.org/drawingml/2006/main" noGrp="1"/>
          </p:cNvSpPr>
          <p:nvPr/>
        </p:nvSpPr>
        <p:spPr>
          <a:xfrm xmlns:a="http://schemas.openxmlformats.org/drawingml/2006/main">
            <a:off x="3381375" y="4257675"/>
            <a:ext cx="2514600" cy="790575"/>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7" name="">
            <a:extLst xmlns:a="http://schemas.openxmlformats.org/drawingml/2006/main">
              <a:ext uri="{FF2B5EF4-FFF2-40B4-BE49-F238E27FC236}">
                <a16:creationId xmlns:a16="http://schemas.microsoft.com/office/drawing/2014/main" id="{B0656393-B79D-4473-B71C-8BDAC4229736}"/>
              </a:ext>
            </a:extLst>
          </p:cNvPr>
          <p:cNvSpPr>
            <a:spLocks xmlns:a="http://schemas.openxmlformats.org/drawingml/2006/main" noGrp="1"/>
          </p:cNvSpPr>
          <p:nvPr/>
        </p:nvSpPr>
        <p:spPr>
          <a:xfrm xmlns:a="http://schemas.openxmlformats.org/drawingml/2006/main">
            <a:off x="3543300" y="4410075"/>
            <a:ext cx="2190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23B32"/>
                </a:solidFill>
              </a:defRPr>
            </a:defPPr>
            <a:lvl1pPr>
              <a:defRPr sz="2325" b="1">
                <a:solidFill>
                  <a:srgbClr val="123B32"/>
                </a:solidFill>
              </a:defRPr>
            </a:lvl1pPr>
            <a:lvl2pPr>
              <a:defRPr sz="2325" b="1">
                <a:solidFill>
                  <a:srgbClr val="123B32"/>
                </a:solidFill>
              </a:defRPr>
            </a:lvl2pPr>
            <a:lvl3pPr>
              <a:defRPr sz="2325" b="1">
                <a:solidFill>
                  <a:srgbClr val="123B32"/>
                </a:solidFill>
              </a:defRPr>
            </a:lvl3pPr>
            <a:lvl4pPr>
              <a:defRPr sz="2325" b="1">
                <a:solidFill>
                  <a:srgbClr val="123B32"/>
                </a:solidFill>
              </a:defRPr>
            </a:lvl4pPr>
            <a:lvl5pPr>
              <a:defRPr sz="2325" b="1">
                <a:solidFill>
                  <a:srgbClr val="123B32"/>
                </a:solidFill>
              </a:defRPr>
            </a:lvl5pPr>
            <a:lvl6pPr>
              <a:defRPr sz="2325" b="1">
                <a:solidFill>
                  <a:srgbClr val="123B32"/>
                </a:solidFill>
              </a:defRPr>
            </a:lvl6pPr>
            <a:lvl7pPr>
              <a:defRPr sz="2325" b="1">
                <a:solidFill>
                  <a:srgbClr val="123B32"/>
                </a:solidFill>
              </a:defRPr>
            </a:lvl7pPr>
            <a:lvl8pPr>
              <a:defRPr sz="2325" b="1">
                <a:solidFill>
                  <a:srgbClr val="123B32"/>
                </a:solidFill>
              </a:defRPr>
            </a:lvl8pPr>
            <a:lvl9pPr>
              <a:defRPr sz="2325" b="1">
                <a:solidFill>
                  <a:srgbClr val="123B32"/>
                </a:solidFill>
              </a:defRPr>
            </a:lvl9pPr>
          </a:lstStyle>
          <a:p xmlns:a="http://schemas.openxmlformats.org/drawingml/2006/main">
            <a:pPr>
              <a:defRPr sz="2325" b="1">
                <a:solidFill>
                  <a:srgbClr val="123B32"/>
                </a:solidFill>
              </a:defRPr>
            </a:pPr>
            <a:r>
              <a:rPr sz="2325" b="1">
                <a:solidFill>
                  <a:srgbClr val="123B32"/>
                </a:solidFill>
              </a:rPr>
              <a:t>Standardise</a:t>
            </a:r>
          </a:p>
        </p:txBody>
      </p:sp>
      <p:sp>
        <p:nvSpPr>
          <p:cNvPr id="9" name="">
            <a:extLst xmlns:a="http://schemas.openxmlformats.org/drawingml/2006/main">
              <a:ext uri="{FF2B5EF4-FFF2-40B4-BE49-F238E27FC236}">
                <a16:creationId xmlns:a16="http://schemas.microsoft.com/office/drawing/2014/main" id="{E6B49092-F12E-4800-AC60-468E74A5096C}"/>
              </a:ext>
            </a:extLst>
          </p:cNvPr>
          <p:cNvSpPr>
            <a:spLocks xmlns:a="http://schemas.openxmlformats.org/drawingml/2006/main" noGrp="1"/>
          </p:cNvSpPr>
          <p:nvPr/>
        </p:nvSpPr>
        <p:spPr>
          <a:xfrm xmlns:a="http://schemas.openxmlformats.org/drawingml/2006/main">
            <a:off x="6153150" y="4257675"/>
            <a:ext cx="2514600" cy="790575"/>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10" name="">
            <a:extLst xmlns:a="http://schemas.openxmlformats.org/drawingml/2006/main">
              <a:ext uri="{FF2B5EF4-FFF2-40B4-BE49-F238E27FC236}">
                <a16:creationId xmlns:a16="http://schemas.microsoft.com/office/drawing/2014/main" id="{E4AC773D-A2E7-4FE9-80B8-A06A6CCCF572}"/>
              </a:ext>
            </a:extLst>
          </p:cNvPr>
          <p:cNvSpPr>
            <a:spLocks xmlns:a="http://schemas.openxmlformats.org/drawingml/2006/main" noGrp="1"/>
          </p:cNvSpPr>
          <p:nvPr/>
        </p:nvSpPr>
        <p:spPr>
          <a:xfrm xmlns:a="http://schemas.openxmlformats.org/drawingml/2006/main">
            <a:off x="6315075" y="4410075"/>
            <a:ext cx="2190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23B32"/>
                </a:solidFill>
              </a:defRPr>
            </a:defPPr>
            <a:lvl1pPr>
              <a:defRPr sz="2325" b="1">
                <a:solidFill>
                  <a:srgbClr val="123B32"/>
                </a:solidFill>
              </a:defRPr>
            </a:lvl1pPr>
            <a:lvl2pPr>
              <a:defRPr sz="2325" b="1">
                <a:solidFill>
                  <a:srgbClr val="123B32"/>
                </a:solidFill>
              </a:defRPr>
            </a:lvl2pPr>
            <a:lvl3pPr>
              <a:defRPr sz="2325" b="1">
                <a:solidFill>
                  <a:srgbClr val="123B32"/>
                </a:solidFill>
              </a:defRPr>
            </a:lvl3pPr>
            <a:lvl4pPr>
              <a:defRPr sz="2325" b="1">
                <a:solidFill>
                  <a:srgbClr val="123B32"/>
                </a:solidFill>
              </a:defRPr>
            </a:lvl4pPr>
            <a:lvl5pPr>
              <a:defRPr sz="2325" b="1">
                <a:solidFill>
                  <a:srgbClr val="123B32"/>
                </a:solidFill>
              </a:defRPr>
            </a:lvl5pPr>
            <a:lvl6pPr>
              <a:defRPr sz="2325" b="1">
                <a:solidFill>
                  <a:srgbClr val="123B32"/>
                </a:solidFill>
              </a:defRPr>
            </a:lvl6pPr>
            <a:lvl7pPr>
              <a:defRPr sz="2325" b="1">
                <a:solidFill>
                  <a:srgbClr val="123B32"/>
                </a:solidFill>
              </a:defRPr>
            </a:lvl7pPr>
            <a:lvl8pPr>
              <a:defRPr sz="2325" b="1">
                <a:solidFill>
                  <a:srgbClr val="123B32"/>
                </a:solidFill>
              </a:defRPr>
            </a:lvl8pPr>
            <a:lvl9pPr>
              <a:defRPr sz="2325" b="1">
                <a:solidFill>
                  <a:srgbClr val="123B32"/>
                </a:solidFill>
              </a:defRPr>
            </a:lvl9pPr>
          </a:lstStyle>
          <a:p xmlns:a="http://schemas.openxmlformats.org/drawingml/2006/main">
            <a:pPr>
              <a:defRPr sz="2325" b="1">
                <a:solidFill>
                  <a:srgbClr val="123B32"/>
                </a:solidFill>
              </a:defRPr>
            </a:pPr>
            <a:r>
              <a:rPr sz="2325" b="1">
                <a:solidFill>
                  <a:srgbClr val="123B32"/>
                </a:solidFill>
              </a:rPr>
              <a:t>Validate</a:t>
            </a:r>
          </a:p>
        </p:txBody>
      </p:sp>
      <p:sp>
        <p:nvSpPr>
          <p:cNvPr id="12" name="">
            <a:extLst xmlns:a="http://schemas.openxmlformats.org/drawingml/2006/main">
              <a:ext uri="{FF2B5EF4-FFF2-40B4-BE49-F238E27FC236}">
                <a16:creationId xmlns:a16="http://schemas.microsoft.com/office/drawing/2014/main" id="{4360AE1B-4612-437F-9E5E-13696D297538}"/>
              </a:ext>
            </a:extLst>
          </p:cNvPr>
          <p:cNvSpPr>
            <a:spLocks xmlns:a="http://schemas.openxmlformats.org/drawingml/2006/main" noGrp="1"/>
          </p:cNvSpPr>
          <p:nvPr/>
        </p:nvSpPr>
        <p:spPr>
          <a:xfrm xmlns:a="http://schemas.openxmlformats.org/drawingml/2006/main">
            <a:off x="8924925" y="4257675"/>
            <a:ext cx="2514600" cy="790575"/>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13" name="">
            <a:extLst xmlns:a="http://schemas.openxmlformats.org/drawingml/2006/main">
              <a:ext uri="{FF2B5EF4-FFF2-40B4-BE49-F238E27FC236}">
                <a16:creationId xmlns:a16="http://schemas.microsoft.com/office/drawing/2014/main" id="{0E0BDE0D-9064-49EE-AB78-DD255A8EFE55}"/>
              </a:ext>
            </a:extLst>
          </p:cNvPr>
          <p:cNvSpPr>
            <a:spLocks xmlns:a="http://schemas.openxmlformats.org/drawingml/2006/main" noGrp="1"/>
          </p:cNvSpPr>
          <p:nvPr/>
        </p:nvSpPr>
        <p:spPr>
          <a:xfrm xmlns:a="http://schemas.openxmlformats.org/drawingml/2006/main">
            <a:off x="9086850" y="4410075"/>
            <a:ext cx="2190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23B32"/>
                </a:solidFill>
              </a:defRPr>
            </a:defPPr>
            <a:lvl1pPr>
              <a:defRPr sz="2325" b="1">
                <a:solidFill>
                  <a:srgbClr val="123B32"/>
                </a:solidFill>
              </a:defRPr>
            </a:lvl1pPr>
            <a:lvl2pPr>
              <a:defRPr sz="2325" b="1">
                <a:solidFill>
                  <a:srgbClr val="123B32"/>
                </a:solidFill>
              </a:defRPr>
            </a:lvl2pPr>
            <a:lvl3pPr>
              <a:defRPr sz="2325" b="1">
                <a:solidFill>
                  <a:srgbClr val="123B32"/>
                </a:solidFill>
              </a:defRPr>
            </a:lvl3pPr>
            <a:lvl4pPr>
              <a:defRPr sz="2325" b="1">
                <a:solidFill>
                  <a:srgbClr val="123B32"/>
                </a:solidFill>
              </a:defRPr>
            </a:lvl4pPr>
            <a:lvl5pPr>
              <a:defRPr sz="2325" b="1">
                <a:solidFill>
                  <a:srgbClr val="123B32"/>
                </a:solidFill>
              </a:defRPr>
            </a:lvl5pPr>
            <a:lvl6pPr>
              <a:defRPr sz="2325" b="1">
                <a:solidFill>
                  <a:srgbClr val="123B32"/>
                </a:solidFill>
              </a:defRPr>
            </a:lvl6pPr>
            <a:lvl7pPr>
              <a:defRPr sz="2325" b="1">
                <a:solidFill>
                  <a:srgbClr val="123B32"/>
                </a:solidFill>
              </a:defRPr>
            </a:lvl7pPr>
            <a:lvl8pPr>
              <a:defRPr sz="2325" b="1">
                <a:solidFill>
                  <a:srgbClr val="123B32"/>
                </a:solidFill>
              </a:defRPr>
            </a:lvl8pPr>
            <a:lvl9pPr>
              <a:defRPr sz="2325" b="1">
                <a:solidFill>
                  <a:srgbClr val="123B32"/>
                </a:solidFill>
              </a:defRPr>
            </a:lvl9pPr>
          </a:lstStyle>
          <a:p xmlns:a="http://schemas.openxmlformats.org/drawingml/2006/main">
            <a:pPr>
              <a:defRPr sz="2325" b="1">
                <a:solidFill>
                  <a:srgbClr val="123B32"/>
                </a:solidFill>
              </a:defRPr>
            </a:pPr>
            <a:r>
              <a:rPr sz="2325" b="1">
                <a:solidFill>
                  <a:srgbClr val="123B32"/>
                </a:solidFill>
              </a:rPr>
              <a:t>Retrieve</a:t>
            </a:r>
          </a:p>
        </p:txBody>
      </p:sp>
      <p:sp>
        <p:nvSpPr>
          <p:cNvPr id="15" name="">
            <a:extLst xmlns:a="http://schemas.openxmlformats.org/drawingml/2006/main">
              <a:ext uri="{FF2B5EF4-FFF2-40B4-BE49-F238E27FC236}">
                <a16:creationId xmlns:a16="http://schemas.microsoft.com/office/drawing/2014/main" id="{0963B07A-6A9A-4350-A28D-1CBDCEDA8FF9}"/>
              </a:ext>
            </a:extLst>
          </p:cNvPr>
          <p:cNvSpPr>
            <a:spLocks xmlns:a="http://schemas.openxmlformats.org/drawingml/2006/main" noGrp="1"/>
          </p:cNvSpPr>
          <p:nvPr/>
        </p:nvSpPr>
        <p:spPr>
          <a:xfrm xmlns:a="http://schemas.openxmlformats.org/drawingml/2006/main">
            <a:off x="609600" y="573405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DCE5D2"/>
                </a:solidFill>
              </a:defRPr>
            </a:defPPr>
            <a:lvl1pPr>
              <a:defRPr sz="2250" b="0">
                <a:solidFill>
                  <a:srgbClr val="DCE5D2"/>
                </a:solidFill>
              </a:defRPr>
            </a:lvl1pPr>
            <a:lvl2pPr>
              <a:defRPr sz="2250" b="0">
                <a:solidFill>
                  <a:srgbClr val="DCE5D2"/>
                </a:solidFill>
              </a:defRPr>
            </a:lvl2pPr>
            <a:lvl3pPr>
              <a:defRPr sz="2250" b="0">
                <a:solidFill>
                  <a:srgbClr val="DCE5D2"/>
                </a:solidFill>
              </a:defRPr>
            </a:lvl3pPr>
            <a:lvl4pPr>
              <a:defRPr sz="2250" b="0">
                <a:solidFill>
                  <a:srgbClr val="DCE5D2"/>
                </a:solidFill>
              </a:defRPr>
            </a:lvl4pPr>
            <a:lvl5pPr>
              <a:defRPr sz="2250" b="0">
                <a:solidFill>
                  <a:srgbClr val="DCE5D2"/>
                </a:solidFill>
              </a:defRPr>
            </a:lvl5pPr>
            <a:lvl6pPr>
              <a:defRPr sz="2250" b="0">
                <a:solidFill>
                  <a:srgbClr val="DCE5D2"/>
                </a:solidFill>
              </a:defRPr>
            </a:lvl6pPr>
            <a:lvl7pPr>
              <a:defRPr sz="2250" b="0">
                <a:solidFill>
                  <a:srgbClr val="DCE5D2"/>
                </a:solidFill>
              </a:defRPr>
            </a:lvl7pPr>
            <a:lvl8pPr>
              <a:defRPr sz="2250" b="0">
                <a:solidFill>
                  <a:srgbClr val="DCE5D2"/>
                </a:solidFill>
              </a:defRPr>
            </a:lvl8pPr>
            <a:lvl9pPr>
              <a:defRPr sz="2250" b="0">
                <a:solidFill>
                  <a:srgbClr val="DCE5D2"/>
                </a:solidFill>
              </a:defRPr>
            </a:lvl9pPr>
          </a:lstStyle>
          <a:p xmlns:a="http://schemas.openxmlformats.org/drawingml/2006/main">
            <a:pPr>
              <a:defRPr sz="2250" b="0">
                <a:solidFill>
                  <a:srgbClr val="DCE5D2"/>
                </a:solidFill>
              </a:defRPr>
            </a:pPr>
            <a:r>
              <a:rPr sz="2250" b="0">
                <a:solidFill>
                  <a:srgbClr val="DCE5D2"/>
                </a:solidFill>
              </a:rPr>
              <a:t>Next: labelled retrieval and answer evaluation with specialist review</a:t>
            </a:r>
          </a:p>
        </p:txBody>
      </p:sp>
    </p:spTree>
    <p:extLst>
      <p:ext uri="{BB962C8B-B14F-4D97-AF65-F5344CB8AC3E}">
        <p14:creationId xmlns:p14="http://schemas.microsoft.com/office/powerpoint/2010/main" val="60777277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2026-10-24T21:44:35.2360000Z</dcterms:created>
  <dcterms:modified xsi:type="dcterms:W3CDTF">2026-10-24T21:44:35.2360000Z</dcterms:modified>
</coreProperties>
</file>